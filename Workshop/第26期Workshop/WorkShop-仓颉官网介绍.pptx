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  <p:sldMasterId id="2147483892" r:id="rId5"/>
    <p:sldMasterId id="2147483930" r:id="rId6"/>
  </p:sldMasterIdLst>
  <p:notesMasterIdLst>
    <p:notesMasterId r:id="rId33"/>
  </p:notesMasterIdLst>
  <p:handoutMasterIdLst>
    <p:handoutMasterId r:id="rId34"/>
  </p:handoutMasterIdLst>
  <p:sldIdLst>
    <p:sldId id="283" r:id="rId7"/>
    <p:sldId id="290" r:id="rId8"/>
    <p:sldId id="289" r:id="rId9"/>
    <p:sldId id="299" r:id="rId10"/>
    <p:sldId id="298" r:id="rId11"/>
    <p:sldId id="304" r:id="rId12"/>
    <p:sldId id="314" r:id="rId13"/>
    <p:sldId id="315" r:id="rId14"/>
    <p:sldId id="317" r:id="rId15"/>
    <p:sldId id="300" r:id="rId16"/>
    <p:sldId id="301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8" r:id="rId27"/>
    <p:sldId id="319" r:id="rId28"/>
    <p:sldId id="321" r:id="rId29"/>
    <p:sldId id="320" r:id="rId30"/>
    <p:sldId id="322" r:id="rId31"/>
    <p:sldId id="280" r:id="rId32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/>
        </p14:section>
        <p14:section name="背景与调研" id="{FD05EE94-C931-8C4B-83A2-004B32AA1207}">
          <p14:sldIdLst>
            <p14:sldId id="290"/>
            <p14:sldId id="289"/>
            <p14:sldId id="299"/>
          </p14:sldIdLst>
        </p14:section>
        <p14:section name="整体计划" id="{2FEC4561-B940-40B0-94B3-BCF5F6B802AE}">
          <p14:sldIdLst>
            <p14:sldId id="298"/>
            <p14:sldId id="304"/>
            <p14:sldId id="314"/>
            <p14:sldId id="315"/>
            <p14:sldId id="317"/>
          </p14:sldIdLst>
        </p14:section>
        <p14:section name="一级页面" id="{1EDD6F35-FBD1-490B-8F10-0EA93686E9B2}">
          <p14:sldIdLst>
            <p14:sldId id="300"/>
            <p14:sldId id="301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  <p14:section name="二级页面" id="{A9373977-B08B-48F0-9DF8-FC30E69E4452}">
          <p14:sldIdLst>
            <p14:sldId id="318"/>
            <p14:sldId id="319"/>
            <p14:sldId id="321"/>
            <p14:sldId id="320"/>
            <p14:sldId id="322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97DD"/>
    <a:srgbClr val="3759B0"/>
    <a:srgbClr val="527DC1"/>
    <a:srgbClr val="4D72C3"/>
    <a:srgbClr val="FFFFFF"/>
    <a:srgbClr val="151515"/>
    <a:srgbClr val="C7000B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4" autoAdjust="0"/>
    <p:restoredTop sz="96424" autoAdjust="0"/>
  </p:normalViewPr>
  <p:slideViewPr>
    <p:cSldViewPr snapToGrid="0" snapToObjects="1">
      <p:cViewPr>
        <p:scale>
          <a:sx n="125" d="100"/>
          <a:sy n="125" d="100"/>
        </p:scale>
        <p:origin x="258" y="-6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合作单位需要走单位授权流程</a:t>
            </a:r>
            <a:endParaRPr lang="en-US" altLang="zh-CN" dirty="0" smtClean="0"/>
          </a:p>
          <a:p>
            <a:r>
              <a:rPr lang="zh-CN" altLang="en-US" dirty="0" smtClean="0"/>
              <a:t>送检要留够送检时间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14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1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40993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/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1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Logo"/>
          <p:cNvPicPr preferRelativeResize="0"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15750" y="5589602"/>
            <a:ext cx="1018514" cy="763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0" descr="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" y="782639"/>
            <a:ext cx="12196763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870302" y="6207127"/>
            <a:ext cx="2701345" cy="261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691" tIns="41348" rIns="82691" bIns="41348">
            <a:spAutoFit/>
          </a:bodyPr>
          <a:lstStyle/>
          <a:p>
            <a:pPr defTabSz="82734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59" dirty="0">
                <a:solidFill>
                  <a:srgbClr val="000000"/>
                </a:solidFill>
                <a:latin typeface="FrutigerNext LT Bold" pitchFamily="1" charset="0"/>
                <a:ea typeface="MS PGothic" pitchFamily="34" charset="-128"/>
              </a:rPr>
              <a:t>HUAWEI TECHNOLOGIES CO., LTD.</a:t>
            </a:r>
            <a:endParaRPr lang="en-US" altLang="zh-CN" sz="2236" dirty="0">
              <a:solidFill>
                <a:srgbClr val="000000"/>
              </a:solidFill>
              <a:latin typeface="Arial" pitchFamily="34" charset="0"/>
              <a:ea typeface="MS PGothic" pitchFamily="34" charset="-128"/>
            </a:endParaRPr>
          </a:p>
        </p:txBody>
      </p:sp>
      <p:sp>
        <p:nvSpPr>
          <p:cNvPr id="7" name="Text Box 22"/>
          <p:cNvSpPr txBox="1">
            <a:spLocks noChangeArrowheads="1"/>
          </p:cNvSpPr>
          <p:nvPr/>
        </p:nvSpPr>
        <p:spPr bwMode="auto">
          <a:xfrm>
            <a:off x="9636726" y="4094165"/>
            <a:ext cx="1327571" cy="261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691" tIns="41348" rIns="82691" bIns="41348">
            <a:spAutoFit/>
          </a:bodyPr>
          <a:lstStyle/>
          <a:p>
            <a:pPr defTabSz="82734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59" dirty="0">
                <a:solidFill>
                  <a:srgbClr val="FFFFFF"/>
                </a:solidFill>
                <a:ea typeface="ＭＳ Ｐゴシック" pitchFamily="34" charset="-128"/>
              </a:rPr>
              <a:t>www.huawei.com</a:t>
            </a:r>
          </a:p>
        </p:txBody>
      </p:sp>
      <p:sp>
        <p:nvSpPr>
          <p:cNvPr id="8" name="Rectangle 23"/>
          <p:cNvSpPr>
            <a:spLocks noChangeArrowheads="1"/>
          </p:cNvSpPr>
          <p:nvPr/>
        </p:nvSpPr>
        <p:spPr bwMode="auto">
          <a:xfrm>
            <a:off x="5314922" y="6207136"/>
            <a:ext cx="1540700" cy="2618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656" tIns="41325" rIns="82656" bIns="41325">
            <a:spAutoFit/>
          </a:bodyPr>
          <a:lstStyle/>
          <a:p>
            <a:pPr defTabSz="82734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59" dirty="0" err="1">
                <a:solidFill>
                  <a:srgbClr val="000000"/>
                </a:solidFill>
                <a:latin typeface="FrutigerNext LT Bold" pitchFamily="1" charset="0"/>
                <a:ea typeface="ＭＳ Ｐゴシック" pitchFamily="34" charset="-128"/>
              </a:rPr>
              <a:t>Huawei</a:t>
            </a:r>
            <a:r>
              <a:rPr lang="en-US" altLang="zh-CN" sz="1159" dirty="0">
                <a:solidFill>
                  <a:srgbClr val="000000"/>
                </a:solidFill>
                <a:latin typeface="FrutigerNext LT Bold" pitchFamily="1" charset="0"/>
                <a:ea typeface="ＭＳ Ｐゴシック" pitchFamily="34" charset="-128"/>
              </a:rPr>
              <a:t> Confidential </a:t>
            </a:r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9060764" y="247667"/>
            <a:ext cx="1505434" cy="3001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656" tIns="41325" rIns="82656" bIns="41325">
            <a:spAutoFit/>
          </a:bodyPr>
          <a:lstStyle/>
          <a:p>
            <a:pPr defTabSz="82734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8" b="1" dirty="0">
                <a:solidFill>
                  <a:srgbClr val="666666"/>
                </a:solidFill>
                <a:ea typeface="ＭＳ Ｐゴシック" pitchFamily="34" charset="-128"/>
              </a:rPr>
              <a:t>Security Level:</a:t>
            </a:r>
            <a:r>
              <a:rPr lang="zh-CN" altLang="en-US" sz="1408" b="1" dirty="0">
                <a:solidFill>
                  <a:srgbClr val="666666"/>
                </a:solidFill>
                <a:ea typeface="ＭＳ Ｐゴシック" pitchFamily="34" charset="-128"/>
              </a:rPr>
              <a:t> </a:t>
            </a:r>
          </a:p>
        </p:txBody>
      </p:sp>
      <p:sp>
        <p:nvSpPr>
          <p:cNvPr id="10" name="Text Box 66"/>
          <p:cNvSpPr txBox="1">
            <a:spLocks noChangeArrowheads="1"/>
          </p:cNvSpPr>
          <p:nvPr/>
        </p:nvSpPr>
        <p:spPr bwMode="auto">
          <a:xfrm>
            <a:off x="-2625689" y="1322398"/>
            <a:ext cx="2625690" cy="396387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2706" tIns="41354" rIns="82706" bIns="41354">
            <a:spAutoFit/>
          </a:bodyPr>
          <a:lstStyle/>
          <a:p>
            <a:pPr algn="r" defTabSz="827344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英文标题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:40-47pt  </a:t>
            </a:r>
          </a:p>
          <a:p>
            <a:pPr algn="r" defTabSz="827344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副标题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:26-30pt</a:t>
            </a:r>
          </a:p>
          <a:p>
            <a:pPr algn="r" defTabSz="827344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字体颜色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</a:t>
            </a: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反白</a:t>
            </a:r>
          </a:p>
          <a:p>
            <a:pPr algn="r" defTabSz="827344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内部使用字体 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</a:t>
            </a:r>
          </a:p>
          <a:p>
            <a:pPr algn="r" defTabSz="827344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59" dirty="0" err="1">
                <a:solidFill>
                  <a:srgbClr val="FFFFFF"/>
                </a:solidFill>
                <a:latin typeface="Arial" charset="0"/>
              </a:rPr>
              <a:t>FrutigerNext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 LT Medium</a:t>
            </a:r>
          </a:p>
          <a:p>
            <a:pPr algn="r" defTabSz="827344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外部使用字体 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 Arial</a:t>
            </a:r>
            <a:endParaRPr lang="zh-CN" altLang="en-US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中文标题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:35-47pt</a:t>
            </a:r>
          </a:p>
          <a:p>
            <a:pPr algn="r" defTabSz="827344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字体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</a:t>
            </a: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黑体</a:t>
            </a:r>
          </a:p>
          <a:p>
            <a:pPr algn="r" defTabSz="827344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  </a:t>
            </a: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副标题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:24-28pt</a:t>
            </a:r>
            <a:endParaRPr lang="zh-CN" altLang="en-US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字体颜色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</a:t>
            </a: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反白</a:t>
            </a:r>
          </a:p>
          <a:p>
            <a:pPr algn="r" defTabSz="827344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字体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</a:t>
            </a: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细黑体</a:t>
            </a:r>
          </a:p>
          <a:p>
            <a:pPr algn="r" defTabSz="827344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eaLnBrk="0" fontAlgn="base" hangingPunct="0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defRPr/>
            </a:pPr>
            <a:endParaRPr lang="zh-CN" altLang="en-US" sz="1159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4047" name="Rectangle 15"/>
          <p:cNvSpPr>
            <a:spLocks noGrp="1" noChangeArrowheads="1"/>
          </p:cNvSpPr>
          <p:nvPr>
            <p:ph type="ctrTitle" sz="quarter"/>
          </p:nvPr>
        </p:nvSpPr>
        <p:spPr>
          <a:xfrm>
            <a:off x="849127" y="1392255"/>
            <a:ext cx="7074545" cy="1666875"/>
          </a:xfrm>
        </p:spPr>
        <p:txBody>
          <a:bodyPr/>
          <a:lstStyle>
            <a:lvl1pPr>
              <a:defRPr sz="4555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4048" name="Rectangle 1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12651" y="3182955"/>
            <a:ext cx="7076662" cy="865187"/>
          </a:xfrm>
        </p:spPr>
        <p:txBody>
          <a:bodyPr lIns="99860" tIns="49931" rIns="99860" bIns="49931"/>
          <a:lstStyle>
            <a:lvl1pPr marL="0" indent="0">
              <a:buFont typeface="Wingdings" pitchFamily="2" charset="2"/>
              <a:buNone/>
              <a:defRPr sz="2816">
                <a:solidFill>
                  <a:schemeClr val="bg1"/>
                </a:solidFill>
                <a:latin typeface="华文细黑" pitchFamily="2" charset="-122"/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1" name="Rectangle 26"/>
          <p:cNvSpPr>
            <a:spLocks noGrp="1" noChangeArrowheads="1"/>
          </p:cNvSpPr>
          <p:nvPr>
            <p:ph type="dt" sz="quarter" idx="10"/>
          </p:nvPr>
        </p:nvSpPr>
        <p:spPr>
          <a:xfrm>
            <a:off x="912644" y="282578"/>
            <a:ext cx="2845911" cy="474663"/>
          </a:xfrm>
        </p:spPr>
        <p:txBody>
          <a:bodyPr lIns="99860" tIns="49931" rIns="99860" bIns="49931"/>
          <a:lstStyle>
            <a:lvl1pPr>
              <a:lnSpc>
                <a:spcPct val="100000"/>
              </a:lnSpc>
              <a:defRPr>
                <a:latin typeface="FrutigerNext LT Regular" pitchFamily="34" charset="0"/>
              </a:defRPr>
            </a:lvl1pPr>
          </a:lstStyle>
          <a:p>
            <a:pPr>
              <a:defRPr/>
            </a:pPr>
            <a:fld id="{86BF7C6B-762E-4869-96C5-09D33B653C00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2024/8/3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326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8D5908D6-6112-4474-A610-E8473577BE22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648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468" y="4406917"/>
            <a:ext cx="10367249" cy="1362075"/>
          </a:xfrm>
        </p:spPr>
        <p:txBody>
          <a:bodyPr anchor="t"/>
          <a:lstStyle>
            <a:lvl1pPr algn="l">
              <a:defRPr sz="4141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468" y="2906727"/>
            <a:ext cx="10367249" cy="1500187"/>
          </a:xfrm>
        </p:spPr>
        <p:txBody>
          <a:bodyPr anchor="b"/>
          <a:lstStyle>
            <a:lvl1pPr marL="0" indent="0">
              <a:buNone/>
              <a:defRPr sz="1988"/>
            </a:lvl1pPr>
            <a:lvl2pPr marL="471832" indent="0">
              <a:buNone/>
              <a:defRPr sz="1822"/>
            </a:lvl2pPr>
            <a:lvl3pPr marL="943662" indent="0">
              <a:buNone/>
              <a:defRPr sz="1656"/>
            </a:lvl3pPr>
            <a:lvl4pPr marL="1415491" indent="0">
              <a:buNone/>
              <a:defRPr sz="1408"/>
            </a:lvl4pPr>
            <a:lvl5pPr marL="1887323" indent="0">
              <a:buNone/>
              <a:defRPr sz="1408"/>
            </a:lvl5pPr>
            <a:lvl6pPr marL="2359153" indent="0">
              <a:buNone/>
              <a:defRPr sz="1408"/>
            </a:lvl6pPr>
            <a:lvl7pPr marL="2830983" indent="0">
              <a:buNone/>
              <a:defRPr sz="1408"/>
            </a:lvl7pPr>
            <a:lvl8pPr marL="3302815" indent="0">
              <a:buNone/>
              <a:defRPr sz="1408"/>
            </a:lvl8pPr>
            <a:lvl9pPr marL="3774647" indent="0">
              <a:buNone/>
              <a:defRPr sz="140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10E53E4B-0F43-404B-B56F-07EE40A2EBDC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408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70299" y="1641486"/>
            <a:ext cx="5185741" cy="4194175"/>
          </a:xfrm>
        </p:spPr>
        <p:txBody>
          <a:bodyPr/>
          <a:lstStyle>
            <a:lvl1pPr>
              <a:defRPr sz="2816"/>
            </a:lvl1pPr>
            <a:lvl2pPr>
              <a:defRPr sz="2485"/>
            </a:lvl2pPr>
            <a:lvl3pPr>
              <a:defRPr sz="1988"/>
            </a:lvl3pPr>
            <a:lvl4pPr>
              <a:defRPr sz="1822"/>
            </a:lvl4pPr>
            <a:lvl5pPr>
              <a:defRPr sz="1822"/>
            </a:lvl5pPr>
            <a:lvl6pPr>
              <a:defRPr sz="1822"/>
            </a:lvl6pPr>
            <a:lvl7pPr>
              <a:defRPr sz="1822"/>
            </a:lvl7pPr>
            <a:lvl8pPr>
              <a:defRPr sz="1822"/>
            </a:lvl8pPr>
            <a:lvl9pPr>
              <a:defRPr sz="182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59324" y="1641486"/>
            <a:ext cx="5187859" cy="4194175"/>
          </a:xfrm>
        </p:spPr>
        <p:txBody>
          <a:bodyPr/>
          <a:lstStyle>
            <a:lvl1pPr>
              <a:defRPr sz="2816"/>
            </a:lvl1pPr>
            <a:lvl2pPr>
              <a:defRPr sz="2485"/>
            </a:lvl2pPr>
            <a:lvl3pPr>
              <a:defRPr sz="1988"/>
            </a:lvl3pPr>
            <a:lvl4pPr>
              <a:defRPr sz="1822"/>
            </a:lvl4pPr>
            <a:lvl5pPr>
              <a:defRPr sz="1822"/>
            </a:lvl5pPr>
            <a:lvl6pPr>
              <a:defRPr sz="1822"/>
            </a:lvl6pPr>
            <a:lvl7pPr>
              <a:defRPr sz="1822"/>
            </a:lvl7pPr>
            <a:lvl8pPr>
              <a:defRPr sz="1822"/>
            </a:lvl8pPr>
            <a:lvl9pPr>
              <a:defRPr sz="182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D5EE56A4-A9EC-4A15-A302-123F27CDC791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727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46" y="274649"/>
            <a:ext cx="1097708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839" y="1535117"/>
            <a:ext cx="5389022" cy="639763"/>
          </a:xfrm>
        </p:spPr>
        <p:txBody>
          <a:bodyPr anchor="b"/>
          <a:lstStyle>
            <a:lvl1pPr marL="0" indent="0">
              <a:buNone/>
              <a:defRPr sz="2485" b="1"/>
            </a:lvl1pPr>
            <a:lvl2pPr marL="471832" indent="0">
              <a:buNone/>
              <a:defRPr sz="1988" b="1"/>
            </a:lvl2pPr>
            <a:lvl3pPr marL="943662" indent="0">
              <a:buNone/>
              <a:defRPr sz="1822" b="1"/>
            </a:lvl3pPr>
            <a:lvl4pPr marL="1415491" indent="0">
              <a:buNone/>
              <a:defRPr sz="1656" b="1"/>
            </a:lvl4pPr>
            <a:lvl5pPr marL="1887323" indent="0">
              <a:buNone/>
              <a:defRPr sz="1656" b="1"/>
            </a:lvl5pPr>
            <a:lvl6pPr marL="2359153" indent="0">
              <a:buNone/>
              <a:defRPr sz="1656" b="1"/>
            </a:lvl6pPr>
            <a:lvl7pPr marL="2830983" indent="0">
              <a:buNone/>
              <a:defRPr sz="1656" b="1"/>
            </a:lvl7pPr>
            <a:lvl8pPr marL="3302815" indent="0">
              <a:buNone/>
              <a:defRPr sz="1656" b="1"/>
            </a:lvl8pPr>
            <a:lvl9pPr marL="3774647" indent="0">
              <a:buNone/>
              <a:defRPr sz="1656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839" y="2174883"/>
            <a:ext cx="5389022" cy="3951288"/>
          </a:xfrm>
        </p:spPr>
        <p:txBody>
          <a:bodyPr/>
          <a:lstStyle>
            <a:lvl1pPr>
              <a:defRPr sz="2485"/>
            </a:lvl1pPr>
            <a:lvl2pPr>
              <a:defRPr sz="1988"/>
            </a:lvl2pPr>
            <a:lvl3pPr>
              <a:defRPr sz="1822"/>
            </a:lvl3pPr>
            <a:lvl4pPr>
              <a:defRPr sz="1656"/>
            </a:lvl4pPr>
            <a:lvl5pPr>
              <a:defRPr sz="1656"/>
            </a:lvl5pPr>
            <a:lvl6pPr>
              <a:defRPr sz="1656"/>
            </a:lvl6pPr>
            <a:lvl7pPr>
              <a:defRPr sz="1656"/>
            </a:lvl7pPr>
            <a:lvl8pPr>
              <a:defRPr sz="1656"/>
            </a:lvl8pPr>
            <a:lvl9pPr>
              <a:defRPr sz="1656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5790" y="1535117"/>
            <a:ext cx="5391140" cy="639763"/>
          </a:xfrm>
        </p:spPr>
        <p:txBody>
          <a:bodyPr anchor="b"/>
          <a:lstStyle>
            <a:lvl1pPr marL="0" indent="0">
              <a:buNone/>
              <a:defRPr sz="2485" b="1"/>
            </a:lvl1pPr>
            <a:lvl2pPr marL="471832" indent="0">
              <a:buNone/>
              <a:defRPr sz="1988" b="1"/>
            </a:lvl2pPr>
            <a:lvl3pPr marL="943662" indent="0">
              <a:buNone/>
              <a:defRPr sz="1822" b="1"/>
            </a:lvl3pPr>
            <a:lvl4pPr marL="1415491" indent="0">
              <a:buNone/>
              <a:defRPr sz="1656" b="1"/>
            </a:lvl4pPr>
            <a:lvl5pPr marL="1887323" indent="0">
              <a:buNone/>
              <a:defRPr sz="1656" b="1"/>
            </a:lvl5pPr>
            <a:lvl6pPr marL="2359153" indent="0">
              <a:buNone/>
              <a:defRPr sz="1656" b="1"/>
            </a:lvl6pPr>
            <a:lvl7pPr marL="2830983" indent="0">
              <a:buNone/>
              <a:defRPr sz="1656" b="1"/>
            </a:lvl7pPr>
            <a:lvl8pPr marL="3302815" indent="0">
              <a:buNone/>
              <a:defRPr sz="1656" b="1"/>
            </a:lvl8pPr>
            <a:lvl9pPr marL="3774647" indent="0">
              <a:buNone/>
              <a:defRPr sz="1656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5790" y="2174883"/>
            <a:ext cx="5391140" cy="3951288"/>
          </a:xfrm>
        </p:spPr>
        <p:txBody>
          <a:bodyPr/>
          <a:lstStyle>
            <a:lvl1pPr>
              <a:defRPr sz="2485"/>
            </a:lvl1pPr>
            <a:lvl2pPr>
              <a:defRPr sz="1988"/>
            </a:lvl2pPr>
            <a:lvl3pPr>
              <a:defRPr sz="1822"/>
            </a:lvl3pPr>
            <a:lvl4pPr>
              <a:defRPr sz="1656"/>
            </a:lvl4pPr>
            <a:lvl5pPr>
              <a:defRPr sz="1656"/>
            </a:lvl5pPr>
            <a:lvl6pPr>
              <a:defRPr sz="1656"/>
            </a:lvl6pPr>
            <a:lvl7pPr>
              <a:defRPr sz="1656"/>
            </a:lvl7pPr>
            <a:lvl8pPr>
              <a:defRPr sz="1656"/>
            </a:lvl8pPr>
            <a:lvl9pPr>
              <a:defRPr sz="1656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A3C4CF60-56FE-4ED9-BE53-1CF1A343CE0E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348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255D9B32-A442-48A1-B6E5-6EC444B59999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159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00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46" y="273050"/>
            <a:ext cx="4012650" cy="1162050"/>
          </a:xfrm>
        </p:spPr>
        <p:txBody>
          <a:bodyPr anchor="b"/>
          <a:lstStyle>
            <a:lvl1pPr algn="l">
              <a:defRPr sz="1988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602" y="273055"/>
            <a:ext cx="6818329" cy="5853113"/>
          </a:xfrm>
        </p:spPr>
        <p:txBody>
          <a:bodyPr/>
          <a:lstStyle>
            <a:lvl1pPr>
              <a:defRPr sz="3313"/>
            </a:lvl1pPr>
            <a:lvl2pPr>
              <a:defRPr sz="2816"/>
            </a:lvl2pPr>
            <a:lvl3pPr>
              <a:defRPr sz="2485"/>
            </a:lvl3pPr>
            <a:lvl4pPr>
              <a:defRPr sz="1988"/>
            </a:lvl4pPr>
            <a:lvl5pPr>
              <a:defRPr sz="1988"/>
            </a:lvl5pPr>
            <a:lvl6pPr>
              <a:defRPr sz="1988"/>
            </a:lvl6pPr>
            <a:lvl7pPr>
              <a:defRPr sz="1988"/>
            </a:lvl7pPr>
            <a:lvl8pPr>
              <a:defRPr sz="1988"/>
            </a:lvl8pPr>
            <a:lvl9pPr>
              <a:defRPr sz="198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846" y="1435105"/>
            <a:ext cx="4012650" cy="4691063"/>
          </a:xfrm>
        </p:spPr>
        <p:txBody>
          <a:bodyPr/>
          <a:lstStyle>
            <a:lvl1pPr marL="0" indent="0">
              <a:buNone/>
              <a:defRPr sz="1408"/>
            </a:lvl1pPr>
            <a:lvl2pPr marL="471832" indent="0">
              <a:buNone/>
              <a:defRPr sz="1159"/>
            </a:lvl2pPr>
            <a:lvl3pPr marL="943662" indent="0">
              <a:buNone/>
              <a:defRPr sz="911"/>
            </a:lvl3pPr>
            <a:lvl4pPr marL="1415491" indent="0">
              <a:buNone/>
              <a:defRPr sz="911"/>
            </a:lvl4pPr>
            <a:lvl5pPr marL="1887323" indent="0">
              <a:buNone/>
              <a:defRPr sz="911"/>
            </a:lvl5pPr>
            <a:lvl6pPr marL="2359153" indent="0">
              <a:buNone/>
              <a:defRPr sz="911"/>
            </a:lvl6pPr>
            <a:lvl7pPr marL="2830983" indent="0">
              <a:buNone/>
              <a:defRPr sz="911"/>
            </a:lvl7pPr>
            <a:lvl8pPr marL="3302815" indent="0">
              <a:buNone/>
              <a:defRPr sz="911"/>
            </a:lvl8pPr>
            <a:lvl9pPr marL="3774647" indent="0">
              <a:buNone/>
              <a:defRPr sz="91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5F2EB591-F06A-4F4B-AAC3-975418CEB881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224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658" y="4800602"/>
            <a:ext cx="7318058" cy="566738"/>
          </a:xfrm>
        </p:spPr>
        <p:txBody>
          <a:bodyPr anchor="b"/>
          <a:lstStyle>
            <a:lvl1pPr algn="l">
              <a:defRPr sz="1988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658" y="612776"/>
            <a:ext cx="7318058" cy="4114800"/>
          </a:xfrm>
        </p:spPr>
        <p:txBody>
          <a:bodyPr/>
          <a:lstStyle>
            <a:lvl1pPr marL="0" indent="0">
              <a:buNone/>
              <a:defRPr sz="3313"/>
            </a:lvl1pPr>
            <a:lvl2pPr marL="471832" indent="0">
              <a:buNone/>
              <a:defRPr sz="2816"/>
            </a:lvl2pPr>
            <a:lvl3pPr marL="943662" indent="0">
              <a:buNone/>
              <a:defRPr sz="2485"/>
            </a:lvl3pPr>
            <a:lvl4pPr marL="1415491" indent="0">
              <a:buNone/>
              <a:defRPr sz="1988"/>
            </a:lvl4pPr>
            <a:lvl5pPr marL="1887323" indent="0">
              <a:buNone/>
              <a:defRPr sz="1988"/>
            </a:lvl5pPr>
            <a:lvl6pPr marL="2359153" indent="0">
              <a:buNone/>
              <a:defRPr sz="1988"/>
            </a:lvl6pPr>
            <a:lvl7pPr marL="2830983" indent="0">
              <a:buNone/>
              <a:defRPr sz="1988"/>
            </a:lvl7pPr>
            <a:lvl8pPr marL="3302815" indent="0">
              <a:buNone/>
              <a:defRPr sz="1988"/>
            </a:lvl8pPr>
            <a:lvl9pPr marL="3774647" indent="0">
              <a:buNone/>
              <a:defRPr sz="1988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658" y="5367339"/>
            <a:ext cx="7318058" cy="804862"/>
          </a:xfrm>
        </p:spPr>
        <p:txBody>
          <a:bodyPr/>
          <a:lstStyle>
            <a:lvl1pPr marL="0" indent="0">
              <a:buNone/>
              <a:defRPr sz="1408"/>
            </a:lvl1pPr>
            <a:lvl2pPr marL="471832" indent="0">
              <a:buNone/>
              <a:defRPr sz="1159"/>
            </a:lvl2pPr>
            <a:lvl3pPr marL="943662" indent="0">
              <a:buNone/>
              <a:defRPr sz="911"/>
            </a:lvl3pPr>
            <a:lvl4pPr marL="1415491" indent="0">
              <a:buNone/>
              <a:defRPr sz="911"/>
            </a:lvl4pPr>
            <a:lvl5pPr marL="1887323" indent="0">
              <a:buNone/>
              <a:defRPr sz="911"/>
            </a:lvl5pPr>
            <a:lvl6pPr marL="2359153" indent="0">
              <a:buNone/>
              <a:defRPr sz="911"/>
            </a:lvl6pPr>
            <a:lvl7pPr marL="2830983" indent="0">
              <a:buNone/>
              <a:defRPr sz="911"/>
            </a:lvl7pPr>
            <a:lvl8pPr marL="3302815" indent="0">
              <a:buNone/>
              <a:defRPr sz="911"/>
            </a:lvl8pPr>
            <a:lvl9pPr marL="3774647" indent="0">
              <a:buNone/>
              <a:defRPr sz="91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7A26C514-782E-468B-AC62-889F2222659A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103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D61DB9AC-A2A2-4405-B0E4-686787C92DB9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461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17736" y="44450"/>
            <a:ext cx="2729449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27262" y="44450"/>
            <a:ext cx="7987186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E007020F-A4BF-471B-80B6-FB02D8DD52FC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014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262" y="44453"/>
            <a:ext cx="10331251" cy="8715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70294" y="1641486"/>
            <a:ext cx="10576880" cy="4194175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C3750789-6659-4407-81F7-47D26F77D21C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7270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262" y="44453"/>
            <a:ext cx="10331251" cy="8715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70299" y="1641486"/>
            <a:ext cx="5185741" cy="41941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59324" y="1641486"/>
            <a:ext cx="5187859" cy="41941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DE10F962-29FD-4068-AF70-1A48406C4F72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5555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27267" y="44450"/>
            <a:ext cx="10919914" cy="579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6DAD255F-78E3-4E9D-9D6C-96B8139A17E1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5853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262" y="44453"/>
            <a:ext cx="10331251" cy="8715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70299" y="1641486"/>
            <a:ext cx="5185741" cy="41941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59324" y="1641477"/>
            <a:ext cx="5187859" cy="202088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59324" y="3814770"/>
            <a:ext cx="5187859" cy="20208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A008EC5D-0920-48F2-9454-336B6F49C648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721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image" Target="../media/image9.pn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=""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4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 smtClean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 smtClean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 smtClean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 smtClean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=""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=""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=""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</a:t>
            </a:r>
            <a:r>
              <a:rPr kumimoji="1" lang="en-US" altLang="zh-CN" sz="1200" dirty="0" smtClean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home </a:t>
            </a: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9" descr="dd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3" y="6224597"/>
            <a:ext cx="12205233" cy="63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870302" y="6438901"/>
            <a:ext cx="2701345" cy="261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691" tIns="41348" rIns="82691" bIns="41348">
            <a:spAutoFit/>
          </a:bodyPr>
          <a:lstStyle/>
          <a:p>
            <a:pPr defTabSz="82734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59" dirty="0">
                <a:solidFill>
                  <a:srgbClr val="000000"/>
                </a:solidFill>
                <a:latin typeface="FrutigerNext LT Bold" pitchFamily="1" charset="0"/>
                <a:ea typeface="MS PGothic" pitchFamily="34" charset="-128"/>
              </a:rPr>
              <a:t>HUAWEI TECHNOLOGIES CO., LTD.</a:t>
            </a:r>
            <a:endParaRPr lang="en-US" altLang="zh-CN" sz="2236" dirty="0">
              <a:solidFill>
                <a:srgbClr val="000000"/>
              </a:solidFill>
              <a:latin typeface="Arial" pitchFamily="34" charset="0"/>
              <a:ea typeface="MS PGothic" pitchFamily="34" charset="-128"/>
            </a:endParaRPr>
          </a:p>
        </p:txBody>
      </p:sp>
      <p:pic>
        <p:nvPicPr>
          <p:cNvPr id="2052" name="Picture 9" descr="8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10015752" y="6399229"/>
            <a:ext cx="1749049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2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484813" y="6489711"/>
            <a:ext cx="894933" cy="307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85000"/>
              </a:lnSpc>
              <a:defRPr>
                <a:solidFill>
                  <a:schemeClr val="tx1"/>
                </a:solidFill>
                <a:latin typeface="FrutigerNext LT Bold" pitchFamily="1" charset="0"/>
              </a:defRPr>
            </a:lvl1pPr>
          </a:lstStyle>
          <a:p>
            <a:pPr defTabSz="75730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de-DE" altLang="zh-CN" sz="1159" smtClean="0">
                <a:solidFill>
                  <a:srgbClr val="000000"/>
                </a:solidFill>
                <a:ea typeface="MS PGothic" pitchFamily="34" charset="-128"/>
              </a:rPr>
              <a:t>Page </a:t>
            </a:r>
            <a:fld id="{2347E2F8-FF3B-4F99-BB4D-18343A5955AC}" type="slidenum">
              <a:rPr lang="de-DE" altLang="zh-CN" sz="1159" smtClean="0">
                <a:solidFill>
                  <a:srgbClr val="000000"/>
                </a:solidFill>
                <a:ea typeface="MS PGothic" pitchFamily="34" charset="-128"/>
              </a:rPr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altLang="zh-CN" sz="1159" dirty="0">
              <a:solidFill>
                <a:srgbClr val="000000"/>
              </a:solidFill>
              <a:ea typeface="MS PGothic" pitchFamily="34" charset="-128"/>
            </a:endParaRPr>
          </a:p>
        </p:txBody>
      </p:sp>
      <p:sp>
        <p:nvSpPr>
          <p:cNvPr id="2054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527262" y="44453"/>
            <a:ext cx="10331251" cy="871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860" tIns="49931" rIns="99860" bIns="4993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8693" name="Rectangle 21"/>
          <p:cNvSpPr>
            <a:spLocks noChangeArrowheads="1"/>
          </p:cNvSpPr>
          <p:nvPr/>
        </p:nvSpPr>
        <p:spPr bwMode="auto">
          <a:xfrm>
            <a:off x="5192104" y="6438909"/>
            <a:ext cx="1540700" cy="2618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656" tIns="41325" rIns="82656" bIns="41325">
            <a:spAutoFit/>
          </a:bodyPr>
          <a:lstStyle/>
          <a:p>
            <a:pPr defTabSz="82734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159" dirty="0">
                <a:solidFill>
                  <a:srgbClr val="000000"/>
                </a:solidFill>
                <a:latin typeface="FrutigerNext LT Bold" pitchFamily="1" charset="0"/>
                <a:ea typeface="ＭＳ Ｐゴシック" pitchFamily="34" charset="-128"/>
              </a:rPr>
              <a:t>Huawei Confidential </a:t>
            </a:r>
          </a:p>
        </p:txBody>
      </p:sp>
      <p:sp>
        <p:nvSpPr>
          <p:cNvPr id="28694" name="Rectangle 22"/>
          <p:cNvSpPr>
            <a:spLocks noChangeArrowheads="1"/>
          </p:cNvSpPr>
          <p:nvPr/>
        </p:nvSpPr>
        <p:spPr bwMode="auto">
          <a:xfrm>
            <a:off x="-2545225" y="528641"/>
            <a:ext cx="2460529" cy="5307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91" tIns="41348" rIns="82691" bIns="41348"/>
          <a:lstStyle/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英文标题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:32-35pt  </a:t>
            </a:r>
            <a:endParaRPr lang="zh-CN" altLang="en-US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颜色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 R153 G0 B0</a:t>
            </a: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</a:rPr>
              <a:t>内部使用字体 </a:t>
            </a:r>
            <a:r>
              <a:rPr lang="en-US" altLang="zh-CN" sz="1159" dirty="0">
                <a:solidFill>
                  <a:srgbClr val="FFFFFF"/>
                </a:solidFill>
              </a:rPr>
              <a:t>:</a:t>
            </a: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159" dirty="0" err="1">
                <a:solidFill>
                  <a:srgbClr val="FFFFFF"/>
                </a:solidFill>
              </a:rPr>
              <a:t>FrutigerNext</a:t>
            </a:r>
            <a:r>
              <a:rPr lang="en-US" altLang="zh-CN" sz="1159" dirty="0">
                <a:solidFill>
                  <a:srgbClr val="FFFFFF"/>
                </a:solidFill>
              </a:rPr>
              <a:t> LT Medium</a:t>
            </a: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</a:rPr>
              <a:t>外部使用字体 </a:t>
            </a:r>
            <a:r>
              <a:rPr lang="en-US" altLang="zh-CN" sz="1159" dirty="0">
                <a:solidFill>
                  <a:srgbClr val="FFFFFF"/>
                </a:solidFill>
              </a:rPr>
              <a:t>: Arial</a:t>
            </a:r>
          </a:p>
          <a:p>
            <a:pPr algn="r" defTabSz="827344" fontAlgn="base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中文标题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:30-32pt  </a:t>
            </a:r>
            <a:endParaRPr lang="zh-CN" altLang="en-US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颜色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 R153 G0 B0</a:t>
            </a: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字体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</a:t>
            </a: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黑体</a:t>
            </a: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英文正文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:20-22pt</a:t>
            </a: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子目录 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(2-5</a:t>
            </a: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级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) :18pt  </a:t>
            </a: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颜色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</a:t>
            </a: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黑色</a:t>
            </a: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</a:rPr>
              <a:t>内部使用字体 </a:t>
            </a:r>
            <a:r>
              <a:rPr lang="en-US" altLang="zh-CN" sz="1159" dirty="0">
                <a:solidFill>
                  <a:srgbClr val="FFFFFF"/>
                </a:solidFill>
              </a:rPr>
              <a:t>:</a:t>
            </a: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159" dirty="0" err="1">
                <a:solidFill>
                  <a:srgbClr val="FFFFFF"/>
                </a:solidFill>
              </a:rPr>
              <a:t>FrutigerNext</a:t>
            </a:r>
            <a:r>
              <a:rPr lang="en-US" altLang="zh-CN" sz="1159" dirty="0">
                <a:solidFill>
                  <a:srgbClr val="FFFFFF"/>
                </a:solidFill>
              </a:rPr>
              <a:t> LT Regular</a:t>
            </a: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</a:rPr>
              <a:t>外部使用字体 </a:t>
            </a:r>
            <a:r>
              <a:rPr lang="en-US" altLang="zh-CN" sz="1159" dirty="0">
                <a:solidFill>
                  <a:srgbClr val="FFFFFF"/>
                </a:solidFill>
              </a:rPr>
              <a:t>: Arial</a:t>
            </a:r>
          </a:p>
          <a:p>
            <a:pPr algn="r" defTabSz="827344" fontAlgn="base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中文正文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:18-20pt</a:t>
            </a: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子目录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(2-5</a:t>
            </a: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级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):18pt </a:t>
            </a:r>
            <a:endParaRPr lang="zh-CN" altLang="en-US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颜色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</a:t>
            </a: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黑色</a:t>
            </a: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字体</a:t>
            </a:r>
            <a:r>
              <a:rPr lang="en-US" altLang="zh-CN" sz="1159" dirty="0">
                <a:solidFill>
                  <a:srgbClr val="FFFFFF"/>
                </a:solidFill>
                <a:latin typeface="Arial" charset="0"/>
              </a:rPr>
              <a:t>:</a:t>
            </a:r>
            <a:r>
              <a:rPr lang="zh-CN" altLang="en-US" sz="1159" dirty="0">
                <a:solidFill>
                  <a:srgbClr val="FFFFFF"/>
                </a:solidFill>
                <a:latin typeface="Arial" charset="0"/>
              </a:rPr>
              <a:t>细黑体 </a:t>
            </a: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59" dirty="0">
              <a:solidFill>
                <a:srgbClr val="FFFFFF"/>
              </a:solidFill>
              <a:latin typeface="Arial" charset="0"/>
            </a:endParaRPr>
          </a:p>
          <a:p>
            <a:pPr algn="r"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59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734" name="Rectangle 62"/>
          <p:cNvSpPr>
            <a:spLocks noChangeArrowheads="1"/>
          </p:cNvSpPr>
          <p:nvPr/>
        </p:nvSpPr>
        <p:spPr bwMode="auto">
          <a:xfrm>
            <a:off x="12270893" y="1423987"/>
            <a:ext cx="1399662" cy="2005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91" tIns="41348" rIns="82691" bIns="41348"/>
          <a:lstStyle/>
          <a:p>
            <a:pPr defTabSz="827344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  <a:latin typeface="华文细黑" pitchFamily="2" charset="-122"/>
              </a:rPr>
              <a:t>配色参考方案：</a:t>
            </a:r>
          </a:p>
          <a:p>
            <a:pPr defTabSz="827344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  <a:latin typeface="华文细黑" pitchFamily="2" charset="-122"/>
              </a:rPr>
              <a:t>建议同一页面内不超过四种颜色，以下是</a:t>
            </a:r>
            <a:r>
              <a:rPr lang="en-US" altLang="zh-CN" sz="1159" dirty="0">
                <a:solidFill>
                  <a:srgbClr val="FFFFFF"/>
                </a:solidFill>
                <a:latin typeface="华文细黑" pitchFamily="2" charset="-122"/>
              </a:rPr>
              <a:t>13</a:t>
            </a:r>
            <a:r>
              <a:rPr lang="zh-CN" altLang="en-US" sz="1159" dirty="0">
                <a:solidFill>
                  <a:srgbClr val="FFFFFF"/>
                </a:solidFill>
                <a:latin typeface="华文细黑" pitchFamily="2" charset="-122"/>
              </a:rPr>
              <a:t>组配色方案，同一页面内只选择一组使用。（仅供参考）</a:t>
            </a:r>
          </a:p>
          <a:p>
            <a:pPr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59" dirty="0">
              <a:solidFill>
                <a:srgbClr val="FFFFFF"/>
              </a:solidFill>
              <a:latin typeface="华文细黑" pitchFamily="2" charset="-122"/>
            </a:endParaRPr>
          </a:p>
          <a:p>
            <a:pPr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en-US" altLang="zh-CN" sz="1159" dirty="0">
              <a:solidFill>
                <a:srgbClr val="FFFFFF"/>
              </a:solidFill>
              <a:latin typeface="华文细黑" pitchFamily="2" charset="-122"/>
            </a:endParaRPr>
          </a:p>
          <a:p>
            <a:pPr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zh-CN" altLang="en-US" sz="1159" dirty="0">
              <a:solidFill>
                <a:srgbClr val="FFFFFF"/>
              </a:solidFill>
              <a:latin typeface="华文细黑" pitchFamily="2" charset="-122"/>
            </a:endParaRPr>
          </a:p>
        </p:txBody>
      </p:sp>
      <p:sp>
        <p:nvSpPr>
          <p:cNvPr id="28737" name="Rectangle 65"/>
          <p:cNvSpPr>
            <a:spLocks noChangeArrowheads="1"/>
          </p:cNvSpPr>
          <p:nvPr/>
        </p:nvSpPr>
        <p:spPr bwMode="auto">
          <a:xfrm>
            <a:off x="12270893" y="-61909"/>
            <a:ext cx="1399662" cy="838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91" tIns="41348" rIns="82691" bIns="41348"/>
          <a:lstStyle/>
          <a:p>
            <a:pPr defTabSz="827344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59" dirty="0">
                <a:solidFill>
                  <a:srgbClr val="FFFFFF"/>
                </a:solidFill>
                <a:latin typeface="华文细黑" pitchFamily="2" charset="-122"/>
              </a:rPr>
              <a:t>客户或者合作伙伴的标志放在右上角</a:t>
            </a:r>
            <a:r>
              <a:rPr lang="en-US" altLang="zh-CN" sz="1159" dirty="0">
                <a:solidFill>
                  <a:srgbClr val="FFFFFF"/>
                </a:solidFill>
                <a:latin typeface="华文细黑" pitchFamily="2" charset="-122"/>
              </a:rPr>
              <a:t>.</a:t>
            </a:r>
          </a:p>
          <a:p>
            <a:pPr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59" dirty="0">
              <a:solidFill>
                <a:srgbClr val="FFFFFF"/>
              </a:solidFill>
              <a:latin typeface="华文细黑" pitchFamily="2" charset="-122"/>
            </a:endParaRPr>
          </a:p>
          <a:p>
            <a:pPr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en-US" altLang="zh-CN" sz="1159" dirty="0">
              <a:solidFill>
                <a:srgbClr val="FFFFFF"/>
              </a:solidFill>
              <a:latin typeface="华文细黑" pitchFamily="2" charset="-122"/>
            </a:endParaRPr>
          </a:p>
          <a:p>
            <a:pPr defTabSz="827344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zh-CN" altLang="en-US" sz="1159" dirty="0">
              <a:solidFill>
                <a:srgbClr val="FFFFFF"/>
              </a:solidFill>
              <a:latin typeface="华文细黑" pitchFamily="2" charset="-122"/>
            </a:endParaRPr>
          </a:p>
        </p:txBody>
      </p:sp>
      <p:sp>
        <p:nvSpPr>
          <p:cNvPr id="2059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70294" y="1641486"/>
            <a:ext cx="10576880" cy="419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875" tIns="49940" rIns="99875" bIns="499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8752" name="Rectangle 80"/>
          <p:cNvSpPr>
            <a:spLocks noChangeArrowheads="1"/>
          </p:cNvSpPr>
          <p:nvPr/>
        </p:nvSpPr>
        <p:spPr bwMode="auto">
          <a:xfrm>
            <a:off x="12364051" y="5037645"/>
            <a:ext cx="1226028" cy="273654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94353" tIns="47175" rIns="94353" bIns="47175" anchor="ctr">
            <a:spAutoFit/>
          </a:bodyPr>
          <a:lstStyle/>
          <a:p>
            <a:pPr defTabSz="757306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159" dirty="0">
              <a:solidFill>
                <a:srgbClr val="FFFFFF"/>
              </a:solidFill>
              <a:ea typeface="MS PGothic" pitchFamily="34" charset="-128"/>
            </a:endParaRPr>
          </a:p>
        </p:txBody>
      </p:sp>
      <p:grpSp>
        <p:nvGrpSpPr>
          <p:cNvPr id="2" name="Group 81"/>
          <p:cNvGrpSpPr>
            <a:grpSpLocks/>
          </p:cNvGrpSpPr>
          <p:nvPr/>
        </p:nvGrpSpPr>
        <p:grpSpPr bwMode="auto">
          <a:xfrm>
            <a:off x="12478402" y="3789374"/>
            <a:ext cx="986752" cy="182562"/>
            <a:chOff x="5893" y="2387"/>
            <a:chExt cx="466" cy="115"/>
          </a:xfrm>
        </p:grpSpPr>
        <p:sp>
          <p:nvSpPr>
            <p:cNvPr id="28754" name="Rectangle 82"/>
            <p:cNvSpPr>
              <a:spLocks noChangeArrowheads="1"/>
            </p:cNvSpPr>
            <p:nvPr userDrawn="1"/>
          </p:nvSpPr>
          <p:spPr bwMode="auto">
            <a:xfrm flipV="1">
              <a:off x="6010" y="2387"/>
              <a:ext cx="116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55" name="Rectangle 83"/>
            <p:cNvSpPr>
              <a:spLocks noChangeArrowheads="1"/>
            </p:cNvSpPr>
            <p:nvPr userDrawn="1"/>
          </p:nvSpPr>
          <p:spPr bwMode="auto">
            <a:xfrm flipV="1">
              <a:off x="6126" y="2387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56" name="Rectangle 84"/>
            <p:cNvSpPr>
              <a:spLocks noChangeArrowheads="1"/>
            </p:cNvSpPr>
            <p:nvPr userDrawn="1"/>
          </p:nvSpPr>
          <p:spPr bwMode="auto">
            <a:xfrm flipV="1">
              <a:off x="6242" y="2387"/>
              <a:ext cx="117" cy="115"/>
            </a:xfrm>
            <a:prstGeom prst="rect">
              <a:avLst/>
            </a:prstGeom>
            <a:solidFill>
              <a:srgbClr val="99660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57" name="Rectangle 85"/>
            <p:cNvSpPr>
              <a:spLocks noChangeArrowheads="1"/>
            </p:cNvSpPr>
            <p:nvPr userDrawn="1"/>
          </p:nvSpPr>
          <p:spPr bwMode="auto">
            <a:xfrm flipV="1">
              <a:off x="5893" y="2387"/>
              <a:ext cx="117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</p:grpSp>
      <p:grpSp>
        <p:nvGrpSpPr>
          <p:cNvPr id="3" name="Group 86"/>
          <p:cNvGrpSpPr>
            <a:grpSpLocks/>
          </p:cNvGrpSpPr>
          <p:nvPr/>
        </p:nvGrpSpPr>
        <p:grpSpPr bwMode="auto">
          <a:xfrm>
            <a:off x="12478402" y="4005272"/>
            <a:ext cx="986752" cy="182562"/>
            <a:chOff x="5893" y="2523"/>
            <a:chExt cx="466" cy="115"/>
          </a:xfrm>
        </p:grpSpPr>
        <p:sp>
          <p:nvSpPr>
            <p:cNvPr id="28759" name="Rectangle 87"/>
            <p:cNvSpPr>
              <a:spLocks noChangeArrowheads="1"/>
            </p:cNvSpPr>
            <p:nvPr userDrawn="1"/>
          </p:nvSpPr>
          <p:spPr bwMode="auto">
            <a:xfrm flipV="1">
              <a:off x="6010" y="2523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60" name="Rectangle 88"/>
            <p:cNvSpPr>
              <a:spLocks noChangeArrowheads="1"/>
            </p:cNvSpPr>
            <p:nvPr userDrawn="1"/>
          </p:nvSpPr>
          <p:spPr bwMode="auto">
            <a:xfrm flipV="1">
              <a:off x="6126" y="2523"/>
              <a:ext cx="116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61" name="Rectangle 89"/>
            <p:cNvSpPr>
              <a:spLocks noChangeArrowheads="1"/>
            </p:cNvSpPr>
            <p:nvPr userDrawn="1"/>
          </p:nvSpPr>
          <p:spPr bwMode="auto">
            <a:xfrm flipV="1">
              <a:off x="6242" y="2523"/>
              <a:ext cx="117" cy="115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62" name="Rectangle 90"/>
            <p:cNvSpPr>
              <a:spLocks noChangeArrowheads="1"/>
            </p:cNvSpPr>
            <p:nvPr userDrawn="1"/>
          </p:nvSpPr>
          <p:spPr bwMode="auto">
            <a:xfrm flipV="1">
              <a:off x="5893" y="2523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</p:grpSp>
      <p:grpSp>
        <p:nvGrpSpPr>
          <p:cNvPr id="4" name="Group 91"/>
          <p:cNvGrpSpPr>
            <a:grpSpLocks/>
          </p:cNvGrpSpPr>
          <p:nvPr/>
        </p:nvGrpSpPr>
        <p:grpSpPr bwMode="auto">
          <a:xfrm>
            <a:off x="12478402" y="4221171"/>
            <a:ext cx="986752" cy="182562"/>
            <a:chOff x="5893" y="2659"/>
            <a:chExt cx="466" cy="115"/>
          </a:xfrm>
        </p:grpSpPr>
        <p:sp>
          <p:nvSpPr>
            <p:cNvPr id="28764" name="Rectangle 92"/>
            <p:cNvSpPr>
              <a:spLocks noChangeArrowheads="1"/>
            </p:cNvSpPr>
            <p:nvPr userDrawn="1"/>
          </p:nvSpPr>
          <p:spPr bwMode="auto">
            <a:xfrm flipV="1">
              <a:off x="6010" y="2659"/>
              <a:ext cx="116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65" name="Rectangle 93"/>
            <p:cNvSpPr>
              <a:spLocks noChangeArrowheads="1"/>
            </p:cNvSpPr>
            <p:nvPr userDrawn="1"/>
          </p:nvSpPr>
          <p:spPr bwMode="auto">
            <a:xfrm flipV="1">
              <a:off x="6126" y="2659"/>
              <a:ext cx="116" cy="115"/>
            </a:xfrm>
            <a:prstGeom prst="rect">
              <a:avLst/>
            </a:prstGeom>
            <a:solidFill>
              <a:srgbClr val="0099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66" name="Rectangle 94"/>
            <p:cNvSpPr>
              <a:spLocks noChangeArrowheads="1"/>
            </p:cNvSpPr>
            <p:nvPr userDrawn="1"/>
          </p:nvSpPr>
          <p:spPr bwMode="auto">
            <a:xfrm flipV="1">
              <a:off x="6242" y="2659"/>
              <a:ext cx="117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67" name="Rectangle 95"/>
            <p:cNvSpPr>
              <a:spLocks noChangeArrowheads="1"/>
            </p:cNvSpPr>
            <p:nvPr userDrawn="1"/>
          </p:nvSpPr>
          <p:spPr bwMode="auto">
            <a:xfrm flipV="1">
              <a:off x="5893" y="2659"/>
              <a:ext cx="117" cy="1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</p:grpSp>
      <p:grpSp>
        <p:nvGrpSpPr>
          <p:cNvPr id="5" name="Group 96"/>
          <p:cNvGrpSpPr>
            <a:grpSpLocks/>
          </p:cNvGrpSpPr>
          <p:nvPr/>
        </p:nvGrpSpPr>
        <p:grpSpPr bwMode="auto">
          <a:xfrm>
            <a:off x="12478402" y="3573465"/>
            <a:ext cx="986752" cy="188912"/>
            <a:chOff x="5893" y="2251"/>
            <a:chExt cx="466" cy="119"/>
          </a:xfrm>
        </p:grpSpPr>
        <p:sp>
          <p:nvSpPr>
            <p:cNvPr id="28769" name="Rectangle 97"/>
            <p:cNvSpPr>
              <a:spLocks noChangeArrowheads="1"/>
            </p:cNvSpPr>
            <p:nvPr userDrawn="1"/>
          </p:nvSpPr>
          <p:spPr bwMode="auto">
            <a:xfrm flipV="1">
              <a:off x="6126" y="2251"/>
              <a:ext cx="116" cy="119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70" name="Rectangle 98"/>
            <p:cNvSpPr>
              <a:spLocks noChangeArrowheads="1"/>
            </p:cNvSpPr>
            <p:nvPr userDrawn="1"/>
          </p:nvSpPr>
          <p:spPr bwMode="auto">
            <a:xfrm flipV="1">
              <a:off x="6242" y="2251"/>
              <a:ext cx="117" cy="119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71" name="Rectangle 99"/>
            <p:cNvSpPr>
              <a:spLocks noChangeArrowheads="1"/>
            </p:cNvSpPr>
            <p:nvPr userDrawn="1"/>
          </p:nvSpPr>
          <p:spPr bwMode="auto">
            <a:xfrm flipV="1">
              <a:off x="5893" y="2251"/>
              <a:ext cx="117" cy="119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72" name="Rectangle 100"/>
            <p:cNvSpPr>
              <a:spLocks noChangeArrowheads="1"/>
            </p:cNvSpPr>
            <p:nvPr userDrawn="1"/>
          </p:nvSpPr>
          <p:spPr bwMode="auto">
            <a:xfrm flipV="1">
              <a:off x="6010" y="2251"/>
              <a:ext cx="116" cy="119"/>
            </a:xfrm>
            <a:prstGeom prst="rect">
              <a:avLst/>
            </a:prstGeom>
            <a:solidFill>
              <a:srgbClr val="66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</p:grpSp>
      <p:grpSp>
        <p:nvGrpSpPr>
          <p:cNvPr id="6" name="Group 101"/>
          <p:cNvGrpSpPr>
            <a:grpSpLocks/>
          </p:cNvGrpSpPr>
          <p:nvPr/>
        </p:nvGrpSpPr>
        <p:grpSpPr bwMode="auto">
          <a:xfrm>
            <a:off x="12478402" y="4581531"/>
            <a:ext cx="986752" cy="182563"/>
            <a:chOff x="5893" y="2886"/>
            <a:chExt cx="466" cy="115"/>
          </a:xfrm>
        </p:grpSpPr>
        <p:sp>
          <p:nvSpPr>
            <p:cNvPr id="28774" name="Rectangle 102"/>
            <p:cNvSpPr>
              <a:spLocks noChangeArrowheads="1"/>
            </p:cNvSpPr>
            <p:nvPr userDrawn="1"/>
          </p:nvSpPr>
          <p:spPr bwMode="auto">
            <a:xfrm flipV="1">
              <a:off x="6010" y="2886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75" name="Rectangle 103"/>
            <p:cNvSpPr>
              <a:spLocks noChangeArrowheads="1"/>
            </p:cNvSpPr>
            <p:nvPr userDrawn="1"/>
          </p:nvSpPr>
          <p:spPr bwMode="auto">
            <a:xfrm flipV="1">
              <a:off x="6126" y="2886"/>
              <a:ext cx="116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76" name="Rectangle 104"/>
            <p:cNvSpPr>
              <a:spLocks noChangeArrowheads="1"/>
            </p:cNvSpPr>
            <p:nvPr userDrawn="1"/>
          </p:nvSpPr>
          <p:spPr bwMode="auto">
            <a:xfrm flipV="1">
              <a:off x="6242" y="2886"/>
              <a:ext cx="117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77" name="Rectangle 105"/>
            <p:cNvSpPr>
              <a:spLocks noChangeArrowheads="1"/>
            </p:cNvSpPr>
            <p:nvPr userDrawn="1"/>
          </p:nvSpPr>
          <p:spPr bwMode="auto">
            <a:xfrm flipV="1">
              <a:off x="5893" y="2886"/>
              <a:ext cx="117" cy="115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</p:grpSp>
      <p:grpSp>
        <p:nvGrpSpPr>
          <p:cNvPr id="7" name="Group 106"/>
          <p:cNvGrpSpPr>
            <a:grpSpLocks/>
          </p:cNvGrpSpPr>
          <p:nvPr/>
        </p:nvGrpSpPr>
        <p:grpSpPr bwMode="auto">
          <a:xfrm>
            <a:off x="12478402" y="4797435"/>
            <a:ext cx="986752" cy="182563"/>
            <a:chOff x="5893" y="3022"/>
            <a:chExt cx="466" cy="115"/>
          </a:xfrm>
        </p:grpSpPr>
        <p:sp>
          <p:nvSpPr>
            <p:cNvPr id="28779" name="Rectangle 107"/>
            <p:cNvSpPr>
              <a:spLocks noChangeArrowheads="1"/>
            </p:cNvSpPr>
            <p:nvPr userDrawn="1"/>
          </p:nvSpPr>
          <p:spPr bwMode="auto">
            <a:xfrm flipV="1">
              <a:off x="6010" y="3022"/>
              <a:ext cx="116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80" name="Rectangle 108"/>
            <p:cNvSpPr>
              <a:spLocks noChangeArrowheads="1"/>
            </p:cNvSpPr>
            <p:nvPr userDrawn="1"/>
          </p:nvSpPr>
          <p:spPr bwMode="auto">
            <a:xfrm flipV="1">
              <a:off x="6126" y="3022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81" name="Rectangle 109"/>
            <p:cNvSpPr>
              <a:spLocks noChangeArrowheads="1"/>
            </p:cNvSpPr>
            <p:nvPr userDrawn="1"/>
          </p:nvSpPr>
          <p:spPr bwMode="auto">
            <a:xfrm flipV="1">
              <a:off x="6242" y="3022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82" name="Rectangle 110"/>
            <p:cNvSpPr>
              <a:spLocks noChangeArrowheads="1"/>
            </p:cNvSpPr>
            <p:nvPr userDrawn="1"/>
          </p:nvSpPr>
          <p:spPr bwMode="auto">
            <a:xfrm flipV="1">
              <a:off x="5893" y="3022"/>
              <a:ext cx="117" cy="115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</p:grpSp>
      <p:grpSp>
        <p:nvGrpSpPr>
          <p:cNvPr id="8" name="Group 111"/>
          <p:cNvGrpSpPr>
            <a:grpSpLocks/>
          </p:cNvGrpSpPr>
          <p:nvPr/>
        </p:nvGrpSpPr>
        <p:grpSpPr bwMode="auto">
          <a:xfrm>
            <a:off x="12478402" y="5013334"/>
            <a:ext cx="986752" cy="182563"/>
            <a:chOff x="5893" y="3158"/>
            <a:chExt cx="466" cy="115"/>
          </a:xfrm>
        </p:grpSpPr>
        <p:sp>
          <p:nvSpPr>
            <p:cNvPr id="28784" name="Rectangle 112"/>
            <p:cNvSpPr>
              <a:spLocks noChangeArrowheads="1"/>
            </p:cNvSpPr>
            <p:nvPr userDrawn="1"/>
          </p:nvSpPr>
          <p:spPr bwMode="auto">
            <a:xfrm flipV="1">
              <a:off x="6010" y="3158"/>
              <a:ext cx="116" cy="115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85" name="Rectangle 113"/>
            <p:cNvSpPr>
              <a:spLocks noChangeArrowheads="1"/>
            </p:cNvSpPr>
            <p:nvPr userDrawn="1"/>
          </p:nvSpPr>
          <p:spPr bwMode="auto">
            <a:xfrm flipV="1">
              <a:off x="6126" y="3158"/>
              <a:ext cx="116" cy="1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86" name="Rectangle 114"/>
            <p:cNvSpPr>
              <a:spLocks noChangeArrowheads="1"/>
            </p:cNvSpPr>
            <p:nvPr userDrawn="1"/>
          </p:nvSpPr>
          <p:spPr bwMode="auto">
            <a:xfrm flipV="1">
              <a:off x="6242" y="3158"/>
              <a:ext cx="117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87" name="Rectangle 115"/>
            <p:cNvSpPr>
              <a:spLocks noChangeArrowheads="1"/>
            </p:cNvSpPr>
            <p:nvPr userDrawn="1"/>
          </p:nvSpPr>
          <p:spPr bwMode="auto">
            <a:xfrm flipV="1">
              <a:off x="5893" y="3158"/>
              <a:ext cx="117" cy="115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</p:grpSp>
      <p:grpSp>
        <p:nvGrpSpPr>
          <p:cNvPr id="9" name="Group 116"/>
          <p:cNvGrpSpPr>
            <a:grpSpLocks/>
          </p:cNvGrpSpPr>
          <p:nvPr/>
        </p:nvGrpSpPr>
        <p:grpSpPr bwMode="auto">
          <a:xfrm>
            <a:off x="12478402" y="5373700"/>
            <a:ext cx="986752" cy="182562"/>
            <a:chOff x="5893" y="3385"/>
            <a:chExt cx="466" cy="115"/>
          </a:xfrm>
        </p:grpSpPr>
        <p:sp>
          <p:nvSpPr>
            <p:cNvPr id="28789" name="Rectangle 117"/>
            <p:cNvSpPr>
              <a:spLocks noChangeArrowheads="1"/>
            </p:cNvSpPr>
            <p:nvPr userDrawn="1"/>
          </p:nvSpPr>
          <p:spPr bwMode="auto">
            <a:xfrm flipV="1">
              <a:off x="6010" y="3385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90" name="Rectangle 118"/>
            <p:cNvSpPr>
              <a:spLocks noChangeArrowheads="1"/>
            </p:cNvSpPr>
            <p:nvPr userDrawn="1"/>
          </p:nvSpPr>
          <p:spPr bwMode="auto">
            <a:xfrm flipV="1">
              <a:off x="6126" y="3385"/>
              <a:ext cx="116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91" name="Rectangle 119"/>
            <p:cNvSpPr>
              <a:spLocks noChangeArrowheads="1"/>
            </p:cNvSpPr>
            <p:nvPr userDrawn="1"/>
          </p:nvSpPr>
          <p:spPr bwMode="auto">
            <a:xfrm flipV="1">
              <a:off x="6242" y="3385"/>
              <a:ext cx="117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92" name="Rectangle 120"/>
            <p:cNvSpPr>
              <a:spLocks noChangeArrowheads="1"/>
            </p:cNvSpPr>
            <p:nvPr userDrawn="1"/>
          </p:nvSpPr>
          <p:spPr bwMode="auto">
            <a:xfrm flipV="1">
              <a:off x="5893" y="3385"/>
              <a:ext cx="117" cy="1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</p:grpSp>
      <p:grpSp>
        <p:nvGrpSpPr>
          <p:cNvPr id="10" name="Group 121"/>
          <p:cNvGrpSpPr>
            <a:grpSpLocks/>
          </p:cNvGrpSpPr>
          <p:nvPr/>
        </p:nvGrpSpPr>
        <p:grpSpPr bwMode="auto">
          <a:xfrm>
            <a:off x="12478402" y="5589596"/>
            <a:ext cx="986752" cy="182562"/>
            <a:chOff x="5893" y="3521"/>
            <a:chExt cx="466" cy="115"/>
          </a:xfrm>
        </p:grpSpPr>
        <p:sp>
          <p:nvSpPr>
            <p:cNvPr id="28794" name="Rectangle 122"/>
            <p:cNvSpPr>
              <a:spLocks noChangeArrowheads="1"/>
            </p:cNvSpPr>
            <p:nvPr userDrawn="1"/>
          </p:nvSpPr>
          <p:spPr bwMode="auto">
            <a:xfrm flipV="1">
              <a:off x="6010" y="3521"/>
              <a:ext cx="116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95" name="Rectangle 123"/>
            <p:cNvSpPr>
              <a:spLocks noChangeArrowheads="1"/>
            </p:cNvSpPr>
            <p:nvPr userDrawn="1"/>
          </p:nvSpPr>
          <p:spPr bwMode="auto">
            <a:xfrm flipV="1">
              <a:off x="6126" y="3521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96" name="Rectangle 124"/>
            <p:cNvSpPr>
              <a:spLocks noChangeArrowheads="1"/>
            </p:cNvSpPr>
            <p:nvPr userDrawn="1"/>
          </p:nvSpPr>
          <p:spPr bwMode="auto">
            <a:xfrm flipV="1">
              <a:off x="6242" y="3521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797" name="Rectangle 125"/>
            <p:cNvSpPr>
              <a:spLocks noChangeArrowheads="1"/>
            </p:cNvSpPr>
            <p:nvPr userDrawn="1"/>
          </p:nvSpPr>
          <p:spPr bwMode="auto">
            <a:xfrm flipV="1">
              <a:off x="5893" y="3521"/>
              <a:ext cx="117" cy="1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</p:grpSp>
      <p:grpSp>
        <p:nvGrpSpPr>
          <p:cNvPr id="11" name="Group 126"/>
          <p:cNvGrpSpPr>
            <a:grpSpLocks/>
          </p:cNvGrpSpPr>
          <p:nvPr/>
        </p:nvGrpSpPr>
        <p:grpSpPr bwMode="auto">
          <a:xfrm>
            <a:off x="12478402" y="5805497"/>
            <a:ext cx="986752" cy="182562"/>
            <a:chOff x="5893" y="3657"/>
            <a:chExt cx="466" cy="115"/>
          </a:xfrm>
        </p:grpSpPr>
        <p:sp>
          <p:nvSpPr>
            <p:cNvPr id="28799" name="Rectangle 127"/>
            <p:cNvSpPr>
              <a:spLocks noChangeArrowheads="1"/>
            </p:cNvSpPr>
            <p:nvPr userDrawn="1"/>
          </p:nvSpPr>
          <p:spPr bwMode="auto">
            <a:xfrm flipV="1">
              <a:off x="6010" y="3657"/>
              <a:ext cx="116" cy="115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800" name="Rectangle 128"/>
            <p:cNvSpPr>
              <a:spLocks noChangeArrowheads="1"/>
            </p:cNvSpPr>
            <p:nvPr userDrawn="1"/>
          </p:nvSpPr>
          <p:spPr bwMode="auto">
            <a:xfrm flipV="1">
              <a:off x="6126" y="3657"/>
              <a:ext cx="116" cy="1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801" name="Rectangle 129"/>
            <p:cNvSpPr>
              <a:spLocks noChangeArrowheads="1"/>
            </p:cNvSpPr>
            <p:nvPr userDrawn="1"/>
          </p:nvSpPr>
          <p:spPr bwMode="auto">
            <a:xfrm flipV="1">
              <a:off x="6242" y="3657"/>
              <a:ext cx="117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802" name="Rectangle 130"/>
            <p:cNvSpPr>
              <a:spLocks noChangeArrowheads="1"/>
            </p:cNvSpPr>
            <p:nvPr userDrawn="1"/>
          </p:nvSpPr>
          <p:spPr bwMode="auto">
            <a:xfrm flipV="1">
              <a:off x="5893" y="3657"/>
              <a:ext cx="117" cy="1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</p:grpSp>
      <p:grpSp>
        <p:nvGrpSpPr>
          <p:cNvPr id="12" name="Group 131"/>
          <p:cNvGrpSpPr>
            <a:grpSpLocks/>
          </p:cNvGrpSpPr>
          <p:nvPr/>
        </p:nvGrpSpPr>
        <p:grpSpPr bwMode="auto">
          <a:xfrm>
            <a:off x="12478402" y="6165858"/>
            <a:ext cx="986752" cy="182563"/>
            <a:chOff x="5893" y="3884"/>
            <a:chExt cx="466" cy="115"/>
          </a:xfrm>
        </p:grpSpPr>
        <p:sp>
          <p:nvSpPr>
            <p:cNvPr id="28804" name="Rectangle 132"/>
            <p:cNvSpPr>
              <a:spLocks noChangeArrowheads="1"/>
            </p:cNvSpPr>
            <p:nvPr userDrawn="1"/>
          </p:nvSpPr>
          <p:spPr bwMode="auto">
            <a:xfrm flipV="1">
              <a:off x="6010" y="3884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805" name="Rectangle 133"/>
            <p:cNvSpPr>
              <a:spLocks noChangeArrowheads="1"/>
            </p:cNvSpPr>
            <p:nvPr userDrawn="1"/>
          </p:nvSpPr>
          <p:spPr bwMode="auto">
            <a:xfrm flipV="1">
              <a:off x="6126" y="3884"/>
              <a:ext cx="116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806" name="Rectangle 134"/>
            <p:cNvSpPr>
              <a:spLocks noChangeArrowheads="1"/>
            </p:cNvSpPr>
            <p:nvPr userDrawn="1"/>
          </p:nvSpPr>
          <p:spPr bwMode="auto">
            <a:xfrm flipV="1">
              <a:off x="6242" y="3884"/>
              <a:ext cx="117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807" name="Rectangle 135"/>
            <p:cNvSpPr>
              <a:spLocks noChangeArrowheads="1"/>
            </p:cNvSpPr>
            <p:nvPr userDrawn="1"/>
          </p:nvSpPr>
          <p:spPr bwMode="auto">
            <a:xfrm flipV="1">
              <a:off x="5893" y="3884"/>
              <a:ext cx="117" cy="11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</p:grpSp>
      <p:grpSp>
        <p:nvGrpSpPr>
          <p:cNvPr id="13" name="Group 136"/>
          <p:cNvGrpSpPr>
            <a:grpSpLocks/>
          </p:cNvGrpSpPr>
          <p:nvPr/>
        </p:nvGrpSpPr>
        <p:grpSpPr bwMode="auto">
          <a:xfrm>
            <a:off x="12478402" y="6391283"/>
            <a:ext cx="986752" cy="182563"/>
            <a:chOff x="5893" y="4026"/>
            <a:chExt cx="466" cy="115"/>
          </a:xfrm>
        </p:grpSpPr>
        <p:sp>
          <p:nvSpPr>
            <p:cNvPr id="28809" name="Rectangle 137"/>
            <p:cNvSpPr>
              <a:spLocks noChangeArrowheads="1"/>
            </p:cNvSpPr>
            <p:nvPr userDrawn="1"/>
          </p:nvSpPr>
          <p:spPr bwMode="auto">
            <a:xfrm flipV="1">
              <a:off x="6010" y="4026"/>
              <a:ext cx="116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810" name="Rectangle 138"/>
            <p:cNvSpPr>
              <a:spLocks noChangeArrowheads="1"/>
            </p:cNvSpPr>
            <p:nvPr userDrawn="1"/>
          </p:nvSpPr>
          <p:spPr bwMode="auto">
            <a:xfrm flipV="1">
              <a:off x="6126" y="4026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811" name="Rectangle 139"/>
            <p:cNvSpPr>
              <a:spLocks noChangeArrowheads="1"/>
            </p:cNvSpPr>
            <p:nvPr userDrawn="1"/>
          </p:nvSpPr>
          <p:spPr bwMode="auto">
            <a:xfrm flipV="1">
              <a:off x="6242" y="4026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812" name="Rectangle 140"/>
            <p:cNvSpPr>
              <a:spLocks noChangeArrowheads="1"/>
            </p:cNvSpPr>
            <p:nvPr userDrawn="1"/>
          </p:nvSpPr>
          <p:spPr bwMode="auto">
            <a:xfrm flipV="1">
              <a:off x="5893" y="4026"/>
              <a:ext cx="117" cy="11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</p:grpSp>
      <p:grpSp>
        <p:nvGrpSpPr>
          <p:cNvPr id="14" name="Group 141"/>
          <p:cNvGrpSpPr>
            <a:grpSpLocks/>
          </p:cNvGrpSpPr>
          <p:nvPr/>
        </p:nvGrpSpPr>
        <p:grpSpPr bwMode="auto">
          <a:xfrm>
            <a:off x="12478402" y="6615123"/>
            <a:ext cx="986752" cy="182562"/>
            <a:chOff x="5893" y="4167"/>
            <a:chExt cx="466" cy="115"/>
          </a:xfrm>
        </p:grpSpPr>
        <p:sp>
          <p:nvSpPr>
            <p:cNvPr id="28814" name="Rectangle 142"/>
            <p:cNvSpPr>
              <a:spLocks noChangeArrowheads="1"/>
            </p:cNvSpPr>
            <p:nvPr userDrawn="1"/>
          </p:nvSpPr>
          <p:spPr bwMode="auto">
            <a:xfrm flipV="1">
              <a:off x="6010" y="4167"/>
              <a:ext cx="116" cy="115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815" name="Rectangle 143"/>
            <p:cNvSpPr>
              <a:spLocks noChangeArrowheads="1"/>
            </p:cNvSpPr>
            <p:nvPr userDrawn="1"/>
          </p:nvSpPr>
          <p:spPr bwMode="auto">
            <a:xfrm flipV="1">
              <a:off x="6126" y="4167"/>
              <a:ext cx="116" cy="11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816" name="Rectangle 144"/>
            <p:cNvSpPr>
              <a:spLocks noChangeArrowheads="1"/>
            </p:cNvSpPr>
            <p:nvPr userDrawn="1"/>
          </p:nvSpPr>
          <p:spPr bwMode="auto">
            <a:xfrm flipV="1">
              <a:off x="6242" y="4167"/>
              <a:ext cx="117" cy="11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  <p:sp>
          <p:nvSpPr>
            <p:cNvPr id="28817" name="Rectangle 145"/>
            <p:cNvSpPr>
              <a:spLocks noChangeArrowheads="1"/>
            </p:cNvSpPr>
            <p:nvPr userDrawn="1"/>
          </p:nvSpPr>
          <p:spPr bwMode="auto">
            <a:xfrm flipV="1">
              <a:off x="5893" y="4167"/>
              <a:ext cx="117" cy="11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75730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59" dirty="0">
                <a:solidFill>
                  <a:srgbClr val="FFFFFF"/>
                </a:solidFill>
                <a:ea typeface="MS PGothic" pitchFamily="34" charset="-128"/>
              </a:endParaRPr>
            </a:p>
          </p:txBody>
        </p:sp>
      </p:grpSp>
      <p:sp>
        <p:nvSpPr>
          <p:cNvPr id="28818" name="Line 146"/>
          <p:cNvSpPr>
            <a:spLocks noChangeShapeType="1"/>
          </p:cNvSpPr>
          <p:nvPr userDrawn="1"/>
        </p:nvSpPr>
        <p:spPr bwMode="auto">
          <a:xfrm flipV="1">
            <a:off x="334571" y="908051"/>
            <a:ext cx="11622923" cy="0"/>
          </a:xfrm>
          <a:prstGeom prst="line">
            <a:avLst/>
          </a:prstGeom>
          <a:noFill/>
          <a:ln w="38100">
            <a:solidFill>
              <a:srgbClr val="990000"/>
            </a:solidFill>
            <a:round/>
            <a:headEnd/>
            <a:tailEnd/>
          </a:ln>
          <a:effectLst/>
        </p:spPr>
        <p:txBody>
          <a:bodyPr lIns="94368" tIns="47184" rIns="94368" bIns="47184"/>
          <a:lstStyle/>
          <a:p>
            <a:pPr defTabSz="757306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159" dirty="0">
              <a:solidFill>
                <a:srgbClr val="FFFFFF"/>
              </a:solidFill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9918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  <p:sldLayoutId id="2147483904" r:id="rId12"/>
    <p:sldLayoutId id="2147483905" r:id="rId13"/>
    <p:sldLayoutId id="2147483906" r:id="rId14"/>
    <p:sldLayoutId id="2147483907" r:id="rId15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827344" rtl="0" eaLnBrk="0" fontAlgn="base" hangingPunct="0">
        <a:spcBef>
          <a:spcPct val="0"/>
        </a:spcBef>
        <a:spcAft>
          <a:spcPct val="0"/>
        </a:spcAft>
        <a:defRPr sz="3478">
          <a:solidFill>
            <a:srgbClr val="990000"/>
          </a:solidFill>
          <a:latin typeface="+mj-lt"/>
          <a:ea typeface="+mj-ea"/>
          <a:cs typeface="+mj-cs"/>
        </a:defRPr>
      </a:lvl1pPr>
      <a:lvl2pPr algn="l" defTabSz="827344" rtl="0" eaLnBrk="0" fontAlgn="base" hangingPunct="0">
        <a:spcBef>
          <a:spcPct val="0"/>
        </a:spcBef>
        <a:spcAft>
          <a:spcPct val="0"/>
        </a:spcAft>
        <a:defRPr sz="3478">
          <a:solidFill>
            <a:srgbClr val="990000"/>
          </a:solidFill>
          <a:latin typeface="FrutigerNext LT Medium" pitchFamily="34" charset="0"/>
          <a:ea typeface="黑体" pitchFamily="2" charset="-122"/>
        </a:defRPr>
      </a:lvl2pPr>
      <a:lvl3pPr algn="l" defTabSz="827344" rtl="0" eaLnBrk="0" fontAlgn="base" hangingPunct="0">
        <a:spcBef>
          <a:spcPct val="0"/>
        </a:spcBef>
        <a:spcAft>
          <a:spcPct val="0"/>
        </a:spcAft>
        <a:defRPr sz="3478">
          <a:solidFill>
            <a:srgbClr val="990000"/>
          </a:solidFill>
          <a:latin typeface="FrutigerNext LT Medium" pitchFamily="34" charset="0"/>
          <a:ea typeface="黑体" pitchFamily="2" charset="-122"/>
        </a:defRPr>
      </a:lvl3pPr>
      <a:lvl4pPr algn="l" defTabSz="827344" rtl="0" eaLnBrk="0" fontAlgn="base" hangingPunct="0">
        <a:spcBef>
          <a:spcPct val="0"/>
        </a:spcBef>
        <a:spcAft>
          <a:spcPct val="0"/>
        </a:spcAft>
        <a:defRPr sz="3478">
          <a:solidFill>
            <a:srgbClr val="990000"/>
          </a:solidFill>
          <a:latin typeface="FrutigerNext LT Medium" pitchFamily="34" charset="0"/>
          <a:ea typeface="黑体" pitchFamily="2" charset="-122"/>
        </a:defRPr>
      </a:lvl4pPr>
      <a:lvl5pPr algn="l" defTabSz="827344" rtl="0" eaLnBrk="0" fontAlgn="base" hangingPunct="0">
        <a:spcBef>
          <a:spcPct val="0"/>
        </a:spcBef>
        <a:spcAft>
          <a:spcPct val="0"/>
        </a:spcAft>
        <a:defRPr sz="3478">
          <a:solidFill>
            <a:srgbClr val="990000"/>
          </a:solidFill>
          <a:latin typeface="FrutigerNext LT Medium" pitchFamily="34" charset="0"/>
          <a:ea typeface="黑体" pitchFamily="2" charset="-122"/>
        </a:defRPr>
      </a:lvl5pPr>
      <a:lvl6pPr marL="471832" algn="l" defTabSz="827344" rtl="0" fontAlgn="base">
        <a:spcBef>
          <a:spcPct val="0"/>
        </a:spcBef>
        <a:spcAft>
          <a:spcPct val="0"/>
        </a:spcAft>
        <a:defRPr sz="3478">
          <a:solidFill>
            <a:srgbClr val="990000"/>
          </a:solidFill>
          <a:latin typeface="FrutigerNext LT Medium" pitchFamily="34" charset="0"/>
          <a:ea typeface="黑体" pitchFamily="2" charset="-122"/>
        </a:defRPr>
      </a:lvl6pPr>
      <a:lvl7pPr marL="943662" algn="l" defTabSz="827344" rtl="0" fontAlgn="base">
        <a:spcBef>
          <a:spcPct val="0"/>
        </a:spcBef>
        <a:spcAft>
          <a:spcPct val="0"/>
        </a:spcAft>
        <a:defRPr sz="3478">
          <a:solidFill>
            <a:srgbClr val="990000"/>
          </a:solidFill>
          <a:latin typeface="FrutigerNext LT Medium" pitchFamily="34" charset="0"/>
          <a:ea typeface="黑体" pitchFamily="2" charset="-122"/>
        </a:defRPr>
      </a:lvl7pPr>
      <a:lvl8pPr marL="1415491" algn="l" defTabSz="827344" rtl="0" fontAlgn="base">
        <a:spcBef>
          <a:spcPct val="0"/>
        </a:spcBef>
        <a:spcAft>
          <a:spcPct val="0"/>
        </a:spcAft>
        <a:defRPr sz="3478">
          <a:solidFill>
            <a:srgbClr val="990000"/>
          </a:solidFill>
          <a:latin typeface="FrutigerNext LT Medium" pitchFamily="34" charset="0"/>
          <a:ea typeface="黑体" pitchFamily="2" charset="-122"/>
        </a:defRPr>
      </a:lvl8pPr>
      <a:lvl9pPr marL="1887323" algn="l" defTabSz="827344" rtl="0" fontAlgn="base">
        <a:spcBef>
          <a:spcPct val="0"/>
        </a:spcBef>
        <a:spcAft>
          <a:spcPct val="0"/>
        </a:spcAft>
        <a:defRPr sz="3478">
          <a:solidFill>
            <a:srgbClr val="990000"/>
          </a:solidFill>
          <a:latin typeface="FrutigerNext LT Medium" pitchFamily="34" charset="0"/>
          <a:ea typeface="黑体" pitchFamily="2" charset="-122"/>
        </a:defRPr>
      </a:lvl9pPr>
    </p:titleStyle>
    <p:bodyStyle>
      <a:lvl1pPr marL="309638" indent="-309638" algn="l" defTabSz="827344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chemeClr val="bg2"/>
        </a:buClr>
        <a:buSzPct val="60000"/>
        <a:buFont typeface="Wingdings" pitchFamily="2" charset="2"/>
        <a:buChar char="l"/>
        <a:defRPr sz="1988" b="1">
          <a:solidFill>
            <a:schemeClr val="tx1"/>
          </a:solidFill>
          <a:latin typeface="+mn-lt"/>
          <a:ea typeface="+mn-ea"/>
          <a:cs typeface="+mn-cs"/>
        </a:defRPr>
      </a:lvl1pPr>
      <a:lvl2pPr marL="673342" indent="-258852" algn="l" defTabSz="827344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</a:defRPr>
      </a:lvl2pPr>
      <a:lvl3pPr marL="1035405" indent="-208065" algn="l" defTabSz="827344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56">
          <a:solidFill>
            <a:schemeClr val="tx1"/>
          </a:solidFill>
          <a:latin typeface="FrutigerNext LT Light" pitchFamily="34" charset="0"/>
          <a:ea typeface="+mn-ea"/>
        </a:defRPr>
      </a:lvl3pPr>
      <a:lvl4pPr marL="1446620" indent="-206425" algn="l" defTabSz="827344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8">
          <a:solidFill>
            <a:schemeClr val="tx1"/>
          </a:solidFill>
          <a:latin typeface="+mj-lt"/>
          <a:ea typeface="+mn-ea"/>
        </a:defRPr>
      </a:lvl4pPr>
      <a:lvl5pPr marL="1861110" indent="-208065" algn="l" defTabSz="827344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159">
          <a:solidFill>
            <a:schemeClr val="tx1"/>
          </a:solidFill>
          <a:latin typeface="+mj-lt"/>
          <a:ea typeface="+mn-ea"/>
        </a:defRPr>
      </a:lvl5pPr>
      <a:lvl6pPr marL="2332941" indent="-208065" algn="l" defTabSz="827344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159">
          <a:solidFill>
            <a:schemeClr val="tx1"/>
          </a:solidFill>
          <a:latin typeface="+mj-lt"/>
          <a:ea typeface="+mn-ea"/>
        </a:defRPr>
      </a:lvl6pPr>
      <a:lvl7pPr marL="2804770" indent="-208065" algn="l" defTabSz="827344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159">
          <a:solidFill>
            <a:schemeClr val="tx1"/>
          </a:solidFill>
          <a:latin typeface="+mj-lt"/>
          <a:ea typeface="+mn-ea"/>
        </a:defRPr>
      </a:lvl7pPr>
      <a:lvl8pPr marL="3276600" indent="-208065" algn="l" defTabSz="827344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159">
          <a:solidFill>
            <a:schemeClr val="tx1"/>
          </a:solidFill>
          <a:latin typeface="+mj-lt"/>
          <a:ea typeface="+mn-ea"/>
        </a:defRPr>
      </a:lvl8pPr>
      <a:lvl9pPr marL="3748432" indent="-208065" algn="l" defTabSz="827344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159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zh-CN"/>
      </a:defPPr>
      <a:lvl1pPr marL="0" algn="l" defTabSz="943662" rtl="0" eaLnBrk="1" latinLnBrk="0" hangingPunct="1">
        <a:defRPr sz="1822" kern="1200">
          <a:solidFill>
            <a:schemeClr val="tx1"/>
          </a:solidFill>
          <a:latin typeface="+mn-lt"/>
          <a:ea typeface="+mn-ea"/>
          <a:cs typeface="+mn-cs"/>
        </a:defRPr>
      </a:lvl1pPr>
      <a:lvl2pPr marL="471832" algn="l" defTabSz="943662" rtl="0" eaLnBrk="1" latinLnBrk="0" hangingPunct="1">
        <a:defRPr sz="1822" kern="1200">
          <a:solidFill>
            <a:schemeClr val="tx1"/>
          </a:solidFill>
          <a:latin typeface="+mn-lt"/>
          <a:ea typeface="+mn-ea"/>
          <a:cs typeface="+mn-cs"/>
        </a:defRPr>
      </a:lvl2pPr>
      <a:lvl3pPr marL="943662" algn="l" defTabSz="943662" rtl="0" eaLnBrk="1" latinLnBrk="0" hangingPunct="1">
        <a:defRPr sz="1822" kern="1200">
          <a:solidFill>
            <a:schemeClr val="tx1"/>
          </a:solidFill>
          <a:latin typeface="+mn-lt"/>
          <a:ea typeface="+mn-ea"/>
          <a:cs typeface="+mn-cs"/>
        </a:defRPr>
      </a:lvl3pPr>
      <a:lvl4pPr marL="1415491" algn="l" defTabSz="943662" rtl="0" eaLnBrk="1" latinLnBrk="0" hangingPunct="1">
        <a:defRPr sz="1822" kern="1200">
          <a:solidFill>
            <a:schemeClr val="tx1"/>
          </a:solidFill>
          <a:latin typeface="+mn-lt"/>
          <a:ea typeface="+mn-ea"/>
          <a:cs typeface="+mn-cs"/>
        </a:defRPr>
      </a:lvl4pPr>
      <a:lvl5pPr marL="1887323" algn="l" defTabSz="943662" rtl="0" eaLnBrk="1" latinLnBrk="0" hangingPunct="1">
        <a:defRPr sz="1822" kern="1200">
          <a:solidFill>
            <a:schemeClr val="tx1"/>
          </a:solidFill>
          <a:latin typeface="+mn-lt"/>
          <a:ea typeface="+mn-ea"/>
          <a:cs typeface="+mn-cs"/>
        </a:defRPr>
      </a:lvl5pPr>
      <a:lvl6pPr marL="2359153" algn="l" defTabSz="943662" rtl="0" eaLnBrk="1" latinLnBrk="0" hangingPunct="1">
        <a:defRPr sz="1822" kern="1200">
          <a:solidFill>
            <a:schemeClr val="tx1"/>
          </a:solidFill>
          <a:latin typeface="+mn-lt"/>
          <a:ea typeface="+mn-ea"/>
          <a:cs typeface="+mn-cs"/>
        </a:defRPr>
      </a:lvl6pPr>
      <a:lvl7pPr marL="2830983" algn="l" defTabSz="943662" rtl="0" eaLnBrk="1" latinLnBrk="0" hangingPunct="1">
        <a:defRPr sz="1822" kern="1200">
          <a:solidFill>
            <a:schemeClr val="tx1"/>
          </a:solidFill>
          <a:latin typeface="+mn-lt"/>
          <a:ea typeface="+mn-ea"/>
          <a:cs typeface="+mn-cs"/>
        </a:defRPr>
      </a:lvl7pPr>
      <a:lvl8pPr marL="3302815" algn="l" defTabSz="943662" rtl="0" eaLnBrk="1" latinLnBrk="0" hangingPunct="1">
        <a:defRPr sz="1822" kern="1200">
          <a:solidFill>
            <a:schemeClr val="tx1"/>
          </a:solidFill>
          <a:latin typeface="+mn-lt"/>
          <a:ea typeface="+mn-ea"/>
          <a:cs typeface="+mn-cs"/>
        </a:defRPr>
      </a:lvl8pPr>
      <a:lvl9pPr marL="3774647" algn="l" defTabSz="943662" rtl="0" eaLnBrk="1" latinLnBrk="0" hangingPunct="1">
        <a:defRPr sz="18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849"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/>
                <a:r>
                  <a:rPr kumimoji="1" lang="en-US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/>
                <a:r>
                  <a:rPr kumimoji="1" lang="en-US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000" dirty="0" smtClean="0">
                    <a:solidFill>
                      <a:srgbClr val="1D1D1A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137/137/137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35/24/21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 smtClean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 smtClean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 smtClean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 smtClean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386"/>
      </p:ext>
    </p:extLst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ust-lang.org/" TargetMode="External"/><Relationship Id="rId7" Type="http://schemas.openxmlformats.org/officeDocument/2006/relationships/hyperlink" Target="https://go.dev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仓颉独立域名官方网站评审</a:t>
            </a:r>
            <a:endParaRPr lang="zh-CN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xmlns:lc="http://schemas.openxmlformats.org/drawingml/2006/lockedCanvas" id="{AF19B9EA-773D-FD4C-8380-847E27C61BE5}"/>
              </a:ext>
            </a:extLst>
          </p:cNvPr>
          <p:cNvSpPr txBox="1">
            <a:spLocks/>
          </p:cNvSpPr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11748318" cy="66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背景和诉求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="" xmlns:a16="http://schemas.microsoft.com/office/drawing/2014/main" id="{1D7B0514-4060-0E4B-809B-B1B2E3258AB4}"/>
              </a:ext>
            </a:extLst>
          </p:cNvPr>
          <p:cNvSpPr txBox="1">
            <a:spLocks/>
          </p:cNvSpPr>
          <p:nvPr/>
        </p:nvSpPr>
        <p:spPr>
          <a:xfrm>
            <a:off x="571502" y="1200151"/>
            <a:ext cx="10963274" cy="914400"/>
          </a:xfrm>
          <a:prstGeom prst="rect">
            <a:avLst/>
          </a:prstGeom>
        </p:spPr>
        <p:txBody>
          <a:bodyPr lIns="0" tIns="0" rIns="0" bIns="0"/>
          <a:lstStyle>
            <a:lvl1pPr marL="12373" indent="0" algn="l" defTabSz="1187798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20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850" indent="-171159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20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850" indent="-171159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20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850" indent="-171159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20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373" marR="0" lvl="0" indent="0" algn="l" defTabSz="118779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8420" algn="ctr"/>
              </a:tabLst>
              <a:defRPr/>
            </a:pPr>
            <a:r>
              <a: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为什么需要官网？</a:t>
            </a:r>
            <a:endParaRPr kumimoji="0" lang="en-US" altLang="zh-CN" sz="1200" b="1" i="0" u="none" strike="noStrike" kern="1200" cap="none" spc="0" normalizeH="0" baseline="0" noProof="0" dirty="0" smtClean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12373" marR="0" lvl="0" indent="0" algn="l" defTabSz="118779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8420" algn="ctr"/>
              </a:tabLst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网站是产品和用户的“桥梁”，是对外展示的重要窗口，业界广泛使用的语言均有自己的官网。</a:t>
            </a:r>
            <a:endParaRPr kumimoji="0" lang="en-US" altLang="zh-CN" sz="1200" b="0" i="0" u="none" strike="noStrike" kern="1200" cap="none" spc="0" normalizeH="0" baseline="0" noProof="0" dirty="0" smtClean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12373" marR="0" lvl="0" indent="0" algn="l" defTabSz="118779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8420" algn="ctr"/>
              </a:tabLst>
              <a:defRPr/>
            </a:pPr>
            <a:r>
              <a: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</a:rPr>
              <a:t>构建仓颉官网，可以让开发者更好地了解、体验、使用仓颉，提升用户满意度，构建仓颉品牌影响力，</a:t>
            </a:r>
            <a:r>
              <a:rPr lang="zh-CN" altLang="en-US" sz="1200" b="1" dirty="0" smtClean="0">
                <a:solidFill>
                  <a:srgbClr val="1D1D1A"/>
                </a:solidFill>
              </a:rPr>
              <a:t>从而助力繁荣仓颉语言生态和商业成功。</a:t>
            </a:r>
            <a:endParaRPr kumimoji="0" lang="en-US" altLang="zh-CN" sz="1200" b="1" i="0" u="none" strike="noStrike" kern="1200" cap="none" spc="0" normalizeH="0" baseline="0" noProof="0" dirty="0" smtClean="0">
              <a:ln>
                <a:noFill/>
              </a:ln>
              <a:solidFill>
                <a:srgbClr val="1D1D1A"/>
              </a:solidFill>
              <a:effectLst/>
              <a:uLnTx/>
              <a:uFillTx/>
            </a:endParaRPr>
          </a:p>
          <a:p>
            <a:pPr marL="12373" marR="0" lvl="0" indent="0" algn="l" defTabSz="118779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8420" algn="ctr"/>
              </a:tabLst>
              <a:defRPr/>
            </a:pPr>
            <a:endParaRPr kumimoji="0" lang="en-US" altLang="zh-CN" sz="1200" b="0" i="0" u="none" strike="noStrike" kern="1200" cap="none" spc="0" normalizeH="0" baseline="0" noProof="0" dirty="0" smtClean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marL="12373" marR="0" lvl="0" indent="0" algn="l" defTabSz="118779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8420" algn="ctr"/>
              </a:tabLst>
              <a:defRPr/>
            </a:pPr>
            <a:endParaRPr lang="en-US" altLang="zh-CN" sz="1200" dirty="0">
              <a:solidFill>
                <a:srgbClr val="1D1D1A"/>
              </a:solidFill>
            </a:endParaRPr>
          </a:p>
        </p:txBody>
      </p:sp>
      <p:sp>
        <p:nvSpPr>
          <p:cNvPr id="2" name="圆角矩形 1"/>
          <p:cNvSpPr/>
          <p:nvPr/>
        </p:nvSpPr>
        <p:spPr bwMode="auto">
          <a:xfrm>
            <a:off x="571502" y="2237334"/>
            <a:ext cx="2019300" cy="382041"/>
          </a:xfrm>
          <a:prstGeom prst="roundRect">
            <a:avLst/>
          </a:prstGeom>
          <a:solidFill>
            <a:srgbClr val="7197D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9600" rIns="36000" bIns="396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801688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kern="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商业</a:t>
            </a:r>
            <a:r>
              <a:rPr lang="en-US" altLang="zh-CN" sz="1500" b="1" kern="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500" b="1" kern="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</a:t>
            </a:r>
          </a:p>
        </p:txBody>
      </p:sp>
      <p:sp>
        <p:nvSpPr>
          <p:cNvPr id="36" name="圆角矩形 35"/>
          <p:cNvSpPr/>
          <p:nvPr/>
        </p:nvSpPr>
        <p:spPr bwMode="auto">
          <a:xfrm>
            <a:off x="3167376" y="2237334"/>
            <a:ext cx="2019300" cy="382041"/>
          </a:xfrm>
          <a:prstGeom prst="roundRect">
            <a:avLst/>
          </a:prstGeom>
          <a:solidFill>
            <a:srgbClr val="7197D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9600" rIns="36000" bIns="396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801688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500" b="1" kern="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开发者生态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676527" y="2262218"/>
            <a:ext cx="37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＋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="" xmlns:a16="http://schemas.microsoft.com/office/drawing/2014/main" id="{1D7B0514-4060-0E4B-809B-B1B2E3258AB4}"/>
              </a:ext>
            </a:extLst>
          </p:cNvPr>
          <p:cNvSpPr txBox="1">
            <a:spLocks/>
          </p:cNvSpPr>
          <p:nvPr/>
        </p:nvSpPr>
        <p:spPr>
          <a:xfrm>
            <a:off x="571502" y="3028082"/>
            <a:ext cx="10963274" cy="1039094"/>
          </a:xfrm>
          <a:prstGeom prst="rect">
            <a:avLst/>
          </a:prstGeom>
        </p:spPr>
        <p:txBody>
          <a:bodyPr lIns="0" tIns="0" rIns="0" bIns="0"/>
          <a:lstStyle>
            <a:lvl1pPr marL="12373" indent="0" algn="l" defTabSz="1187798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20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5850" indent="-171159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20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25850" indent="-171159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20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850" indent="-171159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20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373" marR="0" lvl="0" indent="0" algn="l" defTabSz="118779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8420" algn="ctr"/>
              </a:tabLst>
              <a:defRPr/>
            </a:pPr>
            <a:r>
              <a:rPr lang="zh-CN" altLang="en-US" sz="1200" b="1" dirty="0" smtClean="0">
                <a:solidFill>
                  <a:srgbClr val="1D1D1A"/>
                </a:solidFill>
              </a:rPr>
              <a:t>诉求：</a:t>
            </a:r>
            <a:endParaRPr lang="en-US" altLang="zh-CN" sz="1200" b="1" dirty="0" smtClean="0">
              <a:solidFill>
                <a:srgbClr val="1D1D1A"/>
              </a:solidFill>
            </a:endParaRPr>
          </a:p>
          <a:p>
            <a:pPr marL="12373" marR="0" lvl="0" indent="0" algn="l" defTabSz="118779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8420" algn="ctr"/>
              </a:tabLst>
              <a:defRPr/>
            </a:pPr>
            <a:r>
              <a:rPr lang="zh-CN" altLang="en-US" sz="1200" dirty="0" smtClean="0">
                <a:solidFill>
                  <a:srgbClr val="1D1D1A"/>
                </a:solidFill>
              </a:rPr>
              <a:t>希望</a:t>
            </a:r>
            <a:r>
              <a:rPr lang="en-US" altLang="zh-CN" sz="1200" b="1" dirty="0" smtClean="0">
                <a:solidFill>
                  <a:srgbClr val="1D1D1A"/>
                </a:solidFill>
              </a:rPr>
              <a:t>9</a:t>
            </a:r>
            <a:r>
              <a:rPr lang="zh-CN" altLang="en-US" sz="1200" b="1" dirty="0" smtClean="0">
                <a:solidFill>
                  <a:srgbClr val="1D1D1A"/>
                </a:solidFill>
              </a:rPr>
              <a:t>月</a:t>
            </a:r>
            <a:r>
              <a:rPr lang="en-US" altLang="zh-CN" sz="1200" b="1" dirty="0" smtClean="0">
                <a:solidFill>
                  <a:srgbClr val="1D1D1A"/>
                </a:solidFill>
              </a:rPr>
              <a:t>30</a:t>
            </a:r>
            <a:r>
              <a:rPr lang="zh-CN" altLang="en-US" sz="1200" b="1" dirty="0" smtClean="0">
                <a:solidFill>
                  <a:srgbClr val="1D1D1A"/>
                </a:solidFill>
              </a:rPr>
              <a:t>日</a:t>
            </a:r>
            <a:r>
              <a:rPr lang="zh-CN" altLang="en-US" sz="1200" dirty="0" smtClean="0">
                <a:solidFill>
                  <a:srgbClr val="1D1D1A"/>
                </a:solidFill>
              </a:rPr>
              <a:t>同步</a:t>
            </a:r>
            <a:r>
              <a:rPr lang="zh-CN" altLang="en-US" sz="1200" b="1" dirty="0" smtClean="0">
                <a:solidFill>
                  <a:srgbClr val="1D1D1A"/>
                </a:solidFill>
              </a:rPr>
              <a:t>开放仓颉独立域名官网</a:t>
            </a:r>
            <a:r>
              <a:rPr lang="zh-CN" altLang="en-US" sz="1200" dirty="0" smtClean="0">
                <a:solidFill>
                  <a:srgbClr val="1D1D1A"/>
                </a:solidFill>
              </a:rPr>
              <a:t>。因此，涉及网站端到端事宜（网站需求规划、设计、开发、测试、送检、运维等全流程）。</a:t>
            </a:r>
            <a:endParaRPr kumimoji="0" lang="en-US" altLang="zh-CN" sz="1200" b="0" i="0" u="none" strike="noStrike" kern="1200" cap="none" spc="0" normalizeH="0" baseline="0" noProof="0" dirty="0" smtClean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571502" y="3819525"/>
            <a:ext cx="3124200" cy="2125899"/>
            <a:chOff x="729175" y="1460885"/>
            <a:chExt cx="3861875" cy="2125899"/>
          </a:xfrm>
        </p:grpSpPr>
        <p:sp>
          <p:nvSpPr>
            <p:cNvPr id="39" name="文本框 38"/>
            <p:cNvSpPr txBox="1"/>
            <p:nvPr/>
          </p:nvSpPr>
          <p:spPr>
            <a:xfrm>
              <a:off x="729175" y="1750384"/>
              <a:ext cx="3852000" cy="1836400"/>
            </a:xfrm>
            <a:prstGeom prst="rect">
              <a:avLst/>
            </a:prstGeom>
            <a:noFill/>
            <a:ln>
              <a:solidFill>
                <a:srgbClr val="3759B0"/>
              </a:solidFill>
            </a:ln>
          </p:spPr>
          <p:txBody>
            <a:bodyPr wrap="square" rtlCol="0" anchor="ctr">
              <a:spAutoFit/>
            </a:bodyPr>
            <a:lstStyle/>
            <a:p>
              <a:pPr marL="171450" marR="0" lvl="0" indent="-171450" defTabSz="914400" eaLnBrk="1" fontAlgn="auto" latinLnBrk="0" hangingPunct="1">
                <a:lnSpc>
                  <a:spcPts val="34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域名申请</a:t>
              </a:r>
              <a:endParaRPr kumimoji="0" lang="en-US" altLang="zh-CN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marL="171450" marR="0" lvl="0" indent="-171450" defTabSz="914400" eaLnBrk="1" fontAlgn="auto" latinLnBrk="0" hangingPunct="1">
                <a:lnSpc>
                  <a:spcPts val="34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网站备案</a:t>
              </a:r>
              <a:endParaRPr kumimoji="0" lang="en-US" altLang="zh-CN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marL="171450" marR="0" lvl="0" indent="-171450" defTabSz="914400" eaLnBrk="1" fontAlgn="auto" latinLnBrk="0" hangingPunct="1">
                <a:lnSpc>
                  <a:spcPts val="34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SSL </a:t>
              </a: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证书（</a:t>
              </a:r>
              <a:r>
                <a:rPr kumimoji="0" lang="en-US" altLang="zh-CN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https </a:t>
              </a: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访问模式）</a:t>
              </a:r>
              <a:endParaRPr kumimoji="0" lang="en-US" altLang="zh-CN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marL="171450" marR="0" lvl="0" indent="-171450" defTabSz="914400" eaLnBrk="1" fontAlgn="auto" latinLnBrk="0" hangingPunct="1">
                <a:lnSpc>
                  <a:spcPts val="34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基础设施：部署资源 </a:t>
              </a:r>
              <a:r>
                <a:rPr kumimoji="0" lang="en-US" altLang="zh-CN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/ </a:t>
              </a: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安全服务 </a:t>
              </a:r>
              <a:r>
                <a:rPr kumimoji="0" lang="en-US" altLang="zh-CN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/ </a:t>
              </a: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流量等</a:t>
              </a:r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729175" y="1460885"/>
              <a:ext cx="3861875" cy="339340"/>
            </a:xfrm>
            <a:prstGeom prst="roundRect">
              <a:avLst/>
            </a:prstGeom>
            <a:solidFill>
              <a:srgbClr val="7197D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前期准备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7843327" y="3819525"/>
            <a:ext cx="3124200" cy="2125899"/>
            <a:chOff x="729175" y="1460885"/>
            <a:chExt cx="3861875" cy="2125899"/>
          </a:xfrm>
        </p:grpSpPr>
        <p:sp>
          <p:nvSpPr>
            <p:cNvPr id="42" name="文本框 41"/>
            <p:cNvSpPr txBox="1"/>
            <p:nvPr/>
          </p:nvSpPr>
          <p:spPr>
            <a:xfrm>
              <a:off x="729175" y="1750384"/>
              <a:ext cx="3852000" cy="1836400"/>
            </a:xfrm>
            <a:prstGeom prst="rect">
              <a:avLst/>
            </a:prstGeom>
            <a:noFill/>
            <a:ln>
              <a:solidFill>
                <a:srgbClr val="7197DD"/>
              </a:solidFill>
            </a:ln>
          </p:spPr>
          <p:txBody>
            <a:bodyPr wrap="square" rtlCol="0" anchor="ctr">
              <a:spAutoFit/>
            </a:bodyPr>
            <a:lstStyle/>
            <a:p>
              <a:pPr marL="171450" marR="0" lvl="0" indent="-171450" defTabSz="914400" eaLnBrk="1" fontAlgn="auto" latinLnBrk="0" hangingPunct="1">
                <a:lnSpc>
                  <a:spcPts val="34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明确运营数据并进行运营平台开发</a:t>
              </a:r>
              <a:endParaRPr kumimoji="0" lang="en-US" altLang="zh-CN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marL="171450" marR="0" lvl="0" indent="-171450" defTabSz="914400" eaLnBrk="1" fontAlgn="auto" latinLnBrk="0" hangingPunct="1">
                <a:lnSpc>
                  <a:spcPts val="34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搜索引擎优化</a:t>
              </a:r>
              <a:endParaRPr kumimoji="0" lang="en-US" altLang="zh-CN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marL="171450" marR="0" lvl="0" indent="-171450" defTabSz="914400" eaLnBrk="1" fontAlgn="auto" latinLnBrk="0" hangingPunct="1">
                <a:lnSpc>
                  <a:spcPts val="34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推广活动</a:t>
              </a:r>
              <a:endParaRPr kumimoji="0" lang="en-US" altLang="zh-CN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marL="171450" marR="0" lvl="0" indent="-171450" defTabSz="914400" eaLnBrk="1" fontAlgn="auto" latinLnBrk="0" hangingPunct="1">
                <a:lnSpc>
                  <a:spcPts val="34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根据运营情况不断优化网站</a:t>
              </a:r>
              <a:endParaRPr kumimoji="0" lang="en-US" altLang="zh-CN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3" name="圆角矩形 42"/>
            <p:cNvSpPr/>
            <p:nvPr/>
          </p:nvSpPr>
          <p:spPr>
            <a:xfrm>
              <a:off x="729175" y="1460885"/>
              <a:ext cx="3861875" cy="339340"/>
            </a:xfrm>
            <a:prstGeom prst="roundRect">
              <a:avLst/>
            </a:prstGeom>
            <a:solidFill>
              <a:srgbClr val="7197D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网站运营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4207414" y="3819525"/>
            <a:ext cx="3124200" cy="2125899"/>
            <a:chOff x="729175" y="1460885"/>
            <a:chExt cx="3861875" cy="2125899"/>
          </a:xfrm>
        </p:grpSpPr>
        <p:sp>
          <p:nvSpPr>
            <p:cNvPr id="45" name="文本框 44"/>
            <p:cNvSpPr txBox="1"/>
            <p:nvPr/>
          </p:nvSpPr>
          <p:spPr>
            <a:xfrm>
              <a:off x="729175" y="1750384"/>
              <a:ext cx="3852000" cy="1836400"/>
            </a:xfrm>
            <a:prstGeom prst="rect">
              <a:avLst/>
            </a:prstGeom>
            <a:noFill/>
            <a:ln>
              <a:solidFill>
                <a:srgbClr val="7197DD"/>
              </a:solidFill>
            </a:ln>
          </p:spPr>
          <p:txBody>
            <a:bodyPr wrap="square" rtlCol="0" anchor="ctr">
              <a:spAutoFit/>
            </a:bodyPr>
            <a:lstStyle/>
            <a:p>
              <a:pPr marL="171450" marR="0" lvl="0" indent="-171450" defTabSz="914400" eaLnBrk="1" fontAlgn="auto" latinLnBrk="0" hangingPunct="1">
                <a:lnSpc>
                  <a:spcPts val="34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确定网站架构、风格</a:t>
              </a:r>
              <a:endParaRPr kumimoji="0" lang="en-US" altLang="zh-CN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marL="171450" marR="0" lvl="0" indent="-171450" defTabSz="914400" eaLnBrk="1" fontAlgn="auto" latinLnBrk="0" hangingPunct="1">
                <a:lnSpc>
                  <a:spcPts val="34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收集需求</a:t>
              </a:r>
              <a:endParaRPr kumimoji="0" lang="en-US" altLang="zh-CN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marL="171450" marR="0" lvl="0" indent="-171450" defTabSz="914400" eaLnBrk="1" fontAlgn="auto" latinLnBrk="0" hangingPunct="1">
                <a:lnSpc>
                  <a:spcPts val="34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设计并开发网站（包括安全设计送检等）</a:t>
              </a:r>
              <a:endParaRPr kumimoji="0" lang="en-US" altLang="zh-CN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marL="171450" marR="0" lvl="0" indent="-171450" defTabSz="914400" eaLnBrk="1" fontAlgn="auto" latinLnBrk="0" hangingPunct="1">
                <a:lnSpc>
                  <a:spcPts val="34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部署上线、运维</a:t>
              </a:r>
            </a:p>
          </p:txBody>
        </p:sp>
        <p:sp>
          <p:nvSpPr>
            <p:cNvPr id="46" name="圆角矩形 45"/>
            <p:cNvSpPr/>
            <p:nvPr/>
          </p:nvSpPr>
          <p:spPr>
            <a:xfrm>
              <a:off x="729175" y="1460885"/>
              <a:ext cx="3861875" cy="339340"/>
            </a:xfrm>
            <a:prstGeom prst="roundRect">
              <a:avLst/>
            </a:prstGeom>
            <a:solidFill>
              <a:srgbClr val="7197D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rPr>
                <a:t>网站开发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440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11748318" cy="66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网站设计分析：看业界（友商分析）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487" y="1043459"/>
            <a:ext cx="2388523" cy="512848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6721" y="896157"/>
            <a:ext cx="3199430" cy="780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57306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994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选取社区：</a:t>
            </a:r>
            <a:endParaRPr lang="en-US" altLang="zh-CN" sz="994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57306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994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Rust</a:t>
            </a:r>
            <a:r>
              <a:rPr lang="zh-CN" altLang="en-US" sz="994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994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57306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994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hlinkClick r:id="rId3"/>
              </a:rPr>
              <a:t>https://www.rust-lang.org</a:t>
            </a:r>
            <a:r>
              <a:rPr lang="en-US" altLang="zh-CN" sz="994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hlinkClick r:id="rId3"/>
              </a:rPr>
              <a:t>/</a:t>
            </a:r>
            <a:endParaRPr lang="en-US" altLang="zh-CN" sz="994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378500" y="1115843"/>
            <a:ext cx="2564457" cy="551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57306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994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整体结构：</a:t>
            </a:r>
            <a:endParaRPr lang="en-US" altLang="zh-CN" sz="994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57306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994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社区的典型结构：导航 </a:t>
            </a:r>
            <a:r>
              <a:rPr lang="en-US" altLang="zh-CN" sz="994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+ </a:t>
            </a:r>
            <a:r>
              <a:rPr lang="zh-CN" altLang="en-US" sz="994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板块 </a:t>
            </a:r>
            <a:r>
              <a:rPr lang="en-US" altLang="zh-CN" sz="994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+ </a:t>
            </a:r>
            <a:r>
              <a:rPr lang="zh-CN" altLang="en-US" sz="994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底部</a:t>
            </a:r>
            <a:endParaRPr lang="en-US" altLang="zh-CN" sz="994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378500" y="1918799"/>
            <a:ext cx="2206626" cy="321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57306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994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首页包含什么：</a:t>
            </a:r>
            <a:endParaRPr lang="en-US" altLang="zh-CN" sz="994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648" y="1043459"/>
            <a:ext cx="2478094" cy="5128483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9438138" y="2230210"/>
          <a:ext cx="1935387" cy="1735540"/>
        </p:xfrm>
        <a:graphic>
          <a:graphicData uri="http://schemas.openxmlformats.org/drawingml/2006/table">
            <a:tbl>
              <a:tblPr/>
              <a:tblGrid>
                <a:gridCol w="799399"/>
                <a:gridCol w="567994"/>
                <a:gridCol w="567994"/>
              </a:tblGrid>
              <a:tr h="17355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rust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go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</a:tr>
              <a:tr h="17355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简介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55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优势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55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软件下载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55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入门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55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适用场景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55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应用公司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55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加入社区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55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play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55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学习资源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/>
          </p:nvPr>
        </p:nvGraphicFramePr>
        <p:xfrm>
          <a:off x="9448657" y="4588533"/>
          <a:ext cx="1924868" cy="1388432"/>
        </p:xfrm>
        <a:graphic>
          <a:graphicData uri="http://schemas.openxmlformats.org/drawingml/2006/table">
            <a:tbl>
              <a:tblPr/>
              <a:tblGrid>
                <a:gridCol w="788880"/>
                <a:gridCol w="567994"/>
                <a:gridCol w="567994"/>
              </a:tblGrid>
              <a:tr h="17355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rust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go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</a:tr>
              <a:tr h="17355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55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案例分析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55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应用案例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55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文档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55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软件包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55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社区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55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playground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9407405" y="4263940"/>
            <a:ext cx="1966120" cy="321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57306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994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整体主要内容：</a:t>
            </a:r>
            <a:endParaRPr lang="en-US" altLang="zh-CN" sz="994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394" y="1776731"/>
            <a:ext cx="2835381" cy="251652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799" y="4424849"/>
            <a:ext cx="3205539" cy="162352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2333914" y="1143242"/>
            <a:ext cx="2304473" cy="551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57306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994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Go</a:t>
            </a:r>
            <a:r>
              <a:rPr lang="en-US" altLang="zh-CN" sz="994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defTabSz="757306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994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hlinkClick r:id="rId7"/>
              </a:rPr>
              <a:t>https://go.dev</a:t>
            </a:r>
            <a:r>
              <a:rPr lang="en-US" altLang="zh-CN" sz="994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hlinkClick r:id="rId7"/>
              </a:rPr>
              <a:t>/</a:t>
            </a:r>
            <a:endParaRPr lang="en-US" altLang="zh-CN" sz="994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7143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11748318" cy="66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网站设计分析：看开发者旅程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1543663" y="1216139"/>
            <a:ext cx="1419223" cy="252444"/>
          </a:xfrm>
          <a:prstGeom prst="roundRect">
            <a:avLst/>
          </a:prstGeom>
          <a:solidFill>
            <a:srgbClr val="7197D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9600" rIns="36000" bIns="396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801688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</a:t>
            </a:r>
            <a:endParaRPr lang="zh-CN" altLang="en-US" sz="1200" b="1" kern="0" dirty="0" smtClea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虚尾箭头 3"/>
          <p:cNvSpPr/>
          <p:nvPr/>
        </p:nvSpPr>
        <p:spPr bwMode="auto">
          <a:xfrm>
            <a:off x="3248144" y="1199014"/>
            <a:ext cx="219075" cy="286692"/>
          </a:xfrm>
          <a:prstGeom prst="stripedRightArrow">
            <a:avLst/>
          </a:prstGeom>
          <a:solidFill>
            <a:srgbClr val="7197D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9600" rIns="36000" bIns="396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801688" fontAlgn="auto">
              <a:spcBef>
                <a:spcPts val="0"/>
              </a:spcBef>
              <a:spcAft>
                <a:spcPts val="0"/>
              </a:spcAft>
            </a:pPr>
            <a:endParaRPr lang="zh-CN" altLang="en-US" sz="1200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 bwMode="auto">
          <a:xfrm>
            <a:off x="3752477" y="1216139"/>
            <a:ext cx="1419223" cy="252444"/>
          </a:xfrm>
          <a:prstGeom prst="roundRect">
            <a:avLst/>
          </a:prstGeom>
          <a:solidFill>
            <a:srgbClr val="7197D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9600" rIns="36000" bIns="396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801688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endParaRPr lang="zh-CN" altLang="en-US" sz="1200" b="1" kern="0" dirty="0" smtClean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虚尾箭头 13"/>
          <p:cNvSpPr/>
          <p:nvPr/>
        </p:nvSpPr>
        <p:spPr bwMode="auto">
          <a:xfrm>
            <a:off x="5456958" y="1199014"/>
            <a:ext cx="219075" cy="286692"/>
          </a:xfrm>
          <a:prstGeom prst="stripedRightArrow">
            <a:avLst/>
          </a:prstGeom>
          <a:solidFill>
            <a:srgbClr val="7197D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9600" rIns="36000" bIns="396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801688" fontAlgn="auto">
              <a:spcBef>
                <a:spcPts val="0"/>
              </a:spcBef>
              <a:spcAft>
                <a:spcPts val="0"/>
              </a:spcAft>
            </a:pPr>
            <a:endParaRPr lang="zh-CN" altLang="en-US" sz="1200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 bwMode="auto">
          <a:xfrm>
            <a:off x="5961291" y="1188893"/>
            <a:ext cx="1419223" cy="252444"/>
          </a:xfrm>
          <a:prstGeom prst="roundRect">
            <a:avLst/>
          </a:prstGeom>
          <a:solidFill>
            <a:srgbClr val="7197D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9600" rIns="36000" bIns="396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801688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</a:p>
        </p:txBody>
      </p:sp>
      <p:sp>
        <p:nvSpPr>
          <p:cNvPr id="16" name="虚尾箭头 15"/>
          <p:cNvSpPr/>
          <p:nvPr/>
        </p:nvSpPr>
        <p:spPr bwMode="auto">
          <a:xfrm>
            <a:off x="7665772" y="1188893"/>
            <a:ext cx="219075" cy="286692"/>
          </a:xfrm>
          <a:prstGeom prst="stripedRightArrow">
            <a:avLst/>
          </a:prstGeom>
          <a:solidFill>
            <a:srgbClr val="7197D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9600" rIns="36000" bIns="396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801688" fontAlgn="auto">
              <a:spcBef>
                <a:spcPts val="0"/>
              </a:spcBef>
              <a:spcAft>
                <a:spcPts val="0"/>
              </a:spcAft>
            </a:pPr>
            <a:endParaRPr lang="zh-CN" altLang="en-US" sz="1200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 bwMode="auto">
          <a:xfrm>
            <a:off x="8170105" y="1216139"/>
            <a:ext cx="1419223" cy="252444"/>
          </a:xfrm>
          <a:prstGeom prst="roundRect">
            <a:avLst/>
          </a:prstGeom>
          <a:solidFill>
            <a:srgbClr val="7197D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9600" rIns="36000" bIns="396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801688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</a:p>
        </p:txBody>
      </p:sp>
      <p:sp>
        <p:nvSpPr>
          <p:cNvPr id="18" name="虚尾箭头 17"/>
          <p:cNvSpPr/>
          <p:nvPr/>
        </p:nvSpPr>
        <p:spPr bwMode="auto">
          <a:xfrm>
            <a:off x="9874586" y="1188893"/>
            <a:ext cx="219075" cy="286692"/>
          </a:xfrm>
          <a:prstGeom prst="stripedRightArrow">
            <a:avLst/>
          </a:prstGeom>
          <a:solidFill>
            <a:srgbClr val="7197D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9600" rIns="36000" bIns="396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 defTabSz="801688" fontAlgn="auto">
              <a:spcBef>
                <a:spcPts val="0"/>
              </a:spcBef>
              <a:spcAft>
                <a:spcPts val="0"/>
              </a:spcAft>
            </a:pPr>
            <a:endParaRPr lang="zh-CN" altLang="en-US" sz="1200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 bwMode="auto">
          <a:xfrm>
            <a:off x="10378920" y="1216139"/>
            <a:ext cx="1419223" cy="252444"/>
          </a:xfrm>
          <a:prstGeom prst="roundRect">
            <a:avLst/>
          </a:prstGeom>
          <a:solidFill>
            <a:srgbClr val="7197D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9600" rIns="36000" bIns="396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801688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运维</a:t>
            </a:r>
          </a:p>
        </p:txBody>
      </p:sp>
      <p:sp>
        <p:nvSpPr>
          <p:cNvPr id="12" name="圆角矩形 11"/>
          <p:cNvSpPr/>
          <p:nvPr/>
        </p:nvSpPr>
        <p:spPr bwMode="auto">
          <a:xfrm>
            <a:off x="358721" y="1216138"/>
            <a:ext cx="939204" cy="252444"/>
          </a:xfrm>
          <a:prstGeom prst="roundRect">
            <a:avLst/>
          </a:prstGeom>
          <a:solidFill>
            <a:srgbClr val="7197D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9600" rIns="36000" bIns="396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801688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      段</a:t>
            </a:r>
          </a:p>
        </p:txBody>
      </p:sp>
      <p:sp>
        <p:nvSpPr>
          <p:cNvPr id="20" name="圆角矩形 19"/>
          <p:cNvSpPr/>
          <p:nvPr/>
        </p:nvSpPr>
        <p:spPr bwMode="auto">
          <a:xfrm>
            <a:off x="358721" y="2102829"/>
            <a:ext cx="939204" cy="252444"/>
          </a:xfrm>
          <a:prstGeom prst="roundRect">
            <a:avLst/>
          </a:prstGeom>
          <a:solidFill>
            <a:srgbClr val="7197D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9600" rIns="36000" bIns="396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801688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en-US" altLang="zh-CN" sz="1200" b="1" kern="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kern="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</a:p>
        </p:txBody>
      </p:sp>
      <p:sp>
        <p:nvSpPr>
          <p:cNvPr id="22" name="圆角矩形 21"/>
          <p:cNvSpPr/>
          <p:nvPr/>
        </p:nvSpPr>
        <p:spPr bwMode="auto">
          <a:xfrm>
            <a:off x="358721" y="3935593"/>
            <a:ext cx="939204" cy="252444"/>
          </a:xfrm>
          <a:prstGeom prst="roundRect">
            <a:avLst/>
          </a:prstGeom>
          <a:solidFill>
            <a:srgbClr val="7197D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9600" rIns="36000" bIns="396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801688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用户触点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425429" y="2106043"/>
            <a:ext cx="16175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查看信息，为我所用</a:t>
            </a:r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1412225" y="1109375"/>
            <a:ext cx="0" cy="3383327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直接连接符 26"/>
          <p:cNvCxnSpPr/>
          <p:nvPr/>
        </p:nvCxnSpPr>
        <p:spPr bwMode="auto">
          <a:xfrm>
            <a:off x="358721" y="1800225"/>
            <a:ext cx="11404654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圆角矩形 27"/>
          <p:cNvSpPr/>
          <p:nvPr/>
        </p:nvSpPr>
        <p:spPr bwMode="auto">
          <a:xfrm>
            <a:off x="358721" y="2893680"/>
            <a:ext cx="939204" cy="252444"/>
          </a:xfrm>
          <a:prstGeom prst="roundRect">
            <a:avLst/>
          </a:prstGeom>
          <a:solidFill>
            <a:srgbClr val="7197D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9600" rIns="36000" bIns="396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801688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kern="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425429" y="2742903"/>
            <a:ext cx="16175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我需要吗</a:t>
            </a:r>
            <a:endParaRPr lang="en-US" altLang="zh-CN" sz="1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吸引我吗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关联社区有哪些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372146" y="3861760"/>
            <a:ext cx="21279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网络搜索（百度</a:t>
            </a:r>
            <a:r>
              <a:rPr lang="en-US" altLang="zh-CN" sz="1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/google</a:t>
            </a:r>
            <a:r>
              <a:rPr lang="zh-CN" altLang="en-US" sz="1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等）</a:t>
            </a:r>
            <a:endParaRPr lang="en-US" altLang="zh-CN" sz="1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社交媒体（公众号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/CSDN/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乎等）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新闻、活动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665533" y="2106043"/>
            <a:ext cx="16175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是否满足我的需求</a:t>
            </a:r>
            <a:endParaRPr lang="zh-CN" altLang="en-US" sz="1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604918" y="2742903"/>
            <a:ext cx="17388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有什么</a:t>
            </a:r>
            <a:r>
              <a:rPr lang="zh-CN" altLang="en-US" sz="1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en-US" altLang="zh-CN" sz="1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、有哪些</a:t>
            </a:r>
            <a:r>
              <a:rPr lang="zh-CN" altLang="en-US" sz="1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成功案例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是否</a:t>
            </a:r>
            <a:r>
              <a:rPr lang="zh-CN" altLang="en-US" sz="1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易用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、能否</a:t>
            </a:r>
            <a:r>
              <a:rPr lang="zh-CN" altLang="en-US" sz="1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试用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、是否可信、成本如何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497037" y="3707872"/>
            <a:ext cx="2038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渠道：官网、官媒、论坛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内容：产品介绍、典型案例、优势特点、技术介绍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形式：文档、视频、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FAQs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博客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867127" y="2106043"/>
            <a:ext cx="16175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是否可以使用验证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867127" y="2742903"/>
            <a:ext cx="16175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如何快速使用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体验、是否有开发样例、文档是否满足我的要求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563071" y="3784816"/>
            <a:ext cx="22257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渠道：官网、官媒、论坛、社区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内容：快速入门、代码示例、教程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形式：文档、在线体验、视频、博客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152899" y="2106043"/>
            <a:ext cx="16175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开发应用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场景验证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152899" y="2665959"/>
            <a:ext cx="16175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如何准备环境（软硬件要求）、哪里获取软件包、如何开发应用、如何验证、文档能否支撑我达成目标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848843" y="3630928"/>
            <a:ext cx="22257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渠道：官网、官媒、论坛、社区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内容：应用样例、文档、</a:t>
            </a:r>
            <a:r>
              <a:rPr lang="en-US" altLang="zh-CN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参考、开发指南、教程、版本情况（发布节奏、变更、路标等）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形式：文档、视频、博客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0279735" y="2141177"/>
            <a:ext cx="16175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稳定可靠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0279735" y="2819847"/>
            <a:ext cx="1617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如何获取帮助、反馈问题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如何参与贡献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0378920" y="3938705"/>
            <a:ext cx="1656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lang="zh-CN" altLang="en-US" sz="1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集、论坛、联系我们</a:t>
            </a:r>
            <a:endParaRPr lang="en-US" altLang="zh-CN" sz="1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接连接符 43"/>
          <p:cNvCxnSpPr/>
          <p:nvPr/>
        </p:nvCxnSpPr>
        <p:spPr bwMode="auto">
          <a:xfrm>
            <a:off x="358721" y="4492702"/>
            <a:ext cx="11404654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6" name="文本框 45"/>
          <p:cNvSpPr txBox="1"/>
          <p:nvPr/>
        </p:nvSpPr>
        <p:spPr>
          <a:xfrm>
            <a:off x="1425429" y="4657725"/>
            <a:ext cx="10337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新闻、资讯、活动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产品介绍、优势、应用场景、成功案例、在线体验、开发示例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文档、教程、学习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视频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266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11748318" cy="66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网站主页整体设计（中文）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41" y="998290"/>
            <a:ext cx="7343443" cy="5234729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555233"/>
              </p:ext>
            </p:extLst>
          </p:nvPr>
        </p:nvGraphicFramePr>
        <p:xfrm>
          <a:off x="6727970" y="1405771"/>
          <a:ext cx="5041783" cy="4894304"/>
        </p:xfrm>
        <a:graphic>
          <a:graphicData uri="http://schemas.openxmlformats.org/drawingml/2006/table">
            <a:tbl>
              <a:tblPr/>
              <a:tblGrid>
                <a:gridCol w="881635"/>
                <a:gridCol w="1358226"/>
                <a:gridCol w="2801922"/>
              </a:tblGrid>
              <a:tr h="400977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菜单栏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菜单（学习、文档、下载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），其他按键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仓颉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slogan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“入门”“下载”按键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仓颉优势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特性描述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在线体验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IDE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、默认用例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应用场景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场景描述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成功案例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案例描述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加入社区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社区描述、链接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新闻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新闻内容描述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合作单位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合作单位展示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尾部内容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其他菜单内容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231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5872"/>
            <a:ext cx="8623933" cy="5639551"/>
          </a:xfrm>
          <a:prstGeom prst="rect">
            <a:avLst/>
          </a:prstGeom>
        </p:spPr>
      </p:pic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11748318" cy="66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网站主页整体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设计（英文）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138267"/>
              </p:ext>
            </p:extLst>
          </p:nvPr>
        </p:nvGraphicFramePr>
        <p:xfrm>
          <a:off x="6727970" y="1324411"/>
          <a:ext cx="5041783" cy="4894304"/>
        </p:xfrm>
        <a:graphic>
          <a:graphicData uri="http://schemas.openxmlformats.org/drawingml/2006/table">
            <a:tbl>
              <a:tblPr/>
              <a:tblGrid>
                <a:gridCol w="881635"/>
                <a:gridCol w="1358226"/>
                <a:gridCol w="2801922"/>
              </a:tblGrid>
              <a:tr h="400977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菜单栏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菜单（学习、文档、下载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），其他按键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仓颉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slogan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“入门”“下载”按键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仓颉优势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特性描述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在线体验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IDE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、默认用例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应用场景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场景描述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成功案例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案例描述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加入社区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社区描述、链接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新闻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新闻内容描述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合作单位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合作单位展示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尾部内容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其他菜单内容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74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11748318" cy="66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主页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142367"/>
              </p:ext>
            </p:extLst>
          </p:nvPr>
        </p:nvGraphicFramePr>
        <p:xfrm>
          <a:off x="377503" y="1081130"/>
          <a:ext cx="11624617" cy="4759411"/>
        </p:xfrm>
        <a:graphic>
          <a:graphicData uri="http://schemas.openxmlformats.org/drawingml/2006/table">
            <a:tbl>
              <a:tblPr/>
              <a:tblGrid>
                <a:gridCol w="620787"/>
                <a:gridCol w="947956"/>
                <a:gridCol w="1744910"/>
                <a:gridCol w="1472352"/>
                <a:gridCol w="1709653"/>
                <a:gridCol w="1709653"/>
                <a:gridCol w="1709653"/>
                <a:gridCol w="1709653"/>
              </a:tblGrid>
              <a:tr h="400977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序号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描述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内容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预计评审完成时间</a:t>
                      </a:r>
                      <a:endParaRPr lang="zh-CN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252" marR="9252" marT="9252" marB="92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预计上线时间</a:t>
                      </a:r>
                      <a:endParaRPr lang="zh-CN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252" marR="9252" marT="9252" marB="92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内容</a:t>
                      </a:r>
                      <a:r>
                        <a:rPr lang="zh-CN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责任人</a:t>
                      </a:r>
                      <a:endParaRPr lang="zh-CN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252" marR="9252" marT="9252" marB="92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上架负责人</a:t>
                      </a:r>
                      <a:endParaRPr lang="zh-CN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252" marR="9252" marT="9252" marB="92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200" b="1" kern="1200" dirty="0" err="1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Gitcode</a:t>
                      </a: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开发接口人</a:t>
                      </a:r>
                      <a:endParaRPr lang="zh-CN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252" marR="9252" marT="9252" marB="92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菜单栏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菜单（学习、文档、下载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），其他按键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09.30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仓颉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slogan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描述，“入门”“下载”按键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09.30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仓颉优势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特性描述（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09.30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在线体验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在线体验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IDE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、默认用例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09.30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刘俊杰（待定）、何祥军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应用场景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场景描述（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3-4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09.30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成功案例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案例描述（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3-4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09.30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加入社区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社区描述、链接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09.30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新闻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新闻内容（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个最新）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09.30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赵丹荣（待定）、刘威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合作单位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合作单位展示（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个）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09.30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朴冠羽（待定）、刘威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1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尾部内容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其他菜单内容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09.30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130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11748318" cy="66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网站二级页面内容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087418"/>
              </p:ext>
            </p:extLst>
          </p:nvPr>
        </p:nvGraphicFramePr>
        <p:xfrm>
          <a:off x="315655" y="1349578"/>
          <a:ext cx="11624617" cy="3332370"/>
        </p:xfrm>
        <a:graphic>
          <a:graphicData uri="http://schemas.openxmlformats.org/drawingml/2006/table">
            <a:tbl>
              <a:tblPr/>
              <a:tblGrid>
                <a:gridCol w="620787"/>
                <a:gridCol w="1082180"/>
                <a:gridCol w="2041650"/>
                <a:gridCol w="1246834"/>
                <a:gridCol w="1434518"/>
                <a:gridCol w="2256638"/>
                <a:gridCol w="1232357"/>
                <a:gridCol w="1709653"/>
              </a:tblGrid>
              <a:tr h="460004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序号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zh-CN" altLang="en-US" sz="12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功能点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预计评审完成时间</a:t>
                      </a:r>
                      <a:endParaRPr lang="zh-CN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252" marR="9252" marT="9252" marB="92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预计上线时间</a:t>
                      </a:r>
                      <a:endParaRPr lang="zh-CN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252" marR="9252" marT="9252" marB="92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内容</a:t>
                      </a:r>
                      <a:r>
                        <a:rPr lang="zh-CN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责任人</a:t>
                      </a:r>
                      <a:endParaRPr lang="zh-CN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252" marR="9252" marT="9252" marB="92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上架负责人</a:t>
                      </a:r>
                      <a:endParaRPr lang="zh-CN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252" marR="9252" marT="9252" marB="92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200" b="1" kern="1200" dirty="0" err="1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Gitcode</a:t>
                      </a: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开发接口人</a:t>
                      </a:r>
                      <a:endParaRPr lang="zh-CN" altLang="zh-CN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252" marR="9252" marT="9252" marB="92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</a:tr>
              <a:tr h="638454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文档页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文档内容、参考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09.30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朱艳婷牵头（各个文档负责人）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8454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下载页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通用版仓颉下载（各版本、各平台）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09.30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刘天瑜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8454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中心仓页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中心仓内容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待定</a:t>
                      </a: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朴冠羽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85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学习页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学习视频、课程教材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09.30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刘俊杰（待定）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85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新闻页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新闻内容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09.30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赵丹荣（待定）、刘威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547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11748318" cy="66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仓颉独立域名官网计划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="" xmlns:a16="http://schemas.microsoft.com/office/drawing/2014/main" id="{CD4080E4-96EA-482E-9DC2-93F82E9211A5}"/>
              </a:ext>
            </a:extLst>
          </p:cNvPr>
          <p:cNvCxnSpPr>
            <a:cxnSpLocks/>
          </p:cNvCxnSpPr>
          <p:nvPr/>
        </p:nvCxnSpPr>
        <p:spPr>
          <a:xfrm>
            <a:off x="173928" y="2679888"/>
            <a:ext cx="1159423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756A406F-48AE-4DA6-B2D1-2BA2077C3B0E}"/>
              </a:ext>
            </a:extLst>
          </p:cNvPr>
          <p:cNvSpPr txBox="1"/>
          <p:nvPr/>
        </p:nvSpPr>
        <p:spPr>
          <a:xfrm>
            <a:off x="73097" y="1827108"/>
            <a:ext cx="1081925" cy="30765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99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关键里程碑</a:t>
            </a:r>
          </a:p>
        </p:txBody>
      </p:sp>
      <p:sp>
        <p:nvSpPr>
          <p:cNvPr id="8" name="等腰三角形 7">
            <a:extLst>
              <a:ext uri="{FF2B5EF4-FFF2-40B4-BE49-F238E27FC236}">
                <a16:creationId xmlns="" xmlns:a16="http://schemas.microsoft.com/office/drawing/2014/main" id="{19E92E7F-2BDE-4652-B60D-2B5FA6872D15}"/>
              </a:ext>
            </a:extLst>
          </p:cNvPr>
          <p:cNvSpPr/>
          <p:nvPr/>
        </p:nvSpPr>
        <p:spPr>
          <a:xfrm>
            <a:off x="7848321" y="2570631"/>
            <a:ext cx="148192" cy="190082"/>
          </a:xfrm>
          <a:prstGeom prst="triangle">
            <a:avLst/>
          </a:prstGeom>
          <a:solidFill>
            <a:srgbClr val="7CB7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EC1CB2DB-4188-4285-9B66-2B695F51EB19}"/>
              </a:ext>
            </a:extLst>
          </p:cNvPr>
          <p:cNvSpPr/>
          <p:nvPr/>
        </p:nvSpPr>
        <p:spPr>
          <a:xfrm>
            <a:off x="703700" y="2312157"/>
            <a:ext cx="107439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2024.08.05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92367" y="2751870"/>
            <a:ext cx="1897058" cy="1015663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71381" marR="0" lvl="0" indent="-171381" algn="l" defTabSz="914034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仓颉独立域名官网完成内容评审</a:t>
            </a:r>
            <a:endParaRPr kumimoji="0" lang="en-US" altLang="zh-CN" sz="10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381" indent="-171381" defTabSz="91403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网站开发</a:t>
            </a: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团队确定网站架构、风格，开始设计</a:t>
            </a:r>
            <a:endParaRPr lang="en-US" altLang="zh-CN" sz="1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EC1CB2DB-4188-4285-9B66-2B695F51EB19}"/>
              </a:ext>
            </a:extLst>
          </p:cNvPr>
          <p:cNvSpPr/>
          <p:nvPr/>
        </p:nvSpPr>
        <p:spPr>
          <a:xfrm>
            <a:off x="10658165" y="2276429"/>
            <a:ext cx="107439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2024.9.30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546868" y="2814807"/>
            <a:ext cx="1645132" cy="124649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71381" marR="0" lvl="0" indent="-171381" algn="l" defTabSz="914034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仓颉独立域名官网正式上线</a:t>
            </a:r>
            <a:endParaRPr lang="en-US" altLang="zh-CN" sz="10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403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华为云闭环采购流程，结算尾</a:t>
            </a:r>
            <a:r>
              <a:rPr lang="zh-CN" altLang="en-US" sz="1000" b="1" dirty="0" smtClea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款</a:t>
            </a:r>
            <a:endParaRPr lang="en-US" altLang="zh-CN" sz="1000" b="1" dirty="0" smtClean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403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 smtClea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网站正式开启运营</a:t>
            </a:r>
            <a:endParaRPr lang="en-US" altLang="zh-CN" sz="1000" b="1" dirty="0" smtClean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五角星 12"/>
          <p:cNvSpPr/>
          <p:nvPr/>
        </p:nvSpPr>
        <p:spPr>
          <a:xfrm>
            <a:off x="1054180" y="2539133"/>
            <a:ext cx="255260" cy="23147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EC1CB2DB-4188-4285-9B66-2B695F51EB19}"/>
              </a:ext>
            </a:extLst>
          </p:cNvPr>
          <p:cNvSpPr/>
          <p:nvPr/>
        </p:nvSpPr>
        <p:spPr>
          <a:xfrm>
            <a:off x="7426658" y="2300381"/>
            <a:ext cx="107439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2024.09.15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五角星 14"/>
          <p:cNvSpPr/>
          <p:nvPr/>
        </p:nvSpPr>
        <p:spPr>
          <a:xfrm>
            <a:off x="11047118" y="2519828"/>
            <a:ext cx="255532" cy="240885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D3F26ADB-EEAA-44DE-A473-300C42ECC983}"/>
              </a:ext>
            </a:extLst>
          </p:cNvPr>
          <p:cNvSpPr/>
          <p:nvPr/>
        </p:nvSpPr>
        <p:spPr>
          <a:xfrm>
            <a:off x="6983102" y="2810511"/>
            <a:ext cx="1674796" cy="124649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71381" indent="-171381" defTabSz="91403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整体网站完成灰度环境</a:t>
            </a:r>
            <a:r>
              <a:rPr lang="zh-CN" altLang="en-US" sz="1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搭建</a:t>
            </a:r>
            <a:endParaRPr lang="en-US" altLang="zh-CN" sz="1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403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各网页英文版完成开发</a:t>
            </a:r>
            <a:endParaRPr lang="en-US" altLang="zh-CN" sz="1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403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业务侧（仓颉团队</a:t>
            </a:r>
            <a:r>
              <a:rPr lang="zh-CN" altLang="en-US" sz="1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）对网站内容进行评审</a:t>
            </a:r>
            <a:endParaRPr lang="en-US" altLang="zh-CN" sz="1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等腰三角形 16">
            <a:extLst>
              <a:ext uri="{FF2B5EF4-FFF2-40B4-BE49-F238E27FC236}">
                <a16:creationId xmlns="" xmlns:a16="http://schemas.microsoft.com/office/drawing/2014/main" id="{19E92E7F-2BDE-4652-B60D-2B5FA6872D15}"/>
              </a:ext>
            </a:extLst>
          </p:cNvPr>
          <p:cNvSpPr/>
          <p:nvPr/>
        </p:nvSpPr>
        <p:spPr>
          <a:xfrm>
            <a:off x="9766718" y="2563165"/>
            <a:ext cx="148192" cy="190082"/>
          </a:xfrm>
          <a:prstGeom prst="triangle">
            <a:avLst/>
          </a:prstGeom>
          <a:solidFill>
            <a:srgbClr val="7CB7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EC1CB2DB-4188-4285-9B66-2B695F51EB19}"/>
              </a:ext>
            </a:extLst>
          </p:cNvPr>
          <p:cNvSpPr/>
          <p:nvPr/>
        </p:nvSpPr>
        <p:spPr>
          <a:xfrm>
            <a:off x="9303618" y="2296120"/>
            <a:ext cx="107439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2024.09.25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D3F26ADB-EEAA-44DE-A473-300C42ECC983}"/>
              </a:ext>
            </a:extLst>
          </p:cNvPr>
          <p:cNvSpPr/>
          <p:nvPr/>
        </p:nvSpPr>
        <p:spPr>
          <a:xfrm>
            <a:off x="8891533" y="2856810"/>
            <a:ext cx="1750370" cy="78483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71381" lvl="0" indent="-171381" defTabSz="91403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网站</a:t>
            </a:r>
            <a:r>
              <a:rPr lang="zh-CN" altLang="en-US" sz="1000" b="1" dirty="0" smtClea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完成更新修改</a:t>
            </a:r>
            <a:endParaRPr lang="en-US" altLang="zh-CN" sz="1000" b="1" dirty="0" smtClean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lvl="0" indent="-171381" defTabSz="91403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 smtClea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网站完成送检</a:t>
            </a:r>
            <a:endParaRPr lang="en-US" altLang="zh-CN" sz="1000" b="1" dirty="0" smtClean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lvl="0" indent="-171381" defTabSz="91403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zh-CN" sz="1000" dirty="0" smtClean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等腰三角形 19">
            <a:extLst>
              <a:ext uri="{FF2B5EF4-FFF2-40B4-BE49-F238E27FC236}">
                <a16:creationId xmlns="" xmlns:a16="http://schemas.microsoft.com/office/drawing/2014/main" id="{19E92E7F-2BDE-4652-B60D-2B5FA6872D15}"/>
              </a:ext>
            </a:extLst>
          </p:cNvPr>
          <p:cNvSpPr/>
          <p:nvPr/>
        </p:nvSpPr>
        <p:spPr>
          <a:xfrm>
            <a:off x="3340242" y="2574837"/>
            <a:ext cx="148192" cy="190082"/>
          </a:xfrm>
          <a:prstGeom prst="triangle">
            <a:avLst/>
          </a:prstGeom>
          <a:solidFill>
            <a:srgbClr val="7CB7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EC1CB2DB-4188-4285-9B66-2B695F51EB19}"/>
              </a:ext>
            </a:extLst>
          </p:cNvPr>
          <p:cNvSpPr/>
          <p:nvPr/>
        </p:nvSpPr>
        <p:spPr>
          <a:xfrm>
            <a:off x="2951238" y="2282110"/>
            <a:ext cx="107439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2024.08.17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D3F26ADB-EEAA-44DE-A473-300C42ECC983}"/>
              </a:ext>
            </a:extLst>
          </p:cNvPr>
          <p:cNvSpPr/>
          <p:nvPr/>
        </p:nvSpPr>
        <p:spPr>
          <a:xfrm>
            <a:off x="2508453" y="2798724"/>
            <a:ext cx="2037769" cy="124649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71381" indent="-171381" defTabSz="91403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业务侧（仓颉团队）启动完成各部分素材准备</a:t>
            </a:r>
            <a:endParaRPr lang="en-US" altLang="zh-CN" sz="1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403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华为云启动采购流程</a:t>
            </a:r>
            <a:endParaRPr lang="en-US" altLang="zh-CN" sz="1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403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网站一级、二级页面按仓颉团队提供素材进行开发</a:t>
            </a:r>
            <a:endParaRPr lang="en-US" altLang="zh-CN" sz="1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等腰三角形 22">
            <a:extLst>
              <a:ext uri="{FF2B5EF4-FFF2-40B4-BE49-F238E27FC236}">
                <a16:creationId xmlns="" xmlns:a16="http://schemas.microsoft.com/office/drawing/2014/main" id="{19E92E7F-2BDE-4652-B60D-2B5FA6872D15}"/>
              </a:ext>
            </a:extLst>
          </p:cNvPr>
          <p:cNvSpPr/>
          <p:nvPr/>
        </p:nvSpPr>
        <p:spPr>
          <a:xfrm>
            <a:off x="5508261" y="2535016"/>
            <a:ext cx="148192" cy="190082"/>
          </a:xfrm>
          <a:prstGeom prst="triangle">
            <a:avLst/>
          </a:prstGeom>
          <a:solidFill>
            <a:srgbClr val="7CB7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EC1CB2DB-4188-4285-9B66-2B695F51EB19}"/>
              </a:ext>
            </a:extLst>
          </p:cNvPr>
          <p:cNvSpPr/>
          <p:nvPr/>
        </p:nvSpPr>
        <p:spPr>
          <a:xfrm>
            <a:off x="5045161" y="2267971"/>
            <a:ext cx="107439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2024.08.30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="" xmlns:a16="http://schemas.microsoft.com/office/drawing/2014/main" id="{D3F26ADB-EEAA-44DE-A473-300C42ECC983}"/>
              </a:ext>
            </a:extLst>
          </p:cNvPr>
          <p:cNvSpPr/>
          <p:nvPr/>
        </p:nvSpPr>
        <p:spPr>
          <a:xfrm>
            <a:off x="4794289" y="2753247"/>
            <a:ext cx="1522138" cy="1015663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71381" lvl="0" indent="-171381" defTabSz="91403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网站完成在线功能调试</a:t>
            </a:r>
            <a:endParaRPr lang="en-US" altLang="zh-CN" sz="1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lvl="0" indent="-171381" defTabSz="91403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完成各页面开发</a:t>
            </a:r>
            <a:endParaRPr lang="en-US" altLang="zh-CN" sz="1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lvl="0" indent="-171381" defTabSz="914034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zh-CN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022290" y="5387340"/>
            <a:ext cx="27840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域名：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cangjie-lang.com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9594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738" y="3251180"/>
            <a:ext cx="8121886" cy="2488552"/>
          </a:xfrm>
          <a:prstGeom prst="rect">
            <a:avLst/>
          </a:prstGeom>
        </p:spPr>
      </p:pic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11748318" cy="66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网站整体风格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25" y="1114425"/>
            <a:ext cx="3439725" cy="465469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738" y="1114425"/>
            <a:ext cx="8121886" cy="20816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218962" y="5268032"/>
            <a:ext cx="5940105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整体设计风格已经固定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参考联盟网站仓颉主页：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https://developer.huawei.com/consumer/cn/cangjie/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0862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3252793" cy="731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主页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菜单栏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05" y="1295712"/>
            <a:ext cx="11866007" cy="51084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96" y="2407598"/>
            <a:ext cx="9762650" cy="43988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312749" y="5775764"/>
            <a:ext cx="7016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仓颉内部主页：  https://cangjielang.inhuawei.com/zh#/zh/</a:t>
            </a:r>
          </a:p>
        </p:txBody>
      </p:sp>
    </p:spTree>
    <p:extLst>
      <p:ext uri="{BB962C8B-B14F-4D97-AF65-F5344CB8AC3E}">
        <p14:creationId xmlns:p14="http://schemas.microsoft.com/office/powerpoint/2010/main" val="828280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3252793" cy="731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主页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仓颉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slogan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05" y="948948"/>
            <a:ext cx="11639550" cy="5905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48" y="1800518"/>
            <a:ext cx="11893322" cy="3048318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7759632" y="5364986"/>
            <a:ext cx="22819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新手入门、 软件下载两个按键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3711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0" y="198924"/>
            <a:ext cx="3252793" cy="731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pPr algn="ctr" fontAlgn="b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主页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仓颉优势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26" y="1269577"/>
            <a:ext cx="9810750" cy="22383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569" y="3507952"/>
            <a:ext cx="3324552" cy="138060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225" y="4839290"/>
            <a:ext cx="3810193" cy="137695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7569" y="4888553"/>
            <a:ext cx="3109145" cy="120185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226" y="3551819"/>
            <a:ext cx="3891661" cy="125680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8732755" y="4896916"/>
            <a:ext cx="22819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参考联盟网站主页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https://developer.huawei.com/consumer/cn/cangjie/</a:t>
            </a:r>
          </a:p>
        </p:txBody>
      </p:sp>
    </p:spTree>
    <p:extLst>
      <p:ext uri="{BB962C8B-B14F-4D97-AF65-F5344CB8AC3E}">
        <p14:creationId xmlns:p14="http://schemas.microsoft.com/office/powerpoint/2010/main" val="2572351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3252793" cy="731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pPr algn="ctr" fontAlgn="b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主页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在线体验</a:t>
            </a:r>
          </a:p>
        </p:txBody>
      </p:sp>
      <p:sp>
        <p:nvSpPr>
          <p:cNvPr id="2" name="矩形 1"/>
          <p:cNvSpPr/>
          <p:nvPr/>
        </p:nvSpPr>
        <p:spPr>
          <a:xfrm>
            <a:off x="286594" y="5637264"/>
            <a:ext cx="47402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仓颉内部主页：  https://cangjielang.inhuawei.com/zh#/zh/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91" y="2786730"/>
            <a:ext cx="5805182" cy="257054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87" y="1017137"/>
            <a:ext cx="10484103" cy="103291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rot="2126677">
            <a:off x="10188253" y="445857"/>
            <a:ext cx="2236510" cy="58477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待补充用例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8" y="2499919"/>
            <a:ext cx="4851166" cy="296437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683762" y="5639759"/>
            <a:ext cx="27994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en-US" altLang="zh-CN" sz="12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Kotlin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 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https://kotlinlang.org/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4968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3252793" cy="731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pPr algn="ctr" fontAlgn="b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主页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应用场景</a:t>
            </a:r>
          </a:p>
        </p:txBody>
      </p:sp>
      <p:sp>
        <p:nvSpPr>
          <p:cNvPr id="2" name="矩形 1"/>
          <p:cNvSpPr/>
          <p:nvPr/>
        </p:nvSpPr>
        <p:spPr>
          <a:xfrm>
            <a:off x="289156" y="5479206"/>
            <a:ext cx="47402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仓颉内部主页：  https://cangjielang.inhuawei.com/zh#/zh/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57" y="2851836"/>
            <a:ext cx="5218279" cy="234094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72" y="1096257"/>
            <a:ext cx="9772650" cy="8858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 rot="2126677">
            <a:off x="10598622" y="445857"/>
            <a:ext cx="1415772" cy="58477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待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4546" y="2851836"/>
            <a:ext cx="5147758" cy="260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22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3252793" cy="731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pPr algn="ctr" fontAlgn="b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主页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成功案例</a:t>
            </a:r>
          </a:p>
        </p:txBody>
      </p:sp>
      <p:sp>
        <p:nvSpPr>
          <p:cNvPr id="2" name="矩形 1"/>
          <p:cNvSpPr/>
          <p:nvPr/>
        </p:nvSpPr>
        <p:spPr>
          <a:xfrm>
            <a:off x="2371473" y="5796680"/>
            <a:ext cx="45541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kotlin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https://kotlinlang.org/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 rot="2126677">
            <a:off x="10188252" y="445857"/>
            <a:ext cx="2236510" cy="58477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待补充案例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64" y="979750"/>
            <a:ext cx="9723562" cy="15793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64" y="2901813"/>
            <a:ext cx="7025976" cy="255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54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3252793" cy="731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pPr algn="ctr" fontAlgn="b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主页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加入社区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3805" y="5655719"/>
            <a:ext cx="45541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kotlin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https://kotlinlang.org/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56" y="1232716"/>
            <a:ext cx="11601450" cy="1219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6" y="2921218"/>
            <a:ext cx="4635900" cy="27262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867" y="2921218"/>
            <a:ext cx="5290554" cy="249983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632546" y="5655719"/>
            <a:ext cx="5009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RUST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主页：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https://www.rust-lang.org/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888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3252793" cy="731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pPr algn="ctr" fontAlgn="b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主页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新闻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05" y="1174236"/>
            <a:ext cx="11601450" cy="82867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656698" y="5775764"/>
            <a:ext cx="7016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仓颉内部主页：  https://cangjielang.inhuawei.com/zh#/zh/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98" y="2123187"/>
            <a:ext cx="9881401" cy="35323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9969503" y="3300393"/>
            <a:ext cx="17163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同步微信公众号发文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138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3252793" cy="731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pPr algn="ctr" fontAlgn="b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主页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合作单位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656698" y="5775764"/>
            <a:ext cx="7016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仓颉内部主页：  https://cangjielang.inhuawei.com/zh#/zh/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29" y="1167528"/>
            <a:ext cx="11582400" cy="8382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239" y="2005728"/>
            <a:ext cx="8204761" cy="209964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58" y="4105372"/>
            <a:ext cx="8778704" cy="142708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9365496" y="3182949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补充合作单位和高校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132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3252793" cy="731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pPr algn="ctr" fontAlgn="b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网站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主页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合作单位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656698" y="5775764"/>
            <a:ext cx="7016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仓颉内部主页：  https://cangjielang.inhuawei.com/zh#/zh/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1833"/>
            <a:ext cx="12196763" cy="279393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648" y="1001113"/>
            <a:ext cx="9635372" cy="181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59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11748318" cy="66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网站二级页面内容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315655" y="1349578"/>
          <a:ext cx="11624617" cy="3332370"/>
        </p:xfrm>
        <a:graphic>
          <a:graphicData uri="http://schemas.openxmlformats.org/drawingml/2006/table">
            <a:tbl>
              <a:tblPr/>
              <a:tblGrid>
                <a:gridCol w="620787"/>
                <a:gridCol w="1082180"/>
                <a:gridCol w="2041650"/>
                <a:gridCol w="1246834"/>
                <a:gridCol w="1434518"/>
                <a:gridCol w="2256638"/>
                <a:gridCol w="1232357"/>
                <a:gridCol w="1709653"/>
              </a:tblGrid>
              <a:tr h="460004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序号</a:t>
                      </a:r>
                      <a:endParaRPr lang="zh-CN" altLang="en-US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zh-CN" altLang="en-US" sz="1200" b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功能点</a:t>
                      </a:r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预计评审完成时间</a:t>
                      </a:r>
                      <a:endParaRPr lang="zh-CN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252" marR="9252" marT="9252" marB="92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预计上线时间</a:t>
                      </a:r>
                      <a:endParaRPr lang="zh-CN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252" marR="9252" marT="9252" marB="92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内容</a:t>
                      </a:r>
                      <a:r>
                        <a:rPr lang="zh-CN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责任人</a:t>
                      </a:r>
                      <a:endParaRPr lang="zh-CN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252" marR="9252" marT="9252" marB="92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上架负责人</a:t>
                      </a:r>
                      <a:endParaRPr lang="zh-CN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252" marR="9252" marT="9252" marB="92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200" b="1" kern="1200" dirty="0" err="1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Gitcode</a:t>
                      </a:r>
                      <a:r>
                        <a:rPr lang="zh-CN" altLang="en-US" sz="1200" b="1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开发接口人</a:t>
                      </a:r>
                      <a:endParaRPr lang="zh-CN" altLang="zh-CN" sz="1200" b="1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252" marR="9252" marT="9252" marB="925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</a:tr>
              <a:tr h="638454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文档页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文档内容、参考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09.30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朱艳婷牵头（各个文档负责人）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8454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下载页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通用版仓颉下载（各版本、各平台）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09.30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刘天瑜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8454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中心仓页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中心仓内容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待定</a:t>
                      </a: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朴冠羽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85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学习页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学习视频、课程教材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09.30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刘俊杰（待定）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850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新闻页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新闻内容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08.05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09.30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赵丹荣（待定）、刘威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3662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刘威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889" marR="7889" marT="78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9508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11748318" cy="66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网站二级页面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文档页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82240" y="5595128"/>
            <a:ext cx="97506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参考仓颉联盟开发者网站：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https://developer.huawei.com/consumer/cn/doc/cangjie-guides-V5/cj-wp-abstract-V5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523" y="872405"/>
            <a:ext cx="7810151" cy="475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6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11748318" cy="66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网站二级页面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下载页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82240" y="5595128"/>
            <a:ext cx="97506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swift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网站：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https://www.swift.org/install/windows/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745" y="1230950"/>
            <a:ext cx="7012562" cy="42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042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11748318" cy="66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网站二级页面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学习页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25" y="1079827"/>
            <a:ext cx="9272724" cy="447368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656698" y="5775764"/>
            <a:ext cx="7016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仓颉内部主页：  https://cangjielang.inhuawei.com/zh#/zh/</a:t>
            </a:r>
          </a:p>
        </p:txBody>
      </p:sp>
    </p:spTree>
    <p:extLst>
      <p:ext uri="{BB962C8B-B14F-4D97-AF65-F5344CB8AC3E}">
        <p14:creationId xmlns:p14="http://schemas.microsoft.com/office/powerpoint/2010/main" val="287858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253805" y="208519"/>
            <a:ext cx="11748318" cy="66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685" tIns="41342" rIns="82685" bIns="41342" anchor="ctr"/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网站二级页面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新闻页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522" y="935116"/>
            <a:ext cx="7944376" cy="492623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656698" y="5775764"/>
            <a:ext cx="7016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仓颉内部主页：  https://cangjielang.inhuawei.com/zh#/zh/</a:t>
            </a:r>
          </a:p>
        </p:txBody>
      </p:sp>
    </p:spTree>
    <p:extLst>
      <p:ext uri="{BB962C8B-B14F-4D97-AF65-F5344CB8AC3E}">
        <p14:creationId xmlns:p14="http://schemas.microsoft.com/office/powerpoint/2010/main" val="3438208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1AD3342-B2D7-44AB-B447-0EEAFE75289A}" vid="{2A9BC227-3AB3-406C-8329-4CEFEE79DCC2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1AD3342-B2D7-44AB-B447-0EEAFE75289A}" vid="{0566C95E-B10D-4E50-AEA9-2F0B3BA02095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1AD3342-B2D7-44AB-B447-0EEAFE75289A}" vid="{16663F97-3F87-4F0C-A339-415FFD08A83B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1AD3342-B2D7-44AB-B447-0EEAFE75289A}" vid="{289F26BF-68E3-4534-8B82-5383260B836D}"/>
    </a:ext>
  </a:extLst>
</a:theme>
</file>

<file path=ppt/theme/theme5.xml><?xml version="1.0" encoding="utf-8"?>
<a:theme xmlns:a="http://schemas.openxmlformats.org/drawingml/2006/main" name="6_default">
  <a:themeElements>
    <a:clrScheme name="default 1">
      <a:dk1>
        <a:srgbClr val="000000"/>
      </a:dk1>
      <a:lt1>
        <a:srgbClr val="FFFFFF"/>
      </a:lt1>
      <a:dk2>
        <a:srgbClr val="990000"/>
      </a:dk2>
      <a:lt2>
        <a:srgbClr val="777777"/>
      </a:lt2>
      <a:accent1>
        <a:srgbClr val="FFCC99"/>
      </a:accent1>
      <a:accent2>
        <a:srgbClr val="FFCC66"/>
      </a:accent2>
      <a:accent3>
        <a:srgbClr val="FFFFFF"/>
      </a:accent3>
      <a:accent4>
        <a:srgbClr val="000000"/>
      </a:accent4>
      <a:accent5>
        <a:srgbClr val="FFE2CA"/>
      </a:accent5>
      <a:accent6>
        <a:srgbClr val="E7B95C"/>
      </a:accent6>
      <a:hlink>
        <a:srgbClr val="FF9900"/>
      </a:hlink>
      <a:folHlink>
        <a:srgbClr val="996600"/>
      </a:folHlink>
    </a:clrScheme>
    <a:fontScheme name="default">
      <a:majorFont>
        <a:latin typeface="FrutigerNext LT Medium"/>
        <a:ea typeface="黑体"/>
        <a:cs typeface=""/>
      </a:majorFont>
      <a:minorFont>
        <a:latin typeface="FrutigerNext LT Regular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B0F0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9600" rIns="36000" bIns="39600" numCol="1" rtlCol="0" anchor="t" anchorCtr="0" compatLnSpc="1">
        <a:prstTxWarp prst="textNoShape">
          <a:avLst/>
        </a:prstTxWarp>
        <a:noAutofit/>
      </a:bodyPr>
      <a:lstStyle>
        <a:defPPr algn="ctr" defTabSz="801688" fontAlgn="auto">
          <a:spcBef>
            <a:spcPts val="0"/>
          </a:spcBef>
          <a:spcAft>
            <a:spcPts val="0"/>
          </a:spcAft>
          <a:defRPr sz="1400" kern="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79200" tIns="39600" rIns="79200" bIns="39600" numCol="1" anchor="t" anchorCtr="0" compatLnSpc="1">
        <a:prstTxWarp prst="textNoShape">
          <a:avLst/>
        </a:prstTxWarp>
        <a:spAutoFit/>
      </a:bodyPr>
      <a:lstStyle>
        <a:defPPr marL="0" marR="0" indent="0" algn="l" defTabSz="8016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utigerNext LT Regular" pitchFamily="34" charset="0"/>
            <a:ea typeface="ＭＳ Ｐゴシック" pitchFamily="34" charset="-128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 smtClean="0">
            <a:solidFill>
              <a:schemeClr val="tx1"/>
            </a:solidFill>
            <a:latin typeface="+mn-ea"/>
            <a:ea typeface="+mn-ea"/>
          </a:defRPr>
        </a:defPPr>
      </a:lstStyle>
    </a:tx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969696"/>
        </a:lt2>
        <a:accent1>
          <a:srgbClr val="DDDDDD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.pptx" id="{B4542FC2-A7B2-4ED3-BB20-F6750F3E246A}" vid="{200B2CC3-038E-4B68-ADA0-F89367E15FF9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PPT模板</Template>
  <TotalTime>13862</TotalTime>
  <Words>1627</Words>
  <Application>Microsoft Office PowerPoint</Application>
  <PresentationFormat>自定义</PresentationFormat>
  <Paragraphs>430</Paragraphs>
  <Slides>26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26</vt:i4>
      </vt:variant>
    </vt:vector>
  </HeadingPairs>
  <TitlesOfParts>
    <vt:vector size="46" baseType="lpstr">
      <vt:lpstr>FrutigerNext LT Bold</vt:lpstr>
      <vt:lpstr>FrutigerNext LT Light</vt:lpstr>
      <vt:lpstr>FrutigerNext LT Medium</vt:lpstr>
      <vt:lpstr>FrutigerNext LT Regular</vt:lpstr>
      <vt:lpstr>ＭＳ Ｐゴシック</vt:lpstr>
      <vt:lpstr>ＭＳ Ｐゴシック</vt:lpstr>
      <vt:lpstr>等线</vt:lpstr>
      <vt:lpstr>黑体</vt:lpstr>
      <vt:lpstr>华文细黑</vt:lpstr>
      <vt:lpstr>微软雅黑</vt:lpstr>
      <vt:lpstr>微软雅黑</vt:lpstr>
      <vt:lpstr>Arial</vt:lpstr>
      <vt:lpstr>Calibri</vt:lpstr>
      <vt:lpstr>Wingdings</vt:lpstr>
      <vt:lpstr>1_Title Slide</vt:lpstr>
      <vt:lpstr>Chart page</vt:lpstr>
      <vt:lpstr>4_Chart page</vt:lpstr>
      <vt:lpstr>End page</vt:lpstr>
      <vt:lpstr>6_default</vt:lpstr>
      <vt:lpstr>5_Chart page</vt:lpstr>
      <vt:lpstr>仓颉独立域名官方网站评审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liuwei (IK)</cp:lastModifiedBy>
  <cp:revision>317</cp:revision>
  <dcterms:created xsi:type="dcterms:W3CDTF">2018-11-29T10:16:29Z</dcterms:created>
  <dcterms:modified xsi:type="dcterms:W3CDTF">2024-08-07T06:30:57Z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(3)5awHMwhIBA/MNc7detQxgDoO9urdfuIMvlK8NadIhmqMp7fLyf2JuJSpsIwXs5mEsNH25OnK
4xi1jrQ/PWSkTVl06jxbB5x7zA4v8NirNFB7pclBaJjn8K/Z4dxxVMpa5xKTdWcM3cixdJjM
Y5JG5/JMvHgdHvUo9UqG5EjubaD7Krg0umkCx17/qapCe8qKl0cFC+owafDZ9bc6ql0n/JoQ
tjgNQGW+ibHc9GaXGt</vt:lpwstr>
  </property>
  <property fmtid="{D5CDD505-2E9C-101B-9397-08002B2CF9AE}" pid="3" name="_2015_ms_pID_7253431">
    <vt:lpwstr>bKEXoYK2xo79Aasna7QWYyHLCUznXvFcZAUzkwCtakP7HESKziVjnO
+Sxn3KpxeCbSoMvVzasm6c16+czLPs0uxHIOCxnScEIrDtRThaCNTbE4Qw/ffowU8XdDRUNs
ayWlhHq0IXoeXOa/yPU4duV5KggN4WM3ga8ZUTSUVvqrxu408OYaMnJSScL+/C3eo6F7xSG0
kMDl++59W9xZgF5PlLaxRKTcgoY+SEZx9faW</vt:lpwstr>
  </property>
  <property fmtid="{D5CDD505-2E9C-101B-9397-08002B2CF9AE}" pid="4" name="_2015_ms_pID_7253432">
    <vt:lpwstr>qg==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1722652039</vt:lpwstr>
  </property>
</Properties>
</file>