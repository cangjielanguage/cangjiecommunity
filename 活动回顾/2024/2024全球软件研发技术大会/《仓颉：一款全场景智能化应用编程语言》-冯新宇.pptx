
<file path=[Content_Types].xml><?xml version="1.0" encoding="utf-8"?>
<Types xmlns="http://schemas.openxmlformats.org/package/2006/content-types"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slideLayouts/slideLayout7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0.xml" ContentType="application/vnd.openxmlformats-officedocument.presentationml.tags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theme/themeOverride1.xml" ContentType="application/vnd.openxmlformats-officedocument.themeOverrid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tags/tag51.xml" ContentType="application/vnd.openxmlformats-officedocument.presentationml.tag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55" r:id="rId2"/>
  </p:sldMasterIdLst>
  <p:notesMasterIdLst>
    <p:notesMasterId r:id="rId41"/>
  </p:notesMasterIdLst>
  <p:sldIdLst>
    <p:sldId id="256" r:id="rId3"/>
    <p:sldId id="273" r:id="rId4"/>
    <p:sldId id="2147475319" r:id="rId5"/>
    <p:sldId id="281" r:id="rId6"/>
    <p:sldId id="2147475320" r:id="rId7"/>
    <p:sldId id="1014" r:id="rId8"/>
    <p:sldId id="1015" r:id="rId9"/>
    <p:sldId id="1016" r:id="rId10"/>
    <p:sldId id="2147475283" r:id="rId11"/>
    <p:sldId id="2147475284" r:id="rId12"/>
    <p:sldId id="2147475280" r:id="rId13"/>
    <p:sldId id="2147475281" r:id="rId14"/>
    <p:sldId id="2147475282" r:id="rId15"/>
    <p:sldId id="2147475289" r:id="rId16"/>
    <p:sldId id="2147475290" r:id="rId17"/>
    <p:sldId id="2147475294" r:id="rId18"/>
    <p:sldId id="2147475307" r:id="rId19"/>
    <p:sldId id="2147475297" r:id="rId20"/>
    <p:sldId id="2147475300" r:id="rId21"/>
    <p:sldId id="2147475277" r:id="rId22"/>
    <p:sldId id="2147475286" r:id="rId23"/>
    <p:sldId id="2147475309" r:id="rId24"/>
    <p:sldId id="2147475310" r:id="rId25"/>
    <p:sldId id="2147475292" r:id="rId26"/>
    <p:sldId id="2147475293" r:id="rId27"/>
    <p:sldId id="2147475301" r:id="rId28"/>
    <p:sldId id="2147475302" r:id="rId29"/>
    <p:sldId id="2147475303" r:id="rId30"/>
    <p:sldId id="2147475304" r:id="rId31"/>
    <p:sldId id="2147475311" r:id="rId32"/>
    <p:sldId id="2147475306" r:id="rId33"/>
    <p:sldId id="2147475318" r:id="rId34"/>
    <p:sldId id="2147475315" r:id="rId35"/>
    <p:sldId id="2147475316" r:id="rId36"/>
    <p:sldId id="2147475317" r:id="rId37"/>
    <p:sldId id="2147475313" r:id="rId38"/>
    <p:sldId id="2147475321" r:id="rId39"/>
    <p:sldId id="260" r:id="rId40"/>
  </p:sldIdLst>
  <p:sldSz cx="12192000" cy="6858000"/>
  <p:notesSz cx="6858000" cy="9144000"/>
  <p:custDataLst>
    <p:tags r:id="rId42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FF"/>
    <a:srgbClr val="9EEEF4"/>
    <a:srgbClr val="A8DFEA"/>
    <a:srgbClr val="FFFFFF"/>
    <a:srgbClr val="9205A2"/>
    <a:srgbClr val="D17EDB"/>
    <a:srgbClr val="792081"/>
    <a:srgbClr val="FB38F8"/>
    <a:srgbClr val="EE44E4"/>
    <a:srgbClr val="DCDCD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26731" autoAdjust="0"/>
    <p:restoredTop sz="94660"/>
  </p:normalViewPr>
  <p:slideViewPr>
    <p:cSldViewPr snapToGrid="0" showGuides="1">
      <p:cViewPr varScale="1">
        <p:scale>
          <a:sx n="66" d="100"/>
          <a:sy n="66" d="100"/>
        </p:scale>
        <p:origin x="66" y="948"/>
      </p:cViewPr>
      <p:guideLst>
        <p:guide orient="horz" pos="2160"/>
        <p:guide pos="3840"/>
      </p:guideLst>
    </p:cSldViewPr>
  </p:slideViewPr>
  <p:notesTextViewPr>
    <p:cViewPr>
      <p:scale>
        <a:sx n="3" d="2"/>
        <a:sy n="3" d="2"/>
      </p:scale>
      <p:origin x="0" y="0"/>
    </p:cViewPr>
  </p:notesTextViewPr>
  <p:sorterViewPr>
    <p:cViewPr>
      <p:scale>
        <a:sx n="100" d="100"/>
        <a:sy n="100" d="100"/>
      </p:scale>
      <p:origin x="0" y="-6936"/>
    </p:cViewPr>
  </p:sorterViewPr>
  <p:notesViewPr>
    <p:cSldViewPr snapToGrid="0">
      <p:cViewPr varScale="1">
        <p:scale>
          <a:sx n="92" d="100"/>
          <a:sy n="92" d="100"/>
        </p:scale>
        <p:origin x="2550" y="10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slide" Target="slides/slide24.xml"/><Relationship Id="rId39" Type="http://schemas.openxmlformats.org/officeDocument/2006/relationships/slide" Target="slides/slide37.xml"/><Relationship Id="rId21" Type="http://schemas.openxmlformats.org/officeDocument/2006/relationships/slide" Target="slides/slide19.xml"/><Relationship Id="rId34" Type="http://schemas.openxmlformats.org/officeDocument/2006/relationships/slide" Target="slides/slide32.xml"/><Relationship Id="rId42" Type="http://schemas.openxmlformats.org/officeDocument/2006/relationships/tags" Target="tags/tag1.xml"/><Relationship Id="rId7" Type="http://schemas.openxmlformats.org/officeDocument/2006/relationships/slide" Target="slides/slide5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9" Type="http://schemas.openxmlformats.org/officeDocument/2006/relationships/slide" Target="slides/slide27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32" Type="http://schemas.openxmlformats.org/officeDocument/2006/relationships/slide" Target="slides/slide30.xml"/><Relationship Id="rId37" Type="http://schemas.openxmlformats.org/officeDocument/2006/relationships/slide" Target="slides/slide35.xml"/><Relationship Id="rId40" Type="http://schemas.openxmlformats.org/officeDocument/2006/relationships/slide" Target="slides/slide38.xml"/><Relationship Id="rId45" Type="http://schemas.openxmlformats.org/officeDocument/2006/relationships/theme" Target="theme/theme1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36" Type="http://schemas.openxmlformats.org/officeDocument/2006/relationships/slide" Target="slides/slide34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31" Type="http://schemas.openxmlformats.org/officeDocument/2006/relationships/slide" Target="slides/slide29.xml"/><Relationship Id="rId44" Type="http://schemas.openxmlformats.org/officeDocument/2006/relationships/viewProps" Target="viewProps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30" Type="http://schemas.openxmlformats.org/officeDocument/2006/relationships/slide" Target="slides/slide28.xml"/><Relationship Id="rId35" Type="http://schemas.openxmlformats.org/officeDocument/2006/relationships/slide" Target="slides/slide33.xml"/><Relationship Id="rId43" Type="http://schemas.openxmlformats.org/officeDocument/2006/relationships/presProps" Target="presProps.xml"/><Relationship Id="rId8" Type="http://schemas.openxmlformats.org/officeDocument/2006/relationships/slide" Target="slides/slide6.xml"/><Relationship Id="rId3" Type="http://schemas.openxmlformats.org/officeDocument/2006/relationships/slide" Target="slides/slide1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openxmlformats.org/officeDocument/2006/relationships/slide" Target="slides/slide31.xml"/><Relationship Id="rId38" Type="http://schemas.openxmlformats.org/officeDocument/2006/relationships/slide" Target="slides/slide36.xml"/><Relationship Id="rId46" Type="http://schemas.openxmlformats.org/officeDocument/2006/relationships/tableStyles" Target="tableStyles.xml"/><Relationship Id="rId20" Type="http://schemas.openxmlformats.org/officeDocument/2006/relationships/slide" Target="slides/slide18.xml"/><Relationship Id="rId41" Type="http://schemas.openxmlformats.org/officeDocument/2006/relationships/notesMaster" Target="notesMasters/notesMaster1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themeOverride" Target="../theme/themeOverride1.xml"/><Relationship Id="rId2" Type="http://schemas.microsoft.com/office/2011/relationships/chartColorStyle" Target="colors1.xml"/><Relationship Id="rId1" Type="http://schemas.microsoft.com/office/2011/relationships/chartStyle" Target="style1.xml"/><Relationship Id="rId4" Type="http://schemas.openxmlformats.org/officeDocument/2006/relationships/oleObject" Target="file:///D:\16.&#20179;&#39049;&#32534;&#31243;&#35821;&#35328;OSWG\20.HC&#22823;&#20250;&#21457;&#24067;\03.&#21334;&#28857;&#35774;&#35745;\&#32534;&#31243;&#35821;&#35328;&#24615;&#33021;&#23545;&#27604;&#27979;&#35797;V1.1.xlsx" TargetMode="Externa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dk1" tx1="lt1" bg2="dk2" tx2="lt2" accent1="accent1" accent2="accent2" accent3="accent3" accent4="accent4" accent5="accent5" accent6="accent6" hlink="hlink" folHlink="folHlink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Cangjie</c:v>
                </c:pt>
              </c:strCache>
            </c:strRef>
          </c:tx>
          <c:spPr>
            <a:solidFill>
              <a:srgbClr val="92D050"/>
            </a:solidFill>
            <a:ln w="25400">
              <a:noFill/>
            </a:ln>
            <a:effectLst/>
          </c:spPr>
          <c:invertIfNegative val="0"/>
          <c:cat>
            <c:strRef>
              <c:f>Sheet1!$A$2:$A$11</c:f>
              <c:strCache>
                <c:ptCount val="10"/>
                <c:pt idx="0">
                  <c:v>Binarytree</c:v>
                </c:pt>
                <c:pt idx="1">
                  <c:v>fannkuchredux</c:v>
                </c:pt>
                <c:pt idx="2">
                  <c:v>fasta</c:v>
                </c:pt>
                <c:pt idx="3">
                  <c:v>knucleotide</c:v>
                </c:pt>
                <c:pt idx="4">
                  <c:v>mandelbrot</c:v>
                </c:pt>
                <c:pt idx="5">
                  <c:v>nobody</c:v>
                </c:pt>
                <c:pt idx="6">
                  <c:v>regexredux</c:v>
                </c:pt>
                <c:pt idx="7">
                  <c:v>revcomp</c:v>
                </c:pt>
                <c:pt idx="8">
                  <c:v>spectralnorm</c:v>
                </c:pt>
                <c:pt idx="9">
                  <c:v>几何平均</c:v>
                </c:pt>
              </c:strCache>
            </c:strRef>
          </c:cat>
          <c:val>
            <c:numRef>
              <c:f>Sheet1!$B$2:$B$11</c:f>
              <c:numCache>
                <c:formatCode>0.0_);[Red]\(0.0\)</c:formatCode>
                <c:ptCount val="10"/>
                <c:pt idx="0">
                  <c:v>3</c:v>
                </c:pt>
                <c:pt idx="1">
                  <c:v>1.4492753623188408</c:v>
                </c:pt>
                <c:pt idx="2">
                  <c:v>1.3157894736842106</c:v>
                </c:pt>
                <c:pt idx="3">
                  <c:v>0.7407407407407407</c:v>
                </c:pt>
                <c:pt idx="4">
                  <c:v>1.075268817204301</c:v>
                </c:pt>
                <c:pt idx="5">
                  <c:v>1.0638297872340425</c:v>
                </c:pt>
                <c:pt idx="6">
                  <c:v>3.25</c:v>
                </c:pt>
                <c:pt idx="7">
                  <c:v>0.68027210884353739</c:v>
                </c:pt>
                <c:pt idx="8">
                  <c:v>1.0638297872340425</c:v>
                </c:pt>
                <c:pt idx="9">
                  <c:v>1.4705882352941175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4B51-4031-86BB-89B109DC34B5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语言J</c:v>
                </c:pt>
              </c:strCache>
            </c:strRef>
          </c:tx>
          <c:spPr>
            <a:solidFill>
              <a:srgbClr val="F1BF43"/>
            </a:solidFill>
            <a:ln w="25400">
              <a:noFill/>
            </a:ln>
            <a:effectLst/>
          </c:spPr>
          <c:invertIfNegative val="0"/>
          <c:cat>
            <c:strRef>
              <c:f>Sheet1!$A$2:$A$11</c:f>
              <c:strCache>
                <c:ptCount val="10"/>
                <c:pt idx="0">
                  <c:v>Binarytree</c:v>
                </c:pt>
                <c:pt idx="1">
                  <c:v>fannkuchredux</c:v>
                </c:pt>
                <c:pt idx="2">
                  <c:v>fasta</c:v>
                </c:pt>
                <c:pt idx="3">
                  <c:v>knucleotide</c:v>
                </c:pt>
                <c:pt idx="4">
                  <c:v>mandelbrot</c:v>
                </c:pt>
                <c:pt idx="5">
                  <c:v>nobody</c:v>
                </c:pt>
                <c:pt idx="6">
                  <c:v>regexredux</c:v>
                </c:pt>
                <c:pt idx="7">
                  <c:v>revcomp</c:v>
                </c:pt>
                <c:pt idx="8">
                  <c:v>spectralnorm</c:v>
                </c:pt>
                <c:pt idx="9">
                  <c:v>几何平均</c:v>
                </c:pt>
              </c:strCache>
            </c:strRef>
          </c:cat>
          <c:val>
            <c:numRef>
              <c:f>Sheet1!$C$2:$C$11</c:f>
              <c:numCache>
                <c:formatCode>0.0_);[Red]\(0.0\)</c:formatCode>
                <c:ptCount val="10"/>
                <c:pt idx="0">
                  <c:v>3.5</c:v>
                </c:pt>
                <c:pt idx="1">
                  <c:v>0.76335877862595414</c:v>
                </c:pt>
                <c:pt idx="2">
                  <c:v>1.075268817204301</c:v>
                </c:pt>
                <c:pt idx="3">
                  <c:v>1.5151515151515151</c:v>
                </c:pt>
                <c:pt idx="4">
                  <c:v>0.9174311926605504</c:v>
                </c:pt>
                <c:pt idx="5">
                  <c:v>0.94339622641509424</c:v>
                </c:pt>
                <c:pt idx="6">
                  <c:v>0.61349693251533743</c:v>
                </c:pt>
                <c:pt idx="7">
                  <c:v>0.55555555555555558</c:v>
                </c:pt>
                <c:pt idx="8">
                  <c:v>0.86956521739130443</c:v>
                </c:pt>
                <c:pt idx="9">
                  <c:v>1.0869565217391304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4B51-4031-86BB-89B109DC34B5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语言S</c:v>
                </c:pt>
              </c:strCache>
            </c:strRef>
          </c:tx>
          <c:spPr>
            <a:solidFill>
              <a:srgbClr val="4472C4"/>
            </a:solidFill>
            <a:ln w="25400">
              <a:noFill/>
            </a:ln>
            <a:effectLst/>
          </c:spPr>
          <c:invertIfNegative val="0"/>
          <c:cat>
            <c:strRef>
              <c:f>Sheet1!$A$2:$A$11</c:f>
              <c:strCache>
                <c:ptCount val="10"/>
                <c:pt idx="0">
                  <c:v>Binarytree</c:v>
                </c:pt>
                <c:pt idx="1">
                  <c:v>fannkuchredux</c:v>
                </c:pt>
                <c:pt idx="2">
                  <c:v>fasta</c:v>
                </c:pt>
                <c:pt idx="3">
                  <c:v>knucleotide</c:v>
                </c:pt>
                <c:pt idx="4">
                  <c:v>mandelbrot</c:v>
                </c:pt>
                <c:pt idx="5">
                  <c:v>nobody</c:v>
                </c:pt>
                <c:pt idx="6">
                  <c:v>regexredux</c:v>
                </c:pt>
                <c:pt idx="7">
                  <c:v>revcomp</c:v>
                </c:pt>
                <c:pt idx="8">
                  <c:v>spectralnorm</c:v>
                </c:pt>
                <c:pt idx="9">
                  <c:v>几何平均</c:v>
                </c:pt>
              </c:strCache>
            </c:strRef>
          </c:cat>
          <c:val>
            <c:numRef>
              <c:f>Sheet1!$D$2:$D$11</c:f>
              <c:numCache>
                <c:formatCode>0.0_);[Red]\(0.0\)</c:formatCode>
                <c:ptCount val="10"/>
                <c:pt idx="0">
                  <c:v>1.0526315789473684</c:v>
                </c:pt>
                <c:pt idx="1">
                  <c:v>0.970873786407767</c:v>
                </c:pt>
                <c:pt idx="2">
                  <c:v>0.5780346820809249</c:v>
                </c:pt>
                <c:pt idx="3">
                  <c:v>0.52083333333333337</c:v>
                </c:pt>
                <c:pt idx="4">
                  <c:v>2.8571428571428572</c:v>
                </c:pt>
                <c:pt idx="5">
                  <c:v>1.1627906976744187</c:v>
                </c:pt>
                <c:pt idx="6">
                  <c:v>0.15625</c:v>
                </c:pt>
                <c:pt idx="7">
                  <c:v>0.98039215686274506</c:v>
                </c:pt>
                <c:pt idx="8">
                  <c:v>1.0101010101010102</c:v>
                </c:pt>
                <c:pt idx="9">
                  <c:v>0.81967213114754101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4B51-4031-86BB-89B109DC34B5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1184702624"/>
        <c:axId val="911667232"/>
      </c:barChart>
      <c:catAx>
        <c:axId val="118470262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600" b="0" i="0" u="none" strike="noStrike" kern="1200" baseline="0">
                <a:solidFill>
                  <a:schemeClr val="tx1"/>
                </a:solidFill>
                <a:latin typeface="+mn-ea"/>
                <a:ea typeface="+mn-ea"/>
                <a:cs typeface="+mn-cs"/>
              </a:defRPr>
            </a:pPr>
            <a:endParaRPr lang="zh-CN"/>
          </a:p>
        </c:txPr>
        <c:crossAx val="911667232"/>
        <c:crosses val="autoZero"/>
        <c:auto val="1"/>
        <c:lblAlgn val="ctr"/>
        <c:lblOffset val="100"/>
        <c:noMultiLvlLbl val="0"/>
      </c:catAx>
      <c:valAx>
        <c:axId val="911667232"/>
        <c:scaling>
          <c:orientation val="minMax"/>
        </c:scaling>
        <c:delete val="1"/>
        <c:axPos val="l"/>
        <c:numFmt formatCode="0.0_);[Red]\(0.0\)" sourceLinked="1"/>
        <c:majorTickMark val="out"/>
        <c:minorTickMark val="none"/>
        <c:tickLblPos val="nextTo"/>
        <c:crossAx val="118470262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t"/>
      <c:legendEntry>
        <c:idx val="0"/>
        <c:txPr>
          <a:bodyPr rot="0" spcFirstLastPara="1" vertOverflow="ellipsis" vert="horz" wrap="square" anchor="ctr" anchorCtr="1"/>
          <a:lstStyle/>
          <a:p>
            <a:pPr>
              <a:defRPr sz="2000" b="0" i="0" u="none" strike="noStrike" kern="1200" baseline="0">
                <a:ln>
                  <a:solidFill>
                    <a:schemeClr val="tx1"/>
                  </a:solidFill>
                </a:ln>
                <a:solidFill>
                  <a:schemeClr val="tx1"/>
                </a:solidFill>
                <a:latin typeface="+mn-lt"/>
                <a:ea typeface="微软雅黑" panose="020B0503020204020204" pitchFamily="34" charset="-122"/>
                <a:cs typeface="+mn-cs"/>
              </a:defRPr>
            </a:pPr>
            <a:endParaRPr lang="zh-CN"/>
          </a:p>
        </c:txPr>
      </c:legendEntry>
      <c:legendEntry>
        <c:idx val="1"/>
        <c:txPr>
          <a:bodyPr rot="0" spcFirstLastPara="1" vertOverflow="ellipsis" vert="horz" wrap="square" anchor="ctr" anchorCtr="1"/>
          <a:lstStyle/>
          <a:p>
            <a:pPr>
              <a:defRPr sz="2000" b="0" i="0" u="none" strike="noStrike" kern="1200" baseline="0">
                <a:solidFill>
                  <a:schemeClr val="tx1"/>
                </a:solidFill>
                <a:latin typeface="+mn-lt"/>
                <a:ea typeface="微软雅黑" panose="020B0503020204020204" pitchFamily="34" charset="-122"/>
                <a:cs typeface="+mn-cs"/>
              </a:defRPr>
            </a:pPr>
            <a:endParaRPr lang="zh-CN"/>
          </a:p>
        </c:txPr>
      </c:legendEntry>
      <c:legendEntry>
        <c:idx val="2"/>
        <c:txPr>
          <a:bodyPr rot="0" spcFirstLastPara="1" vertOverflow="ellipsis" vert="horz" wrap="square" anchor="ctr" anchorCtr="1"/>
          <a:lstStyle/>
          <a:p>
            <a:pPr>
              <a:defRPr sz="2000" b="0" i="0" u="none" strike="noStrike" kern="1200" baseline="0">
                <a:solidFill>
                  <a:schemeClr val="tx1"/>
                </a:solidFill>
                <a:latin typeface="+mn-lt"/>
                <a:ea typeface="微软雅黑" panose="020B0503020204020204" pitchFamily="34" charset="-122"/>
                <a:cs typeface="+mn-cs"/>
              </a:defRPr>
            </a:pPr>
            <a:endParaRPr lang="zh-CN"/>
          </a:p>
        </c:txPr>
      </c:legendEntry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590" b="0" i="0" u="none" strike="noStrike" kern="1200" baseline="0">
              <a:solidFill>
                <a:schemeClr val="tx1"/>
              </a:solidFill>
              <a:latin typeface="+mn-lt"/>
              <a:ea typeface="微软雅黑" panose="020B0503020204020204" pitchFamily="34" charset="-122"/>
              <a:cs typeface="+mn-cs"/>
            </a:defRPr>
          </a:pPr>
          <a:endParaRPr lang="zh-CN"/>
        </a:p>
      </c:txPr>
    </c:legend>
    <c:plotVisOnly val="1"/>
    <c:dispBlanksAs val="zero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zh-CN"/>
    </a:p>
  </c:txPr>
  <c:externalData r:id="rId4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2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A48B96-639E-45A3-A0BA-2464DFDB1FAA}" type="datetimeFigureOut">
              <a:rPr lang="zh-CN" altLang="en-US" smtClean="0"/>
              <a:t>2024/7/3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837353-30EB-4A48-80EB-173D804AEFBD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64650798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74118873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tags" Target="../tags/tag10.xml"/><Relationship Id="rId7" Type="http://schemas.openxmlformats.org/officeDocument/2006/relationships/image" Target="../media/image1.png"/><Relationship Id="rId2" Type="http://schemas.openxmlformats.org/officeDocument/2006/relationships/tags" Target="../tags/tag9.xml"/><Relationship Id="rId1" Type="http://schemas.openxmlformats.org/officeDocument/2006/relationships/tags" Target="../tags/tag8.xml"/><Relationship Id="rId6" Type="http://schemas.openxmlformats.org/officeDocument/2006/relationships/slideMaster" Target="../slideMasters/slideMaster1.xml"/><Relationship Id="rId5" Type="http://schemas.openxmlformats.org/officeDocument/2006/relationships/tags" Target="../tags/tag12.xml"/><Relationship Id="rId4" Type="http://schemas.openxmlformats.org/officeDocument/2006/relationships/tags" Target="../tags/tag11.xml"/></Relationships>
</file>

<file path=ppt/slideLayouts/_rels/slideLayout2.xml.rels><?xml version="1.0" encoding="UTF-8" standalone="yes"?>
<Relationships xmlns="http://schemas.openxmlformats.org/package/2006/relationships"><Relationship Id="rId8" Type="http://schemas.openxmlformats.org/officeDocument/2006/relationships/tags" Target="../tags/tag20.xml"/><Relationship Id="rId13" Type="http://schemas.openxmlformats.org/officeDocument/2006/relationships/tags" Target="../tags/tag25.xml"/><Relationship Id="rId18" Type="http://schemas.openxmlformats.org/officeDocument/2006/relationships/slideMaster" Target="../slideMasters/slideMaster1.xml"/><Relationship Id="rId3" Type="http://schemas.openxmlformats.org/officeDocument/2006/relationships/tags" Target="../tags/tag15.xml"/><Relationship Id="rId7" Type="http://schemas.openxmlformats.org/officeDocument/2006/relationships/tags" Target="../tags/tag19.xml"/><Relationship Id="rId12" Type="http://schemas.openxmlformats.org/officeDocument/2006/relationships/tags" Target="../tags/tag24.xml"/><Relationship Id="rId17" Type="http://schemas.openxmlformats.org/officeDocument/2006/relationships/tags" Target="../tags/tag29.xml"/><Relationship Id="rId2" Type="http://schemas.openxmlformats.org/officeDocument/2006/relationships/tags" Target="../tags/tag14.xml"/><Relationship Id="rId16" Type="http://schemas.openxmlformats.org/officeDocument/2006/relationships/tags" Target="../tags/tag28.xml"/><Relationship Id="rId1" Type="http://schemas.openxmlformats.org/officeDocument/2006/relationships/tags" Target="../tags/tag13.xml"/><Relationship Id="rId6" Type="http://schemas.openxmlformats.org/officeDocument/2006/relationships/tags" Target="../tags/tag18.xml"/><Relationship Id="rId11" Type="http://schemas.openxmlformats.org/officeDocument/2006/relationships/tags" Target="../tags/tag23.xml"/><Relationship Id="rId5" Type="http://schemas.openxmlformats.org/officeDocument/2006/relationships/tags" Target="../tags/tag17.xml"/><Relationship Id="rId15" Type="http://schemas.openxmlformats.org/officeDocument/2006/relationships/tags" Target="../tags/tag27.xml"/><Relationship Id="rId10" Type="http://schemas.openxmlformats.org/officeDocument/2006/relationships/tags" Target="../tags/tag22.xml"/><Relationship Id="rId19" Type="http://schemas.openxmlformats.org/officeDocument/2006/relationships/image" Target="../media/image2.png"/><Relationship Id="rId4" Type="http://schemas.openxmlformats.org/officeDocument/2006/relationships/tags" Target="../tags/tag16.xml"/><Relationship Id="rId9" Type="http://schemas.openxmlformats.org/officeDocument/2006/relationships/tags" Target="../tags/tag21.xml"/><Relationship Id="rId14" Type="http://schemas.openxmlformats.org/officeDocument/2006/relationships/tags" Target="../tags/tag26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tags" Target="../tags/tag32.xml"/><Relationship Id="rId7" Type="http://schemas.openxmlformats.org/officeDocument/2006/relationships/image" Target="../media/image3.png"/><Relationship Id="rId2" Type="http://schemas.openxmlformats.org/officeDocument/2006/relationships/tags" Target="../tags/tag31.xml"/><Relationship Id="rId1" Type="http://schemas.openxmlformats.org/officeDocument/2006/relationships/tags" Target="../tags/tag30.xml"/><Relationship Id="rId6" Type="http://schemas.openxmlformats.org/officeDocument/2006/relationships/slideMaster" Target="../slideMasters/slideMaster1.xml"/><Relationship Id="rId5" Type="http://schemas.openxmlformats.org/officeDocument/2006/relationships/tags" Target="../tags/tag34.xml"/><Relationship Id="rId4" Type="http://schemas.openxmlformats.org/officeDocument/2006/relationships/tags" Target="../tags/tag33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tags" Target="../tags/tag37.xml"/><Relationship Id="rId2" Type="http://schemas.openxmlformats.org/officeDocument/2006/relationships/tags" Target="../tags/tag36.xml"/><Relationship Id="rId1" Type="http://schemas.openxmlformats.org/officeDocument/2006/relationships/tags" Target="../tags/tag35.xml"/><Relationship Id="rId5" Type="http://schemas.openxmlformats.org/officeDocument/2006/relationships/image" Target="../media/image4.png"/><Relationship Id="rId4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png"/><Relationship Id="rId3" Type="http://schemas.openxmlformats.org/officeDocument/2006/relationships/tags" Target="../tags/tag40.xml"/><Relationship Id="rId7" Type="http://schemas.openxmlformats.org/officeDocument/2006/relationships/slideMaster" Target="../slideMasters/slideMaster1.xml"/><Relationship Id="rId2" Type="http://schemas.openxmlformats.org/officeDocument/2006/relationships/tags" Target="../tags/tag39.xml"/><Relationship Id="rId1" Type="http://schemas.openxmlformats.org/officeDocument/2006/relationships/tags" Target="../tags/tag38.xml"/><Relationship Id="rId6" Type="http://schemas.openxmlformats.org/officeDocument/2006/relationships/tags" Target="../tags/tag43.xml"/><Relationship Id="rId5" Type="http://schemas.openxmlformats.org/officeDocument/2006/relationships/tags" Target="../tags/tag42.xml"/><Relationship Id="rId4" Type="http://schemas.openxmlformats.org/officeDocument/2006/relationships/tags" Target="../tags/tag4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tags" Target="../tags/tag46.xml"/><Relationship Id="rId2" Type="http://schemas.openxmlformats.org/officeDocument/2006/relationships/tags" Target="../tags/tag45.xml"/><Relationship Id="rId1" Type="http://schemas.openxmlformats.org/officeDocument/2006/relationships/tags" Target="../tags/tag44.xml"/><Relationship Id="rId5" Type="http://schemas.openxmlformats.org/officeDocument/2006/relationships/slideMaster" Target="../slideMasters/slideMaster1.xml"/><Relationship Id="rId4" Type="http://schemas.openxmlformats.org/officeDocument/2006/relationships/tags" Target="../tags/tag47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  <p:custDataLst>
              <p:tags r:id="rId1"/>
            </p:custDataLst>
          </p:nvPr>
        </p:nvSpPr>
        <p:spPr>
          <a:xfrm>
            <a:off x="1198800" y="914400"/>
            <a:ext cx="9799200" cy="2570400"/>
          </a:xfrm>
        </p:spPr>
        <p:txBody>
          <a:bodyPr lIns="90000" tIns="46800" rIns="90000" bIns="46800" anchor="b" anchorCtr="0">
            <a:normAutofit/>
          </a:bodyPr>
          <a:lstStyle>
            <a:lvl1pPr algn="ctr">
              <a:defRPr sz="6000"/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  <p:custDataLst>
              <p:tags r:id="rId2"/>
            </p:custDataLst>
          </p:nvPr>
        </p:nvSpPr>
        <p:spPr>
          <a:xfrm>
            <a:off x="1198800" y="3560400"/>
            <a:ext cx="9799200" cy="1472400"/>
          </a:xfrm>
        </p:spPr>
        <p:txBody>
          <a:bodyPr lIns="90000" tIns="46800" rIns="90000" bIns="46800">
            <a:normAutofit/>
          </a:bodyPr>
          <a:lstStyle>
            <a:lvl1pPr marL="0" indent="0" algn="ctr">
              <a:lnSpc>
                <a:spcPct val="110000"/>
              </a:lnSpc>
              <a:buNone/>
              <a:defRPr sz="2400" spc="2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/>
              <a:t>单击此处编辑母版副标题样式</a:t>
            </a:r>
          </a:p>
        </p:txBody>
      </p:sp>
      <p:sp>
        <p:nvSpPr>
          <p:cNvPr id="16" name="日期占位符 15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2024/7/3</a:t>
            </a:fld>
            <a:endParaRPr lang="zh-CN" altLang="en-US"/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 dirty="0"/>
          </a:p>
        </p:txBody>
      </p:sp>
      <p:pic>
        <p:nvPicPr>
          <p:cNvPr id="4" name="图片 3" descr="F:/周长山-2023.7.17/2024  SD大会/演讲PPT模版/1920x1080.png1920x1080"/>
          <p:cNvPicPr>
            <a:picLocks noChangeAspect="1"/>
          </p:cNvPicPr>
          <p:nvPr userDrawn="1"/>
        </p:nvPicPr>
        <p:blipFill>
          <a:blip r:embed="rId7"/>
          <a:srcRect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2"/>
            </p:custDataLst>
          </p:nvPr>
        </p:nvSpPr>
        <p:spPr>
          <a:xfrm>
            <a:off x="608400" y="1490400"/>
            <a:ext cx="10969200" cy="47592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2024/7/3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  <p:pic>
        <p:nvPicPr>
          <p:cNvPr id="7" name="图片 6" descr="F:/周长山-2023.7.17/2024  SD大会/演讲PPT模版/1920x1080 拷贝.png1920x1080 拷贝"/>
          <p:cNvPicPr>
            <a:picLocks noChangeAspect="1"/>
          </p:cNvPicPr>
          <p:nvPr userDrawn="1"/>
        </p:nvPicPr>
        <p:blipFill>
          <a:blip r:embed="rId19"/>
          <a:srcRect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grpSp>
        <p:nvGrpSpPr>
          <p:cNvPr id="31" name="组合 30"/>
          <p:cNvGrpSpPr/>
          <p:nvPr userDrawn="1"/>
        </p:nvGrpSpPr>
        <p:grpSpPr>
          <a:xfrm>
            <a:off x="3993515" y="2136140"/>
            <a:ext cx="351790" cy="400050"/>
            <a:chOff x="983" y="500"/>
            <a:chExt cx="554" cy="630"/>
          </a:xfrm>
        </p:grpSpPr>
        <p:sp>
          <p:nvSpPr>
            <p:cNvPr id="32" name="椭圆 31"/>
            <p:cNvSpPr/>
            <p:nvPr userDrawn="1">
              <p:custDataLst>
                <p:tags r:id="rId15"/>
              </p:custDataLst>
            </p:nvPr>
          </p:nvSpPr>
          <p:spPr>
            <a:xfrm>
              <a:off x="1181" y="500"/>
              <a:ext cx="158" cy="630"/>
            </a:xfrm>
            <a:prstGeom prst="ellipse">
              <a:avLst/>
            </a:prstGeom>
            <a:solidFill>
              <a:schemeClr val="accent5">
                <a:lumMod val="60000"/>
                <a:lumOff val="40000"/>
              </a:schemeClr>
            </a:solidFill>
            <a:ln w="12700" cap="flat" cmpd="sng">
              <a:noFill/>
              <a:prstDash val="solid"/>
              <a:miter lim="800000"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3" name="椭圆 32"/>
            <p:cNvSpPr/>
            <p:nvPr userDrawn="1">
              <p:custDataLst>
                <p:tags r:id="rId16"/>
              </p:custDataLst>
            </p:nvPr>
          </p:nvSpPr>
          <p:spPr>
            <a:xfrm>
              <a:off x="983" y="594"/>
              <a:ext cx="120" cy="443"/>
            </a:xfrm>
            <a:prstGeom prst="ellipse">
              <a:avLst/>
            </a:prstGeom>
            <a:solidFill>
              <a:srgbClr val="7030A0"/>
            </a:solidFill>
            <a:ln w="12700" cap="flat" cmpd="sng">
              <a:noFill/>
              <a:prstDash val="solid"/>
              <a:miter lim="800000"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4" name="椭圆 33"/>
            <p:cNvSpPr/>
            <p:nvPr userDrawn="1">
              <p:custDataLst>
                <p:tags r:id="rId17"/>
              </p:custDataLst>
            </p:nvPr>
          </p:nvSpPr>
          <p:spPr>
            <a:xfrm>
              <a:off x="1417" y="594"/>
              <a:ext cx="120" cy="443"/>
            </a:xfrm>
            <a:prstGeom prst="ellipse">
              <a:avLst/>
            </a:prstGeom>
            <a:solidFill>
              <a:srgbClr val="00B0F0"/>
            </a:solidFill>
            <a:ln w="12700" cap="flat" cmpd="sng">
              <a:noFill/>
              <a:prstDash val="solid"/>
              <a:miter lim="800000"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8" name="组合 7"/>
          <p:cNvGrpSpPr/>
          <p:nvPr userDrawn="1"/>
        </p:nvGrpSpPr>
        <p:grpSpPr>
          <a:xfrm>
            <a:off x="3989705" y="2950845"/>
            <a:ext cx="351790" cy="400050"/>
            <a:chOff x="983" y="500"/>
            <a:chExt cx="554" cy="630"/>
          </a:xfrm>
        </p:grpSpPr>
        <p:sp>
          <p:nvSpPr>
            <p:cNvPr id="9" name="椭圆 8"/>
            <p:cNvSpPr/>
            <p:nvPr userDrawn="1">
              <p:custDataLst>
                <p:tags r:id="rId12"/>
              </p:custDataLst>
            </p:nvPr>
          </p:nvSpPr>
          <p:spPr>
            <a:xfrm>
              <a:off x="1181" y="500"/>
              <a:ext cx="158" cy="630"/>
            </a:xfrm>
            <a:prstGeom prst="ellipse">
              <a:avLst/>
            </a:prstGeom>
            <a:solidFill>
              <a:schemeClr val="accent5">
                <a:lumMod val="60000"/>
                <a:lumOff val="40000"/>
              </a:schemeClr>
            </a:solidFill>
            <a:ln w="12700" cap="flat" cmpd="sng">
              <a:noFill/>
              <a:prstDash val="solid"/>
              <a:miter lim="800000"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0" name="椭圆 9"/>
            <p:cNvSpPr/>
            <p:nvPr userDrawn="1">
              <p:custDataLst>
                <p:tags r:id="rId13"/>
              </p:custDataLst>
            </p:nvPr>
          </p:nvSpPr>
          <p:spPr>
            <a:xfrm>
              <a:off x="983" y="594"/>
              <a:ext cx="120" cy="443"/>
            </a:xfrm>
            <a:prstGeom prst="ellipse">
              <a:avLst/>
            </a:prstGeom>
            <a:solidFill>
              <a:srgbClr val="7030A0"/>
            </a:solidFill>
            <a:ln w="12700" cap="flat" cmpd="sng">
              <a:noFill/>
              <a:prstDash val="solid"/>
              <a:miter lim="800000"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1" name="椭圆 10"/>
            <p:cNvSpPr/>
            <p:nvPr userDrawn="1">
              <p:custDataLst>
                <p:tags r:id="rId14"/>
              </p:custDataLst>
            </p:nvPr>
          </p:nvSpPr>
          <p:spPr>
            <a:xfrm>
              <a:off x="1417" y="594"/>
              <a:ext cx="120" cy="443"/>
            </a:xfrm>
            <a:prstGeom prst="ellipse">
              <a:avLst/>
            </a:prstGeom>
            <a:solidFill>
              <a:srgbClr val="00B0F0"/>
            </a:solidFill>
            <a:ln w="12700" cap="flat" cmpd="sng">
              <a:noFill/>
              <a:prstDash val="solid"/>
              <a:miter lim="800000"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12" name="组合 11"/>
          <p:cNvGrpSpPr/>
          <p:nvPr userDrawn="1"/>
        </p:nvGrpSpPr>
        <p:grpSpPr>
          <a:xfrm>
            <a:off x="3999865" y="3784600"/>
            <a:ext cx="351790" cy="400050"/>
            <a:chOff x="983" y="500"/>
            <a:chExt cx="554" cy="630"/>
          </a:xfrm>
        </p:grpSpPr>
        <p:sp>
          <p:nvSpPr>
            <p:cNvPr id="13" name="椭圆 12"/>
            <p:cNvSpPr/>
            <p:nvPr userDrawn="1">
              <p:custDataLst>
                <p:tags r:id="rId9"/>
              </p:custDataLst>
            </p:nvPr>
          </p:nvSpPr>
          <p:spPr>
            <a:xfrm>
              <a:off x="1181" y="500"/>
              <a:ext cx="158" cy="630"/>
            </a:xfrm>
            <a:prstGeom prst="ellipse">
              <a:avLst/>
            </a:prstGeom>
            <a:solidFill>
              <a:schemeClr val="accent5">
                <a:lumMod val="60000"/>
                <a:lumOff val="40000"/>
              </a:schemeClr>
            </a:solidFill>
            <a:ln w="12700" cap="flat" cmpd="sng">
              <a:noFill/>
              <a:prstDash val="solid"/>
              <a:miter lim="800000"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4" name="椭圆 13"/>
            <p:cNvSpPr/>
            <p:nvPr userDrawn="1">
              <p:custDataLst>
                <p:tags r:id="rId10"/>
              </p:custDataLst>
            </p:nvPr>
          </p:nvSpPr>
          <p:spPr>
            <a:xfrm>
              <a:off x="983" y="594"/>
              <a:ext cx="120" cy="443"/>
            </a:xfrm>
            <a:prstGeom prst="ellipse">
              <a:avLst/>
            </a:prstGeom>
            <a:solidFill>
              <a:srgbClr val="7030A0"/>
            </a:solidFill>
            <a:ln w="12700" cap="flat" cmpd="sng">
              <a:noFill/>
              <a:prstDash val="solid"/>
              <a:miter lim="800000"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5" name="椭圆 14"/>
            <p:cNvSpPr/>
            <p:nvPr userDrawn="1">
              <p:custDataLst>
                <p:tags r:id="rId11"/>
              </p:custDataLst>
            </p:nvPr>
          </p:nvSpPr>
          <p:spPr>
            <a:xfrm>
              <a:off x="1417" y="594"/>
              <a:ext cx="120" cy="443"/>
            </a:xfrm>
            <a:prstGeom prst="ellipse">
              <a:avLst/>
            </a:prstGeom>
            <a:solidFill>
              <a:srgbClr val="00B0F0"/>
            </a:solidFill>
            <a:ln w="12700" cap="flat" cmpd="sng">
              <a:noFill/>
              <a:prstDash val="solid"/>
              <a:miter lim="800000"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16" name="组合 15"/>
          <p:cNvGrpSpPr/>
          <p:nvPr userDrawn="1"/>
        </p:nvGrpSpPr>
        <p:grpSpPr>
          <a:xfrm>
            <a:off x="4001135" y="4595495"/>
            <a:ext cx="351790" cy="400050"/>
            <a:chOff x="983" y="500"/>
            <a:chExt cx="554" cy="630"/>
          </a:xfrm>
        </p:grpSpPr>
        <p:sp>
          <p:nvSpPr>
            <p:cNvPr id="17" name="椭圆 16"/>
            <p:cNvSpPr/>
            <p:nvPr userDrawn="1">
              <p:custDataLst>
                <p:tags r:id="rId6"/>
              </p:custDataLst>
            </p:nvPr>
          </p:nvSpPr>
          <p:spPr>
            <a:xfrm>
              <a:off x="1181" y="500"/>
              <a:ext cx="158" cy="630"/>
            </a:xfrm>
            <a:prstGeom prst="ellipse">
              <a:avLst/>
            </a:prstGeom>
            <a:solidFill>
              <a:schemeClr val="accent5">
                <a:lumMod val="60000"/>
                <a:lumOff val="40000"/>
              </a:schemeClr>
            </a:solidFill>
            <a:ln w="12700" cap="flat" cmpd="sng">
              <a:noFill/>
              <a:prstDash val="solid"/>
              <a:miter lim="800000"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8" name="椭圆 17"/>
            <p:cNvSpPr/>
            <p:nvPr userDrawn="1">
              <p:custDataLst>
                <p:tags r:id="rId7"/>
              </p:custDataLst>
            </p:nvPr>
          </p:nvSpPr>
          <p:spPr>
            <a:xfrm>
              <a:off x="983" y="594"/>
              <a:ext cx="120" cy="443"/>
            </a:xfrm>
            <a:prstGeom prst="ellipse">
              <a:avLst/>
            </a:prstGeom>
            <a:solidFill>
              <a:srgbClr val="7030A0"/>
            </a:solidFill>
            <a:ln w="12700" cap="flat" cmpd="sng">
              <a:noFill/>
              <a:prstDash val="solid"/>
              <a:miter lim="800000"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9" name="椭圆 18"/>
            <p:cNvSpPr/>
            <p:nvPr userDrawn="1">
              <p:custDataLst>
                <p:tags r:id="rId8"/>
              </p:custDataLst>
            </p:nvPr>
          </p:nvSpPr>
          <p:spPr>
            <a:xfrm>
              <a:off x="1417" y="594"/>
              <a:ext cx="120" cy="443"/>
            </a:xfrm>
            <a:prstGeom prst="ellipse">
              <a:avLst/>
            </a:prstGeom>
            <a:solidFill>
              <a:srgbClr val="00B0F0"/>
            </a:solidFill>
            <a:ln w="12700" cap="flat" cmpd="sng">
              <a:noFill/>
              <a:prstDash val="solid"/>
              <a:miter lim="800000"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1"/>
            </p:custDataLst>
          </p:nvPr>
        </p:nvSpPr>
        <p:spPr>
          <a:xfrm>
            <a:off x="1990800" y="3848400"/>
            <a:ext cx="7768800" cy="766800"/>
          </a:xfrm>
        </p:spPr>
        <p:txBody>
          <a:bodyPr lIns="90000" tIns="46800" rIns="90000" bIns="46800" anchor="b" anchorCtr="0">
            <a:normAutofit/>
          </a:bodyPr>
          <a:lstStyle>
            <a:lvl1pPr>
              <a:defRPr sz="4400"/>
            </a:lvl1pPr>
          </a:lstStyle>
          <a:p>
            <a:r>
              <a:rPr lang="zh-CN" altLang="en-US" dirty="0"/>
              <a:t>单击此处编辑标题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2"/>
            </p:custDataLst>
          </p:nvPr>
        </p:nvSpPr>
        <p:spPr>
          <a:xfrm>
            <a:off x="1990800" y="4615200"/>
            <a:ext cx="7768800" cy="867600"/>
          </a:xfrm>
        </p:spPr>
        <p:txBody>
          <a:bodyPr lIns="90000" tIns="46800" rIns="90000" bIns="46800">
            <a:normAutofit/>
          </a:bodyPr>
          <a:lstStyle>
            <a:lvl1pPr marL="0" indent="0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dirty="0"/>
              <a:t>单击此处编辑文本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2024/7/3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  <p:pic>
        <p:nvPicPr>
          <p:cNvPr id="7" name="图片 6" descr="F:/周长山-2023.7.17/2024  SD大会/演讲PPT模版/1920x1080 拷贝 2.png1920x1080 拷贝 2"/>
          <p:cNvPicPr>
            <a:picLocks noChangeAspect="1"/>
          </p:cNvPicPr>
          <p:nvPr userDrawn="1"/>
        </p:nvPicPr>
        <p:blipFill>
          <a:blip r:embed="rId7"/>
          <a:srcRect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2024/7/3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 dirty="0"/>
          </a:p>
        </p:txBody>
      </p:sp>
      <p:pic>
        <p:nvPicPr>
          <p:cNvPr id="6" name="图片 5" descr="F:/周长山-2023.7.17/2024  SD大会/演讲PPT模版/1920x1080 拷贝 4.png1920x1080 拷贝 4"/>
          <p:cNvPicPr>
            <a:picLocks noChangeAspect="1"/>
          </p:cNvPicPr>
          <p:nvPr userDrawn="1"/>
        </p:nvPicPr>
        <p:blipFill>
          <a:blip r:embed="rId5"/>
          <a:srcRect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grpSp>
        <p:nvGrpSpPr>
          <p:cNvPr id="31" name="组合 30"/>
          <p:cNvGrpSpPr/>
          <p:nvPr userDrawn="1"/>
        </p:nvGrpSpPr>
        <p:grpSpPr>
          <a:xfrm>
            <a:off x="586740" y="408940"/>
            <a:ext cx="351790" cy="400050"/>
            <a:chOff x="983" y="500"/>
            <a:chExt cx="554" cy="630"/>
          </a:xfrm>
        </p:grpSpPr>
        <p:sp>
          <p:nvSpPr>
            <p:cNvPr id="32" name="椭圆 31"/>
            <p:cNvSpPr/>
            <p:nvPr userDrawn="1">
              <p:custDataLst>
                <p:tags r:id="rId1"/>
              </p:custDataLst>
            </p:nvPr>
          </p:nvSpPr>
          <p:spPr>
            <a:xfrm>
              <a:off x="1181" y="500"/>
              <a:ext cx="158" cy="630"/>
            </a:xfrm>
            <a:prstGeom prst="ellipse">
              <a:avLst/>
            </a:prstGeom>
            <a:solidFill>
              <a:schemeClr val="accent5">
                <a:lumMod val="60000"/>
                <a:lumOff val="40000"/>
              </a:schemeClr>
            </a:solidFill>
            <a:ln w="12700" cap="flat" cmpd="sng">
              <a:noFill/>
              <a:prstDash val="solid"/>
              <a:miter lim="800000"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3" name="椭圆 32"/>
            <p:cNvSpPr/>
            <p:nvPr userDrawn="1">
              <p:custDataLst>
                <p:tags r:id="rId2"/>
              </p:custDataLst>
            </p:nvPr>
          </p:nvSpPr>
          <p:spPr>
            <a:xfrm>
              <a:off x="983" y="594"/>
              <a:ext cx="120" cy="443"/>
            </a:xfrm>
            <a:prstGeom prst="ellipse">
              <a:avLst/>
            </a:prstGeom>
            <a:solidFill>
              <a:srgbClr val="7030A0"/>
            </a:solidFill>
            <a:ln w="12700" cap="flat" cmpd="sng">
              <a:noFill/>
              <a:prstDash val="solid"/>
              <a:miter lim="800000"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4" name="椭圆 33"/>
            <p:cNvSpPr/>
            <p:nvPr userDrawn="1">
              <p:custDataLst>
                <p:tags r:id="rId3"/>
              </p:custDataLst>
            </p:nvPr>
          </p:nvSpPr>
          <p:spPr>
            <a:xfrm>
              <a:off x="1417" y="594"/>
              <a:ext cx="120" cy="443"/>
            </a:xfrm>
            <a:prstGeom prst="ellipse">
              <a:avLst/>
            </a:prstGeom>
            <a:solidFill>
              <a:srgbClr val="00B0F0"/>
            </a:solidFill>
            <a:ln w="12700" cap="flat" cmpd="sng">
              <a:noFill/>
              <a:prstDash val="solid"/>
              <a:miter lim="800000"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  <p:custDataLst>
              <p:tags r:id="rId2"/>
            </p:custDataLst>
          </p:nvPr>
        </p:nvSpPr>
        <p:spPr>
          <a:xfrm>
            <a:off x="608400" y="1501200"/>
            <a:ext cx="5176800" cy="47484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3"/>
            </p:custDataLst>
          </p:nvPr>
        </p:nvSpPr>
        <p:spPr>
          <a:xfrm>
            <a:off x="6411600" y="1501200"/>
            <a:ext cx="5176800" cy="4748400"/>
          </a:xfrm>
        </p:spPr>
        <p:txBody>
          <a:bodyPr lIns="90000" tIns="46800" rIns="90000" bIns="4680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2024/7/3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  <p:pic>
        <p:nvPicPr>
          <p:cNvPr id="8" name="图片 7" descr="F:/周长山-2023.7.17/2024  SD大会/演讲PPT模版/1920x1080 拷贝 3.png1920x1080 拷贝 3"/>
          <p:cNvPicPr>
            <a:picLocks noChangeAspect="1"/>
          </p:cNvPicPr>
          <p:nvPr userDrawn="1"/>
        </p:nvPicPr>
        <p:blipFill>
          <a:blip r:embed="rId8"/>
          <a:srcRect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1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2024/7/3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2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3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 dirty="0"/>
          </a:p>
        </p:txBody>
      </p:sp>
      <p:sp>
        <p:nvSpPr>
          <p:cNvPr id="6" name="标题 5"/>
          <p:cNvSpPr>
            <a:spLocks noGrp="1"/>
          </p:cNvSpPr>
          <p:nvPr>
            <p:ph type="title"/>
            <p:custDataLst>
              <p:tags r:id="rId4"/>
            </p:custDataLst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章节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D2A38214-5857-FC4E-B923-056100E16BCA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728891" y="456135"/>
            <a:ext cx="10736445" cy="993400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ts val="3428"/>
              </a:lnSpc>
              <a:spcBef>
                <a:spcPts val="0"/>
              </a:spcBef>
              <a:buNone/>
              <a:defRPr sz="3199" baseline="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defRPr>
            </a:lvl1pPr>
            <a:lvl2pPr marL="593648" indent="0" algn="ctr">
              <a:buNone/>
              <a:defRPr sz="2597"/>
            </a:lvl2pPr>
            <a:lvl3pPr marL="1187293" indent="0" algn="ctr">
              <a:buNone/>
              <a:defRPr sz="2337"/>
            </a:lvl3pPr>
            <a:lvl4pPr marL="1780942" indent="0" algn="ctr">
              <a:buNone/>
              <a:defRPr sz="2079"/>
            </a:lvl4pPr>
            <a:lvl5pPr marL="2374589" indent="0" algn="ctr">
              <a:buNone/>
              <a:defRPr sz="2079"/>
            </a:lvl5pPr>
            <a:lvl6pPr marL="2968235" indent="0" algn="ctr">
              <a:buNone/>
              <a:defRPr sz="2079"/>
            </a:lvl6pPr>
            <a:lvl7pPr marL="3561882" indent="0" algn="ctr">
              <a:buNone/>
              <a:defRPr sz="2079"/>
            </a:lvl7pPr>
            <a:lvl8pPr marL="4155531" indent="0" algn="ctr">
              <a:buNone/>
              <a:defRPr sz="2079"/>
            </a:lvl8pPr>
            <a:lvl9pPr marL="4749176" indent="0" algn="ctr">
              <a:buNone/>
              <a:defRPr sz="2079"/>
            </a:lvl9pPr>
          </a:lstStyle>
          <a:p>
            <a:r>
              <a:rPr lang="zh-CN" altLang="en-US" dirty="0"/>
              <a:t>单击此处添加标题</a:t>
            </a:r>
            <a:endParaRPr lang="en-US" dirty="0"/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CA8B3F0C-616F-224A-B32F-9F9BF5EEE1BC}"/>
              </a:ext>
            </a:extLst>
          </p:cNvPr>
          <p:cNvSpPr>
            <a:spLocks noGrp="1"/>
          </p:cNvSpPr>
          <p:nvPr>
            <p:ph idx="12" hasCustomPrompt="1"/>
          </p:nvPr>
        </p:nvSpPr>
        <p:spPr>
          <a:xfrm>
            <a:off x="725739" y="1512876"/>
            <a:ext cx="10729365" cy="4690459"/>
          </a:xfrm>
          <a:prstGeom prst="rect">
            <a:avLst/>
          </a:prstGeom>
        </p:spPr>
        <p:txBody>
          <a:bodyPr lIns="0" tIns="0" rIns="0" bIns="0"/>
          <a:lstStyle>
            <a:lvl1pPr marL="179312" marR="0" indent="-168204" algn="l" defTabSz="118729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rgbClr val="000000"/>
              </a:buClr>
              <a:buSzTx/>
              <a:buFont typeface="Arial" panose="020B0604020202020204" pitchFamily="34" charset="0"/>
              <a:buChar char="•"/>
              <a:tabLst>
                <a:tab pos="1207575" algn="ctr"/>
              </a:tabLst>
              <a:defRPr sz="1799" baseline="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Arial" panose="020B0604020202020204" pitchFamily="34" charset="0"/>
              </a:defRPr>
            </a:lvl1pPr>
            <a:lvl2pPr marL="328886" marR="0" indent="-168204" algn="l" defTabSz="118729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tx1"/>
              </a:buClr>
              <a:buSzTx/>
              <a:buFont typeface=".AppleSystemUIFont"/>
              <a:buChar char="&gt;"/>
              <a:tabLst>
                <a:tab pos="1207575" algn="ctr"/>
              </a:tabLst>
              <a:defRPr sz="1600" baseline="0">
                <a:latin typeface="Microsoft YaHei" panose="020B0503020204020204" pitchFamily="34" charset="-122"/>
                <a:ea typeface="Microsoft YaHei" panose="020B0503020204020204" pitchFamily="34" charset="-122"/>
              </a:defRPr>
            </a:lvl2pPr>
            <a:lvl3pPr marL="1098109" marR="0" indent="-168204" algn="l" defTabSz="118729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tx1"/>
              </a:buClr>
              <a:buSzTx/>
              <a:buFont typeface=".AppleSystemUIFont"/>
              <a:buChar char="-"/>
              <a:tabLst>
                <a:tab pos="1207575" algn="ctr"/>
              </a:tabLst>
              <a:defRPr sz="1299" baseline="0">
                <a:latin typeface="Microsoft YaHei" panose="020B0503020204020204" pitchFamily="34" charset="-122"/>
                <a:ea typeface="Microsoft YaHei" panose="020B0503020204020204" pitchFamily="34" charset="-122"/>
              </a:defRPr>
            </a:lvl3pPr>
            <a:lvl4pPr marL="525627" indent="-171086">
              <a:buFont typeface="Arial" panose="020B0604020202020204" pitchFamily="34" charset="0"/>
              <a:buChar char="•"/>
              <a:tabLst>
                <a:tab pos="1207906" algn="ctr"/>
              </a:tabLst>
              <a:defRPr sz="1299" baseline="0"/>
            </a:lvl4pPr>
            <a:lvl5pPr marL="525627" indent="-171086">
              <a:buFont typeface="Arial" panose="020B0604020202020204" pitchFamily="34" charset="0"/>
              <a:buChar char="•"/>
              <a:tabLst>
                <a:tab pos="1207906" algn="ctr"/>
              </a:tabLst>
              <a:defRPr sz="1299" baseline="0"/>
            </a:lvl5pPr>
          </a:lstStyle>
          <a:p>
            <a:pPr lvl="0"/>
            <a:r>
              <a:rPr lang="zh-CN" altLang="en-US" dirty="0"/>
              <a:t>单击此处添加文本</a:t>
            </a:r>
            <a:endParaRPr lang="en-US" dirty="0"/>
          </a:p>
          <a:p>
            <a:pPr marL="328886" marR="0" lvl="1" indent="-168204" algn="l" defTabSz="118729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tx1"/>
              </a:buClr>
              <a:buSzTx/>
              <a:buFont typeface="Arial" panose="020B0604020202020204" pitchFamily="34" charset="0"/>
              <a:buChar char="•"/>
              <a:tabLst>
                <a:tab pos="1207575" algn="ctr"/>
              </a:tabLst>
              <a:defRPr/>
            </a:pPr>
            <a:r>
              <a:rPr lang="zh-CN" altLang="en-US" dirty="0"/>
              <a:t>单击此处添加文本</a:t>
            </a:r>
            <a:endParaRPr lang="en-US" dirty="0"/>
          </a:p>
          <a:p>
            <a:pPr marL="1098109" marR="0" lvl="2" indent="-168204" algn="l" defTabSz="118729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tx1"/>
              </a:buClr>
              <a:buSzTx/>
              <a:buFont typeface="Arial" panose="020B0604020202020204" pitchFamily="34" charset="0"/>
              <a:buChar char="•"/>
              <a:tabLst>
                <a:tab pos="1207575" algn="ctr"/>
              </a:tabLst>
              <a:defRPr/>
            </a:pPr>
            <a:r>
              <a:rPr lang="zh-CN" altLang="en-US" dirty="0"/>
              <a:t>单击此处添加文本</a:t>
            </a:r>
            <a:endParaRPr lang="en-US" dirty="0"/>
          </a:p>
          <a:p>
            <a:pPr marL="1098109" marR="0" lvl="2" indent="-168204" algn="l" defTabSz="118729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tx1"/>
              </a:buClr>
              <a:buSzTx/>
              <a:buFont typeface="Arial" panose="020B0604020202020204" pitchFamily="34" charset="0"/>
              <a:buChar char="•"/>
              <a:tabLst>
                <a:tab pos="1207575" algn="ctr"/>
              </a:tabLst>
              <a:defRPr/>
            </a:pPr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3408201386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tags" Target="../tags/tag2.xml"/><Relationship Id="rId13" Type="http://schemas.openxmlformats.org/officeDocument/2006/relationships/tags" Target="../tags/tag7.xml"/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12" Type="http://schemas.openxmlformats.org/officeDocument/2006/relationships/tags" Target="../tags/tag6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ags" Target="../tags/tag5.xml"/><Relationship Id="rId5" Type="http://schemas.openxmlformats.org/officeDocument/2006/relationships/slideLayout" Target="../slideLayouts/slideLayout5.xml"/><Relationship Id="rId10" Type="http://schemas.openxmlformats.org/officeDocument/2006/relationships/tags" Target="../tags/tag4.xml"/><Relationship Id="rId4" Type="http://schemas.openxmlformats.org/officeDocument/2006/relationships/slideLayout" Target="../slideLayouts/slideLayout4.xml"/><Relationship Id="rId9" Type="http://schemas.openxmlformats.org/officeDocument/2006/relationships/tags" Target="../tags/tag3.xml"/></Relationships>
</file>

<file path=ppt/slideMasters/_rels/slideMaster2.xml.rels><?xml version="1.0" encoding="UTF-8" standalone="yes"?>
<Relationships xmlns="http://schemas.openxmlformats.org/package/2006/relationships"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7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  <p:custDataLst>
              <p:tags r:id="rId9"/>
            </p:custDataLst>
          </p:nvPr>
        </p:nvSpPr>
        <p:spPr>
          <a:xfrm>
            <a:off x="608400" y="608400"/>
            <a:ext cx="10969200" cy="705600"/>
          </a:xfrm>
          <a:prstGeom prst="rect">
            <a:avLst/>
          </a:prstGeom>
        </p:spPr>
        <p:txBody>
          <a:bodyPr vert="horz" lIns="90170" tIns="46990" rIns="90170" bIns="46990" rtlCol="0" anchor="ctr" anchorCtr="0">
            <a:normAutofit/>
          </a:bodyPr>
          <a:lstStyle/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10"/>
            </p:custDataLst>
          </p:nvPr>
        </p:nvSpPr>
        <p:spPr>
          <a:xfrm>
            <a:off x="608400" y="1490400"/>
            <a:ext cx="10969200" cy="4759200"/>
          </a:xfrm>
          <a:prstGeom prst="rect">
            <a:avLst/>
          </a:prstGeo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  <p:custDataLst>
              <p:tags r:id="rId11"/>
            </p:custDataLst>
          </p:nvPr>
        </p:nvSpPr>
        <p:spPr>
          <a:xfrm>
            <a:off x="6120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  <a:t>2024/7/3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  <p:custDataLst>
              <p:tags r:id="rId12"/>
            </p:custDataLst>
          </p:nvPr>
        </p:nvSpPr>
        <p:spPr>
          <a:xfrm>
            <a:off x="4116000" y="6314400"/>
            <a:ext cx="396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13"/>
            </p:custDataLst>
          </p:nvPr>
        </p:nvSpPr>
        <p:spPr>
          <a:xfrm>
            <a:off x="88776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  <a:t>‹#›</a:t>
            </a:fld>
            <a:endParaRPr lang="zh-CN" altLang="en-US" dirty="0"/>
          </a:p>
        </p:txBody>
      </p:sp>
    </p:spTree>
    <p:custDataLst>
      <p:tags r:id="rId8"/>
    </p:custData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</p:sldLayoutIdLst>
  <p:txStyles>
    <p:titleStyle>
      <a:lvl1pPr algn="l" defTabSz="914400" rtl="0" eaLnBrk="1" fontAlgn="auto" latinLnBrk="0" hangingPunct="1">
        <a:lnSpc>
          <a:spcPct val="100000"/>
        </a:lnSpc>
        <a:spcBef>
          <a:spcPct val="0"/>
        </a:spcBef>
        <a:buNone/>
        <a:defRPr sz="3600" b="0" u="none" strike="noStrike" kern="1200" cap="none" spc="300" normalizeH="0" baseline="0">
          <a:solidFill>
            <a:schemeClr val="tx1">
              <a:lumMod val="85000"/>
              <a:lumOff val="15000"/>
            </a:schemeClr>
          </a:solidFill>
          <a:uFillTx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●"/>
        <a:defRPr sz="18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1pPr>
      <a:lvl2pPr marL="6858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tabLst>
          <a:tab pos="1609725" algn="l"/>
          <a:tab pos="1609725" algn="l"/>
          <a:tab pos="1609725" algn="l"/>
          <a:tab pos="1609725" algn="l"/>
        </a:tabLst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2pPr>
      <a:lvl3pPr marL="11430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3pPr>
      <a:lvl4pPr marL="16002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Wingdings" panose="05000000000000000000" charset="0"/>
        <a:buChar char="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4pPr>
      <a:lvl5pPr marL="20574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Arial" panose="020B0604020202020204" pitchFamily="34" charset="0"/>
        <a:buChar char="•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8" name="Group 87">
            <a:extLst>
              <a:ext uri="{FF2B5EF4-FFF2-40B4-BE49-F238E27FC236}">
                <a16:creationId xmlns:a16="http://schemas.microsoft.com/office/drawing/2014/main" id="{37333705-F8D6-2847-B3CB-F2FAB51E2A3B}"/>
              </a:ext>
            </a:extLst>
          </p:cNvPr>
          <p:cNvGrpSpPr>
            <a:grpSpLocks noChangeAspect="1"/>
          </p:cNvGrpSpPr>
          <p:nvPr userDrawn="1"/>
        </p:nvGrpSpPr>
        <p:grpSpPr>
          <a:xfrm>
            <a:off x="12285671" y="2625390"/>
            <a:ext cx="1967204" cy="4233515"/>
            <a:chOff x="5343885" y="-48855"/>
            <a:chExt cx="3271316" cy="7037277"/>
          </a:xfrm>
        </p:grpSpPr>
        <p:sp>
          <p:nvSpPr>
            <p:cNvPr id="89" name="矩形 13">
              <a:extLst>
                <a:ext uri="{FF2B5EF4-FFF2-40B4-BE49-F238E27FC236}">
                  <a16:creationId xmlns:a16="http://schemas.microsoft.com/office/drawing/2014/main" id="{B14DFA89-D483-CF47-82CC-DD86D7CAB09E}"/>
                </a:ext>
              </a:extLst>
            </p:cNvPr>
            <p:cNvSpPr/>
            <p:nvPr userDrawn="1"/>
          </p:nvSpPr>
          <p:spPr>
            <a:xfrm>
              <a:off x="5356401" y="1934171"/>
              <a:ext cx="791510" cy="664397"/>
            </a:xfrm>
            <a:prstGeom prst="rect">
              <a:avLst/>
            </a:prstGeom>
            <a:solidFill>
              <a:srgbClr val="C4005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RGB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196/0/84</a:t>
              </a:r>
            </a:p>
          </p:txBody>
        </p:sp>
        <p:sp>
          <p:nvSpPr>
            <p:cNvPr id="90" name="文本框 15">
              <a:extLst>
                <a:ext uri="{FF2B5EF4-FFF2-40B4-BE49-F238E27FC236}">
                  <a16:creationId xmlns:a16="http://schemas.microsoft.com/office/drawing/2014/main" id="{8223ADA0-340A-794B-93B7-24AFF612A719}"/>
                </a:ext>
              </a:extLst>
            </p:cNvPr>
            <p:cNvSpPr txBox="1"/>
            <p:nvPr userDrawn="1"/>
          </p:nvSpPr>
          <p:spPr>
            <a:xfrm>
              <a:off x="5352723" y="1694500"/>
              <a:ext cx="1052648" cy="204645"/>
            </a:xfrm>
            <a:prstGeom prst="rect">
              <a:avLst/>
            </a:prstGeom>
            <a:noFill/>
          </p:spPr>
          <p:txBody>
            <a:bodyPr wrap="square" lIns="0" tIns="0" rIns="0" bIns="0" rtlCol="0" anchor="b" anchorCtr="0">
              <a:spAutoFit/>
            </a:bodyPr>
            <a:lstStyle/>
            <a:p>
              <a:r>
                <a:rPr kumimoji="1" lang="zh-CN" altLang="en-US" sz="800" dirty="0">
                  <a:solidFill>
                    <a:srgbClr val="1D1D1A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</a:rPr>
                <a:t>公司辅助色</a:t>
              </a:r>
            </a:p>
          </p:txBody>
        </p:sp>
        <p:sp>
          <p:nvSpPr>
            <p:cNvPr id="91" name="矩形 13">
              <a:extLst>
                <a:ext uri="{FF2B5EF4-FFF2-40B4-BE49-F238E27FC236}">
                  <a16:creationId xmlns:a16="http://schemas.microsoft.com/office/drawing/2014/main" id="{5F63E0E3-4F22-7948-AB1A-40A84ECA92EC}"/>
                </a:ext>
              </a:extLst>
            </p:cNvPr>
            <p:cNvSpPr/>
            <p:nvPr userDrawn="1"/>
          </p:nvSpPr>
          <p:spPr>
            <a:xfrm>
              <a:off x="6184680" y="1934171"/>
              <a:ext cx="791510" cy="664397"/>
            </a:xfrm>
            <a:prstGeom prst="rect">
              <a:avLst/>
            </a:prstGeom>
            <a:solidFill>
              <a:srgbClr val="CB377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RGB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203/55/120</a:t>
              </a:r>
            </a:p>
          </p:txBody>
        </p:sp>
        <p:sp>
          <p:nvSpPr>
            <p:cNvPr id="92" name="矩形 13">
              <a:extLst>
                <a:ext uri="{FF2B5EF4-FFF2-40B4-BE49-F238E27FC236}">
                  <a16:creationId xmlns:a16="http://schemas.microsoft.com/office/drawing/2014/main" id="{29C4A3C6-7C7B-7140-8F73-591E9F49143F}"/>
                </a:ext>
              </a:extLst>
            </p:cNvPr>
            <p:cNvSpPr/>
            <p:nvPr userDrawn="1"/>
          </p:nvSpPr>
          <p:spPr>
            <a:xfrm>
              <a:off x="5356401" y="3403061"/>
              <a:ext cx="791510" cy="664397"/>
            </a:xfrm>
            <a:prstGeom prst="rect">
              <a:avLst/>
            </a:prstGeom>
            <a:solidFill>
              <a:srgbClr val="ED6D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RGB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237/109/0</a:t>
              </a:r>
            </a:p>
          </p:txBody>
        </p:sp>
        <p:sp>
          <p:nvSpPr>
            <p:cNvPr id="93" name="矩形 13">
              <a:extLst>
                <a:ext uri="{FF2B5EF4-FFF2-40B4-BE49-F238E27FC236}">
                  <a16:creationId xmlns:a16="http://schemas.microsoft.com/office/drawing/2014/main" id="{BE4C9A8D-46B0-5B40-BC47-DB6C4899227F}"/>
                </a:ext>
              </a:extLst>
            </p:cNvPr>
            <p:cNvSpPr/>
            <p:nvPr userDrawn="1"/>
          </p:nvSpPr>
          <p:spPr>
            <a:xfrm>
              <a:off x="6184680" y="2673360"/>
              <a:ext cx="791510" cy="664397"/>
            </a:xfrm>
            <a:prstGeom prst="rect">
              <a:avLst/>
            </a:prstGeom>
            <a:solidFill>
              <a:srgbClr val="99363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  <a:defRPr/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RGB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153/54/54</a:t>
              </a:r>
            </a:p>
          </p:txBody>
        </p:sp>
        <p:sp>
          <p:nvSpPr>
            <p:cNvPr id="94" name="矩形 13">
              <a:extLst>
                <a:ext uri="{FF2B5EF4-FFF2-40B4-BE49-F238E27FC236}">
                  <a16:creationId xmlns:a16="http://schemas.microsoft.com/office/drawing/2014/main" id="{612F2ED4-F7A4-9E48-95E1-8D07B3BBE962}"/>
                </a:ext>
              </a:extLst>
            </p:cNvPr>
            <p:cNvSpPr/>
            <p:nvPr userDrawn="1"/>
          </p:nvSpPr>
          <p:spPr>
            <a:xfrm>
              <a:off x="5356401" y="4866463"/>
              <a:ext cx="791510" cy="664397"/>
            </a:xfrm>
            <a:prstGeom prst="rect">
              <a:avLst/>
            </a:prstGeom>
            <a:solidFill>
              <a:srgbClr val="62B23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RGB 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98/178/48</a:t>
              </a:r>
            </a:p>
          </p:txBody>
        </p:sp>
        <p:sp>
          <p:nvSpPr>
            <p:cNvPr id="95" name="矩形 13">
              <a:extLst>
                <a:ext uri="{FF2B5EF4-FFF2-40B4-BE49-F238E27FC236}">
                  <a16:creationId xmlns:a16="http://schemas.microsoft.com/office/drawing/2014/main" id="{A9E1D476-C288-8945-A68A-1F20C557294B}"/>
                </a:ext>
              </a:extLst>
            </p:cNvPr>
            <p:cNvSpPr/>
            <p:nvPr userDrawn="1"/>
          </p:nvSpPr>
          <p:spPr>
            <a:xfrm>
              <a:off x="6184680" y="3415851"/>
              <a:ext cx="791510" cy="664397"/>
            </a:xfrm>
            <a:prstGeom prst="rect">
              <a:avLst/>
            </a:prstGeom>
            <a:solidFill>
              <a:srgbClr val="F2894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RGB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242/137/68</a:t>
              </a:r>
              <a:endParaRPr kumimoji="1" lang="mr-IN" altLang="zh-CN" sz="500" b="1" dirty="0">
                <a:solidFill>
                  <a:srgbClr val="FFFFFF"/>
                </a:solidFill>
                <a:latin typeface="Arial" charset="0"/>
                <a:ea typeface="Arial" charset="0"/>
                <a:cs typeface="Arial" charset="0"/>
              </a:endParaRPr>
            </a:p>
          </p:txBody>
        </p:sp>
        <p:sp>
          <p:nvSpPr>
            <p:cNvPr id="96" name="矩形 13">
              <a:extLst>
                <a:ext uri="{FF2B5EF4-FFF2-40B4-BE49-F238E27FC236}">
                  <a16:creationId xmlns:a16="http://schemas.microsoft.com/office/drawing/2014/main" id="{42823EBB-E62E-F149-AC9A-09950051F283}"/>
                </a:ext>
              </a:extLst>
            </p:cNvPr>
            <p:cNvSpPr/>
            <p:nvPr userDrawn="1"/>
          </p:nvSpPr>
          <p:spPr>
            <a:xfrm>
              <a:off x="5353240" y="184963"/>
              <a:ext cx="791510" cy="664397"/>
            </a:xfrm>
            <a:prstGeom prst="rect">
              <a:avLst/>
            </a:prstGeom>
            <a:solidFill>
              <a:srgbClr val="C7000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PANTONE 185C</a:t>
              </a:r>
            </a:p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RGB 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199/0/11  </a:t>
              </a:r>
            </a:p>
          </p:txBody>
        </p:sp>
        <p:sp>
          <p:nvSpPr>
            <p:cNvPr id="97" name="文本框 15">
              <a:extLst>
                <a:ext uri="{FF2B5EF4-FFF2-40B4-BE49-F238E27FC236}">
                  <a16:creationId xmlns:a16="http://schemas.microsoft.com/office/drawing/2014/main" id="{EA01C299-6FF2-3642-AAEC-A1DF62D9C654}"/>
                </a:ext>
              </a:extLst>
            </p:cNvPr>
            <p:cNvSpPr txBox="1"/>
            <p:nvPr userDrawn="1"/>
          </p:nvSpPr>
          <p:spPr>
            <a:xfrm>
              <a:off x="5343885" y="-48855"/>
              <a:ext cx="726488" cy="204645"/>
            </a:xfrm>
            <a:prstGeom prst="rect">
              <a:avLst/>
            </a:prstGeom>
            <a:noFill/>
          </p:spPr>
          <p:txBody>
            <a:bodyPr wrap="square" lIns="0" tIns="0" rIns="0" bIns="0" rtlCol="0" anchor="b" anchorCtr="0">
              <a:spAutoFit/>
            </a:bodyPr>
            <a:lstStyle/>
            <a:p>
              <a:r>
                <a:rPr kumimoji="1" lang="zh-CN" altLang="en-US" sz="800" dirty="0">
                  <a:solidFill>
                    <a:srgbClr val="1D1D1A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</a:rPr>
                <a:t>公司色</a:t>
              </a:r>
            </a:p>
          </p:txBody>
        </p:sp>
        <p:sp>
          <p:nvSpPr>
            <p:cNvPr id="98" name="矩形 13">
              <a:extLst>
                <a:ext uri="{FF2B5EF4-FFF2-40B4-BE49-F238E27FC236}">
                  <a16:creationId xmlns:a16="http://schemas.microsoft.com/office/drawing/2014/main" id="{B84AB502-165F-764A-9621-65CA8CBBEAEA}"/>
                </a:ext>
              </a:extLst>
            </p:cNvPr>
            <p:cNvSpPr/>
            <p:nvPr userDrawn="1"/>
          </p:nvSpPr>
          <p:spPr>
            <a:xfrm>
              <a:off x="5352600" y="918047"/>
              <a:ext cx="791510" cy="664397"/>
            </a:xfrm>
            <a:prstGeom prst="rect">
              <a:avLst/>
            </a:prstGeom>
            <a:solidFill>
              <a:srgbClr val="C8102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PANTONE 186C</a:t>
              </a:r>
            </a:p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RGB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200/16/46  </a:t>
              </a:r>
            </a:p>
          </p:txBody>
        </p:sp>
        <p:sp>
          <p:nvSpPr>
            <p:cNvPr id="99" name="矩形 13">
              <a:extLst>
                <a:ext uri="{FF2B5EF4-FFF2-40B4-BE49-F238E27FC236}">
                  <a16:creationId xmlns:a16="http://schemas.microsoft.com/office/drawing/2014/main" id="{CB8870E8-3E95-764C-B621-A168E194CC7A}"/>
                </a:ext>
              </a:extLst>
            </p:cNvPr>
            <p:cNvSpPr/>
            <p:nvPr userDrawn="1"/>
          </p:nvSpPr>
          <p:spPr>
            <a:xfrm>
              <a:off x="5354164" y="2665974"/>
              <a:ext cx="791510" cy="664397"/>
            </a:xfrm>
            <a:prstGeom prst="rect">
              <a:avLst/>
            </a:prstGeom>
            <a:solidFill>
              <a:srgbClr val="7F000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RGB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127/0/1</a:t>
              </a:r>
            </a:p>
          </p:txBody>
        </p:sp>
        <p:sp>
          <p:nvSpPr>
            <p:cNvPr id="100" name="矩形 13">
              <a:extLst>
                <a:ext uri="{FF2B5EF4-FFF2-40B4-BE49-F238E27FC236}">
                  <a16:creationId xmlns:a16="http://schemas.microsoft.com/office/drawing/2014/main" id="{356EF69A-1936-544F-A95F-0664F4E186D5}"/>
                </a:ext>
              </a:extLst>
            </p:cNvPr>
            <p:cNvSpPr/>
            <p:nvPr userDrawn="1"/>
          </p:nvSpPr>
          <p:spPr>
            <a:xfrm>
              <a:off x="5354164" y="4134866"/>
              <a:ext cx="791510" cy="664397"/>
            </a:xfrm>
            <a:prstGeom prst="rect">
              <a:avLst/>
            </a:prstGeom>
            <a:solidFill>
              <a:srgbClr val="FCC8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RGB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52/200/0</a:t>
              </a:r>
            </a:p>
          </p:txBody>
        </p:sp>
        <p:sp>
          <p:nvSpPr>
            <p:cNvPr id="101" name="矩形 13">
              <a:extLst>
                <a:ext uri="{FF2B5EF4-FFF2-40B4-BE49-F238E27FC236}">
                  <a16:creationId xmlns:a16="http://schemas.microsoft.com/office/drawing/2014/main" id="{03EBAB43-95A5-1C4A-8458-B86EB3D51FCA}"/>
                </a:ext>
              </a:extLst>
            </p:cNvPr>
            <p:cNvSpPr/>
            <p:nvPr userDrawn="1"/>
          </p:nvSpPr>
          <p:spPr>
            <a:xfrm>
              <a:off x="5354164" y="5596166"/>
              <a:ext cx="791510" cy="664397"/>
            </a:xfrm>
            <a:prstGeom prst="rect">
              <a:avLst/>
            </a:prstGeom>
            <a:solidFill>
              <a:srgbClr val="30B5C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RGB 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48/181/197</a:t>
              </a:r>
            </a:p>
          </p:txBody>
        </p:sp>
        <p:sp>
          <p:nvSpPr>
            <p:cNvPr id="102" name="矩形 13">
              <a:extLst>
                <a:ext uri="{FF2B5EF4-FFF2-40B4-BE49-F238E27FC236}">
                  <a16:creationId xmlns:a16="http://schemas.microsoft.com/office/drawing/2014/main" id="{371A8520-F934-304C-B57F-B49F768694E2}"/>
                </a:ext>
              </a:extLst>
            </p:cNvPr>
            <p:cNvSpPr/>
            <p:nvPr userDrawn="1"/>
          </p:nvSpPr>
          <p:spPr>
            <a:xfrm>
              <a:off x="6184543" y="4866463"/>
              <a:ext cx="791510" cy="664398"/>
            </a:xfrm>
            <a:prstGeom prst="rect">
              <a:avLst/>
            </a:prstGeom>
            <a:solidFill>
              <a:srgbClr val="81C15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RGB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129/193/95</a:t>
              </a:r>
            </a:p>
          </p:txBody>
        </p:sp>
        <p:sp>
          <p:nvSpPr>
            <p:cNvPr id="103" name="矩形 13">
              <a:extLst>
                <a:ext uri="{FF2B5EF4-FFF2-40B4-BE49-F238E27FC236}">
                  <a16:creationId xmlns:a16="http://schemas.microsoft.com/office/drawing/2014/main" id="{B83004D7-279B-C14E-9FCF-870FA1B74FDF}"/>
                </a:ext>
              </a:extLst>
            </p:cNvPr>
            <p:cNvSpPr/>
            <p:nvPr userDrawn="1"/>
          </p:nvSpPr>
          <p:spPr>
            <a:xfrm>
              <a:off x="6182308" y="4134866"/>
              <a:ext cx="791510" cy="664398"/>
            </a:xfrm>
            <a:prstGeom prst="rect">
              <a:avLst/>
            </a:prstGeom>
            <a:solidFill>
              <a:srgbClr val="FDD35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RGB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253/211/81</a:t>
              </a:r>
            </a:p>
          </p:txBody>
        </p:sp>
        <p:sp>
          <p:nvSpPr>
            <p:cNvPr id="104" name="矩形 13">
              <a:extLst>
                <a:ext uri="{FF2B5EF4-FFF2-40B4-BE49-F238E27FC236}">
                  <a16:creationId xmlns:a16="http://schemas.microsoft.com/office/drawing/2014/main" id="{99635968-4E69-CC41-9D78-6DF253FE3035}"/>
                </a:ext>
              </a:extLst>
            </p:cNvPr>
            <p:cNvSpPr/>
            <p:nvPr userDrawn="1"/>
          </p:nvSpPr>
          <p:spPr>
            <a:xfrm>
              <a:off x="6177324" y="5596166"/>
              <a:ext cx="791510" cy="664398"/>
            </a:xfrm>
            <a:prstGeom prst="rect">
              <a:avLst/>
            </a:prstGeom>
            <a:solidFill>
              <a:srgbClr val="56C4D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RGB 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86/196/210</a:t>
              </a:r>
            </a:p>
          </p:txBody>
        </p:sp>
        <p:sp>
          <p:nvSpPr>
            <p:cNvPr id="105" name="矩形 13">
              <a:extLst>
                <a:ext uri="{FF2B5EF4-FFF2-40B4-BE49-F238E27FC236}">
                  <a16:creationId xmlns:a16="http://schemas.microsoft.com/office/drawing/2014/main" id="{BDBE4949-07B7-F046-AD95-68E4B0C11CCD}"/>
                </a:ext>
              </a:extLst>
            </p:cNvPr>
            <p:cNvSpPr/>
            <p:nvPr/>
          </p:nvSpPr>
          <p:spPr>
            <a:xfrm>
              <a:off x="6186245" y="184963"/>
              <a:ext cx="791510" cy="664397"/>
            </a:xfrm>
            <a:prstGeom prst="rect">
              <a:avLst/>
            </a:prstGeom>
            <a:solidFill>
              <a:srgbClr val="D3394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RGB 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211/57/65</a:t>
              </a:r>
            </a:p>
          </p:txBody>
        </p:sp>
        <p:sp>
          <p:nvSpPr>
            <p:cNvPr id="106" name="矩形 13">
              <a:extLst>
                <a:ext uri="{FF2B5EF4-FFF2-40B4-BE49-F238E27FC236}">
                  <a16:creationId xmlns:a16="http://schemas.microsoft.com/office/drawing/2014/main" id="{AA9F9E00-6A31-F14B-A2E4-79908835FD14}"/>
                </a:ext>
              </a:extLst>
            </p:cNvPr>
            <p:cNvSpPr/>
            <p:nvPr/>
          </p:nvSpPr>
          <p:spPr>
            <a:xfrm>
              <a:off x="6185604" y="918047"/>
              <a:ext cx="791510" cy="664397"/>
            </a:xfrm>
            <a:prstGeom prst="rect">
              <a:avLst/>
            </a:prstGeom>
            <a:solidFill>
              <a:srgbClr val="D3385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RGB </a:t>
              </a:r>
            </a:p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211/56/89</a:t>
              </a:r>
            </a:p>
          </p:txBody>
        </p:sp>
        <p:sp>
          <p:nvSpPr>
            <p:cNvPr id="107" name="矩形 13">
              <a:extLst>
                <a:ext uri="{FF2B5EF4-FFF2-40B4-BE49-F238E27FC236}">
                  <a16:creationId xmlns:a16="http://schemas.microsoft.com/office/drawing/2014/main" id="{38715A31-485E-B744-B409-43F9F04B48F7}"/>
                </a:ext>
              </a:extLst>
            </p:cNvPr>
            <p:cNvSpPr/>
            <p:nvPr/>
          </p:nvSpPr>
          <p:spPr>
            <a:xfrm>
              <a:off x="6996262" y="1934171"/>
              <a:ext cx="791510" cy="664397"/>
            </a:xfrm>
            <a:prstGeom prst="rect">
              <a:avLst/>
            </a:prstGeom>
            <a:solidFill>
              <a:srgbClr val="DD80A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RGB 221/128/170</a:t>
              </a:r>
            </a:p>
          </p:txBody>
        </p:sp>
        <p:sp>
          <p:nvSpPr>
            <p:cNvPr id="108" name="矩形 13">
              <a:extLst>
                <a:ext uri="{FF2B5EF4-FFF2-40B4-BE49-F238E27FC236}">
                  <a16:creationId xmlns:a16="http://schemas.microsoft.com/office/drawing/2014/main" id="{4AE1609B-25DD-2C4A-B05B-D18ADBC39C71}"/>
                </a:ext>
              </a:extLst>
            </p:cNvPr>
            <p:cNvSpPr/>
            <p:nvPr/>
          </p:nvSpPr>
          <p:spPr>
            <a:xfrm>
              <a:off x="6996262" y="2673360"/>
              <a:ext cx="791510" cy="664397"/>
            </a:xfrm>
            <a:prstGeom prst="rect">
              <a:avLst/>
            </a:prstGeom>
            <a:solidFill>
              <a:srgbClr val="BF808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  <a:defRPr/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RGB 191/128/130</a:t>
              </a:r>
            </a:p>
          </p:txBody>
        </p:sp>
        <p:sp>
          <p:nvSpPr>
            <p:cNvPr id="109" name="矩形 13">
              <a:extLst>
                <a:ext uri="{FF2B5EF4-FFF2-40B4-BE49-F238E27FC236}">
                  <a16:creationId xmlns:a16="http://schemas.microsoft.com/office/drawing/2014/main" id="{ECE90F9F-DBBC-0B49-A42C-8B62397E473E}"/>
                </a:ext>
              </a:extLst>
            </p:cNvPr>
            <p:cNvSpPr/>
            <p:nvPr/>
          </p:nvSpPr>
          <p:spPr>
            <a:xfrm>
              <a:off x="6996262" y="3415851"/>
              <a:ext cx="791510" cy="664397"/>
            </a:xfrm>
            <a:prstGeom prst="rect">
              <a:avLst/>
            </a:prstGeom>
            <a:solidFill>
              <a:srgbClr val="F6B78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RGB 246/183/140</a:t>
              </a:r>
              <a:endParaRPr kumimoji="1" lang="mr-IN" altLang="zh-CN" sz="500" b="1" dirty="0">
                <a:solidFill>
                  <a:srgbClr val="595757"/>
                </a:solidFill>
                <a:latin typeface="Arial" charset="0"/>
                <a:ea typeface="Arial" charset="0"/>
                <a:cs typeface="Arial" charset="0"/>
              </a:endParaRPr>
            </a:p>
          </p:txBody>
        </p:sp>
        <p:sp>
          <p:nvSpPr>
            <p:cNvPr id="110" name="矩形 13">
              <a:extLst>
                <a:ext uri="{FF2B5EF4-FFF2-40B4-BE49-F238E27FC236}">
                  <a16:creationId xmlns:a16="http://schemas.microsoft.com/office/drawing/2014/main" id="{D5B387BA-F8B8-B54E-966E-F24E271747C4}"/>
                </a:ext>
              </a:extLst>
            </p:cNvPr>
            <p:cNvSpPr/>
            <p:nvPr/>
          </p:nvSpPr>
          <p:spPr>
            <a:xfrm>
              <a:off x="7006093" y="4866463"/>
              <a:ext cx="791510" cy="664397"/>
            </a:xfrm>
            <a:prstGeom prst="rect">
              <a:avLst/>
            </a:prstGeom>
            <a:solidFill>
              <a:srgbClr val="AFD89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RGB 176/216/156</a:t>
              </a:r>
            </a:p>
          </p:txBody>
        </p:sp>
        <p:sp>
          <p:nvSpPr>
            <p:cNvPr id="111" name="矩形 13">
              <a:extLst>
                <a:ext uri="{FF2B5EF4-FFF2-40B4-BE49-F238E27FC236}">
                  <a16:creationId xmlns:a16="http://schemas.microsoft.com/office/drawing/2014/main" id="{E6C9B99E-8C1C-2B49-B82E-3C754B8E5C02}"/>
                </a:ext>
              </a:extLst>
            </p:cNvPr>
            <p:cNvSpPr/>
            <p:nvPr/>
          </p:nvSpPr>
          <p:spPr>
            <a:xfrm>
              <a:off x="7003856" y="4134866"/>
              <a:ext cx="791510" cy="664397"/>
            </a:xfrm>
            <a:prstGeom prst="rect">
              <a:avLst/>
            </a:prstGeom>
            <a:solidFill>
              <a:srgbClr val="FDE39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RGB 253/227/181</a:t>
              </a:r>
            </a:p>
          </p:txBody>
        </p:sp>
        <p:sp>
          <p:nvSpPr>
            <p:cNvPr id="112" name="矩形 13">
              <a:extLst>
                <a:ext uri="{FF2B5EF4-FFF2-40B4-BE49-F238E27FC236}">
                  <a16:creationId xmlns:a16="http://schemas.microsoft.com/office/drawing/2014/main" id="{0106BFA2-9DE1-3A42-A6C6-69BCE0FA34F4}"/>
                </a:ext>
              </a:extLst>
            </p:cNvPr>
            <p:cNvSpPr/>
            <p:nvPr/>
          </p:nvSpPr>
          <p:spPr>
            <a:xfrm>
              <a:off x="7003856" y="5596166"/>
              <a:ext cx="791510" cy="664397"/>
            </a:xfrm>
            <a:prstGeom prst="rect">
              <a:avLst/>
            </a:prstGeom>
            <a:solidFill>
              <a:srgbClr val="94DAE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RGB 148/218/226</a:t>
              </a:r>
            </a:p>
          </p:txBody>
        </p:sp>
        <p:sp>
          <p:nvSpPr>
            <p:cNvPr id="113" name="矩形 13">
              <a:extLst>
                <a:ext uri="{FF2B5EF4-FFF2-40B4-BE49-F238E27FC236}">
                  <a16:creationId xmlns:a16="http://schemas.microsoft.com/office/drawing/2014/main" id="{F760C1C5-4342-C346-A7D2-D101978EDF66}"/>
                </a:ext>
              </a:extLst>
            </p:cNvPr>
            <p:cNvSpPr/>
            <p:nvPr/>
          </p:nvSpPr>
          <p:spPr>
            <a:xfrm>
              <a:off x="6997826" y="184963"/>
              <a:ext cx="791510" cy="664397"/>
            </a:xfrm>
            <a:prstGeom prst="rect">
              <a:avLst/>
            </a:prstGeom>
            <a:solidFill>
              <a:srgbClr val="E2818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RGB 226/129/137</a:t>
              </a:r>
            </a:p>
          </p:txBody>
        </p:sp>
        <p:sp>
          <p:nvSpPr>
            <p:cNvPr id="114" name="矩形 13">
              <a:extLst>
                <a:ext uri="{FF2B5EF4-FFF2-40B4-BE49-F238E27FC236}">
                  <a16:creationId xmlns:a16="http://schemas.microsoft.com/office/drawing/2014/main" id="{5BB50A4A-0B64-7E4C-824C-1EBCA1A992CF}"/>
                </a:ext>
              </a:extLst>
            </p:cNvPr>
            <p:cNvSpPr/>
            <p:nvPr/>
          </p:nvSpPr>
          <p:spPr>
            <a:xfrm>
              <a:off x="6997185" y="918047"/>
              <a:ext cx="791510" cy="664397"/>
            </a:xfrm>
            <a:prstGeom prst="rect">
              <a:avLst/>
            </a:prstGeom>
            <a:solidFill>
              <a:srgbClr val="E2819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RGB 226/129/152</a:t>
              </a:r>
            </a:p>
          </p:txBody>
        </p:sp>
        <p:sp>
          <p:nvSpPr>
            <p:cNvPr id="115" name="矩形 13">
              <a:extLst>
                <a:ext uri="{FF2B5EF4-FFF2-40B4-BE49-F238E27FC236}">
                  <a16:creationId xmlns:a16="http://schemas.microsoft.com/office/drawing/2014/main" id="{756A7E25-6C44-8A44-A8C5-61D19BC9EDAF}"/>
                </a:ext>
              </a:extLst>
            </p:cNvPr>
            <p:cNvSpPr/>
            <p:nvPr userDrawn="1"/>
          </p:nvSpPr>
          <p:spPr>
            <a:xfrm>
              <a:off x="7806130" y="1934171"/>
              <a:ext cx="791510" cy="664397"/>
            </a:xfrm>
            <a:prstGeom prst="rect">
              <a:avLst/>
            </a:prstGeom>
            <a:solidFill>
              <a:srgbClr val="EBB3C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RGB 235/179/204</a:t>
              </a:r>
            </a:p>
          </p:txBody>
        </p:sp>
        <p:sp>
          <p:nvSpPr>
            <p:cNvPr id="116" name="矩形 13">
              <a:extLst>
                <a:ext uri="{FF2B5EF4-FFF2-40B4-BE49-F238E27FC236}">
                  <a16:creationId xmlns:a16="http://schemas.microsoft.com/office/drawing/2014/main" id="{96588389-39CD-DF4E-B9AC-92091E25724E}"/>
                </a:ext>
              </a:extLst>
            </p:cNvPr>
            <p:cNvSpPr/>
            <p:nvPr/>
          </p:nvSpPr>
          <p:spPr>
            <a:xfrm>
              <a:off x="7806130" y="2673360"/>
              <a:ext cx="791510" cy="664397"/>
            </a:xfrm>
            <a:prstGeom prst="rect">
              <a:avLst/>
            </a:prstGeom>
            <a:solidFill>
              <a:srgbClr val="D8B3B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  <a:defRPr/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RGB 216/179/179</a:t>
              </a:r>
            </a:p>
          </p:txBody>
        </p:sp>
        <p:sp>
          <p:nvSpPr>
            <p:cNvPr id="117" name="矩形 13">
              <a:extLst>
                <a:ext uri="{FF2B5EF4-FFF2-40B4-BE49-F238E27FC236}">
                  <a16:creationId xmlns:a16="http://schemas.microsoft.com/office/drawing/2014/main" id="{20725C9F-31AE-DB44-B70A-B4ECDEC0BC00}"/>
                </a:ext>
              </a:extLst>
            </p:cNvPr>
            <p:cNvSpPr/>
            <p:nvPr/>
          </p:nvSpPr>
          <p:spPr>
            <a:xfrm>
              <a:off x="7811114" y="3415851"/>
              <a:ext cx="791510" cy="664398"/>
            </a:xfrm>
            <a:prstGeom prst="rect">
              <a:avLst/>
            </a:prstGeom>
            <a:solidFill>
              <a:srgbClr val="FAD3B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RGB 250/211/187</a:t>
              </a:r>
              <a:endParaRPr kumimoji="1" lang="mr-IN" altLang="zh-CN" sz="500" b="1" dirty="0">
                <a:solidFill>
                  <a:srgbClr val="595757"/>
                </a:solidFill>
                <a:latin typeface="Arial" charset="0"/>
                <a:ea typeface="Arial" charset="0"/>
                <a:cs typeface="Arial" charset="0"/>
              </a:endParaRPr>
            </a:p>
          </p:txBody>
        </p:sp>
        <p:sp>
          <p:nvSpPr>
            <p:cNvPr id="118" name="矩形 13">
              <a:extLst>
                <a:ext uri="{FF2B5EF4-FFF2-40B4-BE49-F238E27FC236}">
                  <a16:creationId xmlns:a16="http://schemas.microsoft.com/office/drawing/2014/main" id="{AC5BCC27-B68D-0743-8E0B-E25F8D01C3A4}"/>
                </a:ext>
              </a:extLst>
            </p:cNvPr>
            <p:cNvSpPr/>
            <p:nvPr/>
          </p:nvSpPr>
          <p:spPr>
            <a:xfrm>
              <a:off x="7820945" y="4866463"/>
              <a:ext cx="791510" cy="664398"/>
            </a:xfrm>
            <a:prstGeom prst="rect">
              <a:avLst/>
            </a:prstGeom>
            <a:solidFill>
              <a:srgbClr val="D0E8C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RGB 208/232/196</a:t>
              </a:r>
            </a:p>
          </p:txBody>
        </p:sp>
        <p:sp>
          <p:nvSpPr>
            <p:cNvPr id="119" name="矩形 13">
              <a:extLst>
                <a:ext uri="{FF2B5EF4-FFF2-40B4-BE49-F238E27FC236}">
                  <a16:creationId xmlns:a16="http://schemas.microsoft.com/office/drawing/2014/main" id="{51C2E83A-C975-6945-B2FD-5B22BBB53DB7}"/>
                </a:ext>
              </a:extLst>
            </p:cNvPr>
            <p:cNvSpPr/>
            <p:nvPr/>
          </p:nvSpPr>
          <p:spPr>
            <a:xfrm>
              <a:off x="7818707" y="4134866"/>
              <a:ext cx="791510" cy="664398"/>
            </a:xfrm>
            <a:prstGeom prst="rect">
              <a:avLst/>
            </a:prstGeom>
            <a:solidFill>
              <a:srgbClr val="FEEEC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RGB 254/238/193</a:t>
              </a:r>
            </a:p>
          </p:txBody>
        </p:sp>
        <p:sp>
          <p:nvSpPr>
            <p:cNvPr id="120" name="矩形 13">
              <a:extLst>
                <a:ext uri="{FF2B5EF4-FFF2-40B4-BE49-F238E27FC236}">
                  <a16:creationId xmlns:a16="http://schemas.microsoft.com/office/drawing/2014/main" id="{BEE9A95F-6965-354F-A2C7-2E8C81DDA52F}"/>
                </a:ext>
              </a:extLst>
            </p:cNvPr>
            <p:cNvSpPr/>
            <p:nvPr/>
          </p:nvSpPr>
          <p:spPr>
            <a:xfrm>
              <a:off x="7823691" y="5596166"/>
              <a:ext cx="791510" cy="664398"/>
            </a:xfrm>
            <a:prstGeom prst="rect">
              <a:avLst/>
            </a:prstGeom>
            <a:solidFill>
              <a:srgbClr val="BEE9E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RGB</a:t>
              </a:r>
              <a:b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190/233/238</a:t>
              </a:r>
            </a:p>
          </p:txBody>
        </p:sp>
        <p:sp>
          <p:nvSpPr>
            <p:cNvPr id="121" name="矩形 13">
              <a:extLst>
                <a:ext uri="{FF2B5EF4-FFF2-40B4-BE49-F238E27FC236}">
                  <a16:creationId xmlns:a16="http://schemas.microsoft.com/office/drawing/2014/main" id="{509164EB-3DC4-7A4F-9E7C-06EBC981CD0A}"/>
                </a:ext>
              </a:extLst>
            </p:cNvPr>
            <p:cNvSpPr/>
            <p:nvPr/>
          </p:nvSpPr>
          <p:spPr>
            <a:xfrm>
              <a:off x="7807694" y="184963"/>
              <a:ext cx="791510" cy="664397"/>
            </a:xfrm>
            <a:prstGeom prst="rect">
              <a:avLst/>
            </a:prstGeom>
            <a:solidFill>
              <a:srgbClr val="EEB3B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RGB 239/178/184</a:t>
              </a:r>
            </a:p>
          </p:txBody>
        </p:sp>
        <p:sp>
          <p:nvSpPr>
            <p:cNvPr id="122" name="矩形 13">
              <a:extLst>
                <a:ext uri="{FF2B5EF4-FFF2-40B4-BE49-F238E27FC236}">
                  <a16:creationId xmlns:a16="http://schemas.microsoft.com/office/drawing/2014/main" id="{667867DD-D3E6-3040-A7B5-39345C0CE2E3}"/>
                </a:ext>
              </a:extLst>
            </p:cNvPr>
            <p:cNvSpPr/>
            <p:nvPr/>
          </p:nvSpPr>
          <p:spPr>
            <a:xfrm>
              <a:off x="7807054" y="918047"/>
              <a:ext cx="791510" cy="664397"/>
            </a:xfrm>
            <a:prstGeom prst="rect">
              <a:avLst/>
            </a:prstGeom>
            <a:solidFill>
              <a:srgbClr val="EEB3C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RGB 238/179/193</a:t>
              </a:r>
            </a:p>
          </p:txBody>
        </p:sp>
        <p:sp>
          <p:nvSpPr>
            <p:cNvPr id="123" name="矩形 13">
              <a:extLst>
                <a:ext uri="{FF2B5EF4-FFF2-40B4-BE49-F238E27FC236}">
                  <a16:creationId xmlns:a16="http://schemas.microsoft.com/office/drawing/2014/main" id="{9EE10597-3782-AB46-8453-89FA049C6C46}"/>
                </a:ext>
              </a:extLst>
            </p:cNvPr>
            <p:cNvSpPr/>
            <p:nvPr userDrawn="1"/>
          </p:nvSpPr>
          <p:spPr>
            <a:xfrm>
              <a:off x="5354169" y="6324025"/>
              <a:ext cx="513579" cy="664397"/>
            </a:xfrm>
            <a:prstGeom prst="rect">
              <a:avLst/>
            </a:prstGeom>
            <a:solidFill>
              <a:srgbClr val="22181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RGB 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0/0/0</a:t>
              </a:r>
            </a:p>
          </p:txBody>
        </p:sp>
        <p:sp>
          <p:nvSpPr>
            <p:cNvPr id="124" name="矩形 13">
              <a:extLst>
                <a:ext uri="{FF2B5EF4-FFF2-40B4-BE49-F238E27FC236}">
                  <a16:creationId xmlns:a16="http://schemas.microsoft.com/office/drawing/2014/main" id="{966B3529-B594-884C-BED0-5887B34BBBB8}"/>
                </a:ext>
              </a:extLst>
            </p:cNvPr>
            <p:cNvSpPr/>
            <p:nvPr userDrawn="1"/>
          </p:nvSpPr>
          <p:spPr>
            <a:xfrm>
              <a:off x="5900626" y="6324025"/>
              <a:ext cx="513579" cy="664397"/>
            </a:xfrm>
            <a:prstGeom prst="rect">
              <a:avLst/>
            </a:prstGeom>
            <a:solidFill>
              <a:srgbClr val="59575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RGB </a:t>
              </a:r>
            </a:p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89/87/87</a:t>
              </a:r>
            </a:p>
          </p:txBody>
        </p:sp>
        <p:sp>
          <p:nvSpPr>
            <p:cNvPr id="125" name="矩形 13">
              <a:extLst>
                <a:ext uri="{FF2B5EF4-FFF2-40B4-BE49-F238E27FC236}">
                  <a16:creationId xmlns:a16="http://schemas.microsoft.com/office/drawing/2014/main" id="{0B0545C9-147F-584F-80D2-EF13876D7D33}"/>
                </a:ext>
              </a:extLst>
            </p:cNvPr>
            <p:cNvSpPr/>
            <p:nvPr userDrawn="1"/>
          </p:nvSpPr>
          <p:spPr>
            <a:xfrm>
              <a:off x="6445335" y="6324024"/>
              <a:ext cx="513579" cy="664398"/>
            </a:xfrm>
            <a:prstGeom prst="rect">
              <a:avLst/>
            </a:prstGeom>
            <a:solidFill>
              <a:srgbClr val="88888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RGB</a:t>
              </a:r>
            </a:p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137/137/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137</a:t>
              </a:r>
            </a:p>
          </p:txBody>
        </p:sp>
        <p:sp>
          <p:nvSpPr>
            <p:cNvPr id="126" name="矩形 13">
              <a:extLst>
                <a:ext uri="{FF2B5EF4-FFF2-40B4-BE49-F238E27FC236}">
                  <a16:creationId xmlns:a16="http://schemas.microsoft.com/office/drawing/2014/main" id="{44FD0A0B-0D45-3340-A523-465AC24134BF}"/>
                </a:ext>
              </a:extLst>
            </p:cNvPr>
            <p:cNvSpPr/>
            <p:nvPr userDrawn="1"/>
          </p:nvSpPr>
          <p:spPr>
            <a:xfrm>
              <a:off x="7003279" y="6324024"/>
              <a:ext cx="513579" cy="664398"/>
            </a:xfrm>
            <a:prstGeom prst="rect">
              <a:avLst/>
            </a:prstGeom>
            <a:solidFill>
              <a:srgbClr val="B5B5B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RGB</a:t>
              </a:r>
            </a:p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181/181/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181</a:t>
              </a:r>
            </a:p>
          </p:txBody>
        </p:sp>
        <p:sp>
          <p:nvSpPr>
            <p:cNvPr id="127" name="矩形 13">
              <a:extLst>
                <a:ext uri="{FF2B5EF4-FFF2-40B4-BE49-F238E27FC236}">
                  <a16:creationId xmlns:a16="http://schemas.microsoft.com/office/drawing/2014/main" id="{2C404A07-276B-3648-BB25-4EDB5905448C}"/>
                </a:ext>
              </a:extLst>
            </p:cNvPr>
            <p:cNvSpPr/>
            <p:nvPr userDrawn="1"/>
          </p:nvSpPr>
          <p:spPr>
            <a:xfrm>
              <a:off x="7551547" y="6324024"/>
              <a:ext cx="513579" cy="664398"/>
            </a:xfrm>
            <a:prstGeom prst="rect">
              <a:avLst/>
            </a:prstGeom>
            <a:solidFill>
              <a:srgbClr val="DDDDD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RGB 221/221/</a:t>
              </a:r>
              <a:b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221</a:t>
              </a:r>
            </a:p>
          </p:txBody>
        </p:sp>
        <p:sp>
          <p:nvSpPr>
            <p:cNvPr id="128" name="矩形 13">
              <a:extLst>
                <a:ext uri="{FF2B5EF4-FFF2-40B4-BE49-F238E27FC236}">
                  <a16:creationId xmlns:a16="http://schemas.microsoft.com/office/drawing/2014/main" id="{72B0F29C-A346-8946-9B8E-8F1B9DFF7AD0}"/>
                </a:ext>
              </a:extLst>
            </p:cNvPr>
            <p:cNvSpPr/>
            <p:nvPr userDrawn="1"/>
          </p:nvSpPr>
          <p:spPr>
            <a:xfrm>
              <a:off x="8098559" y="6324024"/>
              <a:ext cx="513579" cy="664398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B5B5B5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RGB</a:t>
              </a:r>
            </a:p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255/255/</a:t>
              </a:r>
              <a:b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255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97463554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6" r:id="rId1"/>
  </p:sldLayoutIdLst>
  <p:hf hdr="0" ftr="0" dt="0"/>
  <p:txStyles>
    <p:titleStyle>
      <a:lvl1pPr algn="l" defTabSz="1187293" rtl="0" eaLnBrk="1" latinLnBrk="0" hangingPunct="1">
        <a:lnSpc>
          <a:spcPct val="90000"/>
        </a:lnSpc>
        <a:spcBef>
          <a:spcPct val="0"/>
        </a:spcBef>
        <a:buNone/>
        <a:defRPr sz="5713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96823" indent="-296823" algn="l" defTabSz="1187293" rtl="0" eaLnBrk="1" latinLnBrk="0" hangingPunct="1">
        <a:lnSpc>
          <a:spcPct val="90000"/>
        </a:lnSpc>
        <a:spcBef>
          <a:spcPts val="1299"/>
        </a:spcBef>
        <a:buFont typeface="Arial" panose="020B0604020202020204" pitchFamily="34" charset="0"/>
        <a:buChar char="•"/>
        <a:defRPr sz="3635" kern="1200">
          <a:solidFill>
            <a:schemeClr val="tx1"/>
          </a:solidFill>
          <a:latin typeface="+mn-lt"/>
          <a:ea typeface="+mn-ea"/>
          <a:cs typeface="+mn-cs"/>
        </a:defRPr>
      </a:lvl1pPr>
      <a:lvl2pPr marL="890470" indent="-296823" algn="l" defTabSz="1187293" rtl="0" eaLnBrk="1" latinLnBrk="0" hangingPunct="1">
        <a:lnSpc>
          <a:spcPct val="90000"/>
        </a:lnSpc>
        <a:spcBef>
          <a:spcPts val="649"/>
        </a:spcBef>
        <a:buFont typeface="Arial" panose="020B0604020202020204" pitchFamily="34" charset="0"/>
        <a:buChar char="•"/>
        <a:defRPr sz="3117" kern="1200">
          <a:solidFill>
            <a:schemeClr val="tx1"/>
          </a:solidFill>
          <a:latin typeface="+mn-lt"/>
          <a:ea typeface="+mn-ea"/>
          <a:cs typeface="+mn-cs"/>
        </a:defRPr>
      </a:lvl2pPr>
      <a:lvl3pPr marL="1484118" indent="-296823" algn="l" defTabSz="1187293" rtl="0" eaLnBrk="1" latinLnBrk="0" hangingPunct="1">
        <a:lnSpc>
          <a:spcPct val="90000"/>
        </a:lnSpc>
        <a:spcBef>
          <a:spcPts val="649"/>
        </a:spcBef>
        <a:buFont typeface="Arial" panose="020B0604020202020204" pitchFamily="34" charset="0"/>
        <a:buChar char="•"/>
        <a:defRPr sz="2597" kern="1200">
          <a:solidFill>
            <a:schemeClr val="tx1"/>
          </a:solidFill>
          <a:latin typeface="+mn-lt"/>
          <a:ea typeface="+mn-ea"/>
          <a:cs typeface="+mn-cs"/>
        </a:defRPr>
      </a:lvl3pPr>
      <a:lvl4pPr marL="2077764" indent="-296823" algn="l" defTabSz="1187293" rtl="0" eaLnBrk="1" latinLnBrk="0" hangingPunct="1">
        <a:lnSpc>
          <a:spcPct val="90000"/>
        </a:lnSpc>
        <a:spcBef>
          <a:spcPts val="649"/>
        </a:spcBef>
        <a:buFont typeface="Arial" panose="020B0604020202020204" pitchFamily="34" charset="0"/>
        <a:buChar char="•"/>
        <a:defRPr sz="2337" kern="1200">
          <a:solidFill>
            <a:schemeClr val="tx1"/>
          </a:solidFill>
          <a:latin typeface="+mn-lt"/>
          <a:ea typeface="+mn-ea"/>
          <a:cs typeface="+mn-cs"/>
        </a:defRPr>
      </a:lvl4pPr>
      <a:lvl5pPr marL="2671411" indent="-296823" algn="l" defTabSz="1187293" rtl="0" eaLnBrk="1" latinLnBrk="0" hangingPunct="1">
        <a:lnSpc>
          <a:spcPct val="90000"/>
        </a:lnSpc>
        <a:spcBef>
          <a:spcPts val="649"/>
        </a:spcBef>
        <a:buFont typeface="Arial" panose="020B0604020202020204" pitchFamily="34" charset="0"/>
        <a:buChar char="•"/>
        <a:defRPr sz="2337" kern="1200">
          <a:solidFill>
            <a:schemeClr val="tx1"/>
          </a:solidFill>
          <a:latin typeface="+mn-lt"/>
          <a:ea typeface="+mn-ea"/>
          <a:cs typeface="+mn-cs"/>
        </a:defRPr>
      </a:lvl5pPr>
      <a:lvl6pPr marL="3265058" indent="-296823" algn="l" defTabSz="1187293" rtl="0" eaLnBrk="1" latinLnBrk="0" hangingPunct="1">
        <a:lnSpc>
          <a:spcPct val="90000"/>
        </a:lnSpc>
        <a:spcBef>
          <a:spcPts val="649"/>
        </a:spcBef>
        <a:buFont typeface="Arial" panose="020B0604020202020204" pitchFamily="34" charset="0"/>
        <a:buChar char="•"/>
        <a:defRPr sz="2337" kern="1200">
          <a:solidFill>
            <a:schemeClr val="tx1"/>
          </a:solidFill>
          <a:latin typeface="+mn-lt"/>
          <a:ea typeface="+mn-ea"/>
          <a:cs typeface="+mn-cs"/>
        </a:defRPr>
      </a:lvl6pPr>
      <a:lvl7pPr marL="3858705" indent="-296823" algn="l" defTabSz="1187293" rtl="0" eaLnBrk="1" latinLnBrk="0" hangingPunct="1">
        <a:lnSpc>
          <a:spcPct val="90000"/>
        </a:lnSpc>
        <a:spcBef>
          <a:spcPts val="649"/>
        </a:spcBef>
        <a:buFont typeface="Arial" panose="020B0604020202020204" pitchFamily="34" charset="0"/>
        <a:buChar char="•"/>
        <a:defRPr sz="2337" kern="1200">
          <a:solidFill>
            <a:schemeClr val="tx1"/>
          </a:solidFill>
          <a:latin typeface="+mn-lt"/>
          <a:ea typeface="+mn-ea"/>
          <a:cs typeface="+mn-cs"/>
        </a:defRPr>
      </a:lvl7pPr>
      <a:lvl8pPr marL="4452351" indent="-296823" algn="l" defTabSz="1187293" rtl="0" eaLnBrk="1" latinLnBrk="0" hangingPunct="1">
        <a:lnSpc>
          <a:spcPct val="90000"/>
        </a:lnSpc>
        <a:spcBef>
          <a:spcPts val="649"/>
        </a:spcBef>
        <a:buFont typeface="Arial" panose="020B0604020202020204" pitchFamily="34" charset="0"/>
        <a:buChar char="•"/>
        <a:defRPr sz="2337" kern="1200">
          <a:solidFill>
            <a:schemeClr val="tx1"/>
          </a:solidFill>
          <a:latin typeface="+mn-lt"/>
          <a:ea typeface="+mn-ea"/>
          <a:cs typeface="+mn-cs"/>
        </a:defRPr>
      </a:lvl8pPr>
      <a:lvl9pPr marL="5045999" indent="-296823" algn="l" defTabSz="1187293" rtl="0" eaLnBrk="1" latinLnBrk="0" hangingPunct="1">
        <a:lnSpc>
          <a:spcPct val="90000"/>
        </a:lnSpc>
        <a:spcBef>
          <a:spcPts val="649"/>
        </a:spcBef>
        <a:buFont typeface="Arial" panose="020B0604020202020204" pitchFamily="34" charset="0"/>
        <a:buChar char="•"/>
        <a:defRPr sz="2337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187293" rtl="0" eaLnBrk="1" latinLnBrk="0" hangingPunct="1">
        <a:defRPr sz="2337" kern="1200">
          <a:solidFill>
            <a:schemeClr val="tx1"/>
          </a:solidFill>
          <a:latin typeface="+mn-lt"/>
          <a:ea typeface="+mn-ea"/>
          <a:cs typeface="+mn-cs"/>
        </a:defRPr>
      </a:lvl1pPr>
      <a:lvl2pPr marL="593648" algn="l" defTabSz="1187293" rtl="0" eaLnBrk="1" latinLnBrk="0" hangingPunct="1">
        <a:defRPr sz="2337" kern="1200">
          <a:solidFill>
            <a:schemeClr val="tx1"/>
          </a:solidFill>
          <a:latin typeface="+mn-lt"/>
          <a:ea typeface="+mn-ea"/>
          <a:cs typeface="+mn-cs"/>
        </a:defRPr>
      </a:lvl2pPr>
      <a:lvl3pPr marL="1187293" algn="l" defTabSz="1187293" rtl="0" eaLnBrk="1" latinLnBrk="0" hangingPunct="1">
        <a:defRPr sz="2337" kern="1200">
          <a:solidFill>
            <a:schemeClr val="tx1"/>
          </a:solidFill>
          <a:latin typeface="+mn-lt"/>
          <a:ea typeface="+mn-ea"/>
          <a:cs typeface="+mn-cs"/>
        </a:defRPr>
      </a:lvl3pPr>
      <a:lvl4pPr marL="1780942" algn="l" defTabSz="1187293" rtl="0" eaLnBrk="1" latinLnBrk="0" hangingPunct="1">
        <a:defRPr sz="2337" kern="1200">
          <a:solidFill>
            <a:schemeClr val="tx1"/>
          </a:solidFill>
          <a:latin typeface="+mn-lt"/>
          <a:ea typeface="+mn-ea"/>
          <a:cs typeface="+mn-cs"/>
        </a:defRPr>
      </a:lvl4pPr>
      <a:lvl5pPr marL="2374589" algn="l" defTabSz="1187293" rtl="0" eaLnBrk="1" latinLnBrk="0" hangingPunct="1">
        <a:defRPr sz="2337" kern="1200">
          <a:solidFill>
            <a:schemeClr val="tx1"/>
          </a:solidFill>
          <a:latin typeface="+mn-lt"/>
          <a:ea typeface="+mn-ea"/>
          <a:cs typeface="+mn-cs"/>
        </a:defRPr>
      </a:lvl5pPr>
      <a:lvl6pPr marL="2968235" algn="l" defTabSz="1187293" rtl="0" eaLnBrk="1" latinLnBrk="0" hangingPunct="1">
        <a:defRPr sz="2337" kern="1200">
          <a:solidFill>
            <a:schemeClr val="tx1"/>
          </a:solidFill>
          <a:latin typeface="+mn-lt"/>
          <a:ea typeface="+mn-ea"/>
          <a:cs typeface="+mn-cs"/>
        </a:defRPr>
      </a:lvl6pPr>
      <a:lvl7pPr marL="3561882" algn="l" defTabSz="1187293" rtl="0" eaLnBrk="1" latinLnBrk="0" hangingPunct="1">
        <a:defRPr sz="2337" kern="1200">
          <a:solidFill>
            <a:schemeClr val="tx1"/>
          </a:solidFill>
          <a:latin typeface="+mn-lt"/>
          <a:ea typeface="+mn-ea"/>
          <a:cs typeface="+mn-cs"/>
        </a:defRPr>
      </a:lvl7pPr>
      <a:lvl8pPr marL="4155531" algn="l" defTabSz="1187293" rtl="0" eaLnBrk="1" latinLnBrk="0" hangingPunct="1">
        <a:defRPr sz="2337" kern="1200">
          <a:solidFill>
            <a:schemeClr val="tx1"/>
          </a:solidFill>
          <a:latin typeface="+mn-lt"/>
          <a:ea typeface="+mn-ea"/>
          <a:cs typeface="+mn-cs"/>
        </a:defRPr>
      </a:lvl8pPr>
      <a:lvl9pPr marL="4749176" algn="l" defTabSz="1187293" rtl="0" eaLnBrk="1" latinLnBrk="0" hangingPunct="1">
        <a:defRPr sz="2337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/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tags" Target="../tags/tag50.xml"/><Relationship Id="rId2" Type="http://schemas.openxmlformats.org/officeDocument/2006/relationships/tags" Target="../tags/tag49.xml"/><Relationship Id="rId1" Type="http://schemas.openxmlformats.org/officeDocument/2006/relationships/tags" Target="../tags/tag48.xml"/><Relationship Id="rId4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8.jpeg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jpe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14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6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6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21.png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6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7" Type="http://schemas.openxmlformats.org/officeDocument/2006/relationships/image" Target="../media/image28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7.png"/><Relationship Id="rId5" Type="http://schemas.openxmlformats.org/officeDocument/2006/relationships/image" Target="../media/image26.png"/><Relationship Id="rId4" Type="http://schemas.openxmlformats.org/officeDocument/2006/relationships/image" Target="../media/image25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6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6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7.png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6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6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6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43.png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png"/><Relationship Id="rId2" Type="http://schemas.openxmlformats.org/officeDocument/2006/relationships/image" Target="../media/image44.gif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46.png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8.jpeg"/><Relationship Id="rId2" Type="http://schemas.openxmlformats.org/officeDocument/2006/relationships/image" Target="../media/image47.png"/><Relationship Id="rId1" Type="http://schemas.openxmlformats.org/officeDocument/2006/relationships/slideLayout" Target="../slideLayouts/slideLayout6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5.xml"/><Relationship Id="rId1" Type="http://schemas.openxmlformats.org/officeDocument/2006/relationships/tags" Target="../tags/tag5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  <p:custDataLst>
              <p:tags r:id="rId2"/>
            </p:custDataLst>
          </p:nvPr>
        </p:nvSpPr>
        <p:spPr/>
        <p:txBody>
          <a:bodyPr>
            <a:normAutofit/>
          </a:bodyPr>
          <a:lstStyle/>
          <a:p>
            <a:r>
              <a:rPr lang="zh-CN" altLang="en-US" sz="5400" dirty="0">
                <a:solidFill>
                  <a:schemeClr val="bg1"/>
                </a:solidFill>
              </a:rPr>
              <a:t>仓颉：一款全场景智能化</a:t>
            </a:r>
            <a:br>
              <a:rPr lang="en-US" altLang="zh-CN" sz="5400" dirty="0">
                <a:solidFill>
                  <a:schemeClr val="bg1"/>
                </a:solidFill>
              </a:rPr>
            </a:br>
            <a:r>
              <a:rPr lang="zh-CN" altLang="en-US" sz="5400" dirty="0">
                <a:solidFill>
                  <a:schemeClr val="bg1"/>
                </a:solidFill>
              </a:rPr>
              <a:t>应用编程语言</a:t>
            </a:r>
            <a:endParaRPr lang="zh-CN" altLang="zh-CN" sz="5400" dirty="0">
              <a:solidFill>
                <a:schemeClr val="bg1"/>
              </a:solidFill>
            </a:endParaRP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  <p:custDataLst>
              <p:tags r:id="rId3"/>
            </p:custDataLst>
          </p:nvPr>
        </p:nvSpPr>
        <p:spPr/>
        <p:txBody>
          <a:bodyPr>
            <a:normAutofit lnSpcReduction="10000"/>
          </a:bodyPr>
          <a:lstStyle/>
          <a:p>
            <a:endParaRPr lang="en-US" altLang="zh-CN" dirty="0">
              <a:solidFill>
                <a:schemeClr val="bg1"/>
              </a:solidFill>
            </a:endParaRPr>
          </a:p>
          <a:p>
            <a:r>
              <a:rPr lang="zh-CN" altLang="en-US" dirty="0">
                <a:solidFill>
                  <a:schemeClr val="bg1"/>
                </a:solidFill>
              </a:rPr>
              <a:t>冯新宇</a:t>
            </a:r>
            <a:endParaRPr lang="en-US" altLang="zh-CN" dirty="0">
              <a:solidFill>
                <a:schemeClr val="bg1"/>
              </a:solidFill>
            </a:endParaRPr>
          </a:p>
          <a:p>
            <a:r>
              <a:rPr lang="zh-CN" altLang="en-US" dirty="0">
                <a:solidFill>
                  <a:schemeClr val="bg1"/>
                </a:solidFill>
              </a:rPr>
              <a:t>华为编程语言实验室</a:t>
            </a:r>
          </a:p>
        </p:txBody>
      </p:sp>
    </p:spTree>
    <p:custDataLst>
      <p:tags r:id="rId1"/>
    </p:custData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 7">
            <a:extLst>
              <a:ext uri="{FF2B5EF4-FFF2-40B4-BE49-F238E27FC236}">
                <a16:creationId xmlns:a16="http://schemas.microsoft.com/office/drawing/2014/main" id="{AB38B2FC-5165-4B3F-9E89-21F5587DDE00}"/>
              </a:ext>
            </a:extLst>
          </p:cNvPr>
          <p:cNvSpPr/>
          <p:nvPr/>
        </p:nvSpPr>
        <p:spPr>
          <a:xfrm>
            <a:off x="0" y="2266121"/>
            <a:ext cx="12192000" cy="523220"/>
          </a:xfrm>
          <a:prstGeom prst="rect">
            <a:avLst/>
          </a:prstGeom>
          <a:solidFill>
            <a:schemeClr val="accent1">
              <a:alpha val="69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" name="标题 1">
            <a:extLst>
              <a:ext uri="{FF2B5EF4-FFF2-40B4-BE49-F238E27FC236}">
                <a16:creationId xmlns:a16="http://schemas.microsoft.com/office/drawing/2014/main" id="{AE211210-7AF7-B46E-0C5B-E15C8B0184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报告提纲</a:t>
            </a: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79137F78-4B30-9DA8-CEC4-C7BB2E4DC165}"/>
              </a:ext>
            </a:extLst>
          </p:cNvPr>
          <p:cNvSpPr txBox="1"/>
          <p:nvPr/>
        </p:nvSpPr>
        <p:spPr>
          <a:xfrm>
            <a:off x="3005592" y="2266121"/>
            <a:ext cx="499950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Wingdings" panose="05000000000000000000" pitchFamily="2" charset="2"/>
              <a:buChar char="Ø"/>
            </a:pPr>
            <a:r>
              <a:rPr lang="zh-CN" altLang="en-US" sz="2800" dirty="0"/>
              <a:t>仓颉语言背景介绍</a:t>
            </a: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899AFF7A-C546-32F4-ED1C-D77258933F06}"/>
              </a:ext>
            </a:extLst>
          </p:cNvPr>
          <p:cNvSpPr txBox="1"/>
          <p:nvPr/>
        </p:nvSpPr>
        <p:spPr>
          <a:xfrm>
            <a:off x="3021495" y="2969390"/>
            <a:ext cx="612250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Wingdings" panose="05000000000000000000" pitchFamily="2" charset="2"/>
              <a:buChar char="Ø"/>
            </a:pPr>
            <a:r>
              <a:rPr lang="zh-CN" altLang="en-US" sz="2800" dirty="0"/>
              <a:t>设计理念和技术特性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A1DE9D0E-ACC6-2A4D-BFEB-9C975A3BD0DE}"/>
              </a:ext>
            </a:extLst>
          </p:cNvPr>
          <p:cNvSpPr txBox="1"/>
          <p:nvPr/>
        </p:nvSpPr>
        <p:spPr>
          <a:xfrm>
            <a:off x="3021495" y="3672659"/>
            <a:ext cx="612250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Wingdings" panose="05000000000000000000" pitchFamily="2" charset="2"/>
              <a:buChar char="Ø"/>
            </a:pPr>
            <a:r>
              <a:rPr lang="zh-CN" altLang="en-US" sz="2800" dirty="0"/>
              <a:t>大模型下的编程语言思考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A092E121-2F5A-4C40-B540-AEB2FBE133E9}"/>
              </a:ext>
            </a:extLst>
          </p:cNvPr>
          <p:cNvSpPr txBox="1"/>
          <p:nvPr/>
        </p:nvSpPr>
        <p:spPr>
          <a:xfrm>
            <a:off x="3021495" y="4375928"/>
            <a:ext cx="612250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marR="0" lvl="0" indent="-4572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Ø"/>
              <a:tabLst/>
              <a:defRPr/>
            </a:pP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微软雅黑"/>
                <a:cs typeface="+mn-cs"/>
              </a:rPr>
              <a:t>未来方向和规划</a:t>
            </a:r>
          </a:p>
        </p:txBody>
      </p:sp>
    </p:spTree>
    <p:extLst>
      <p:ext uri="{BB962C8B-B14F-4D97-AF65-F5344CB8AC3E}">
        <p14:creationId xmlns:p14="http://schemas.microsoft.com/office/powerpoint/2010/main" val="180220594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F53BAE3-DE33-A3DE-AC1B-CE22F416AD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8400" y="186980"/>
            <a:ext cx="10969200" cy="705600"/>
          </a:xfrm>
        </p:spPr>
        <p:txBody>
          <a:bodyPr/>
          <a:lstStyle/>
          <a:p>
            <a:r>
              <a:rPr lang="zh-CN" altLang="en-US" dirty="0"/>
              <a:t>编程语言发展历史</a:t>
            </a:r>
          </a:p>
        </p:txBody>
      </p:sp>
      <p:pic>
        <p:nvPicPr>
          <p:cNvPr id="30" name="图片 29" descr="图形用户界面, 应用程序&#10;&#10;描述已自动生成">
            <a:extLst>
              <a:ext uri="{FF2B5EF4-FFF2-40B4-BE49-F238E27FC236}">
                <a16:creationId xmlns:a16="http://schemas.microsoft.com/office/drawing/2014/main" id="{BDFEB958-F1E6-42B8-8946-23601266662E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624834"/>
            <a:ext cx="4253350" cy="4880741"/>
          </a:xfrm>
          <a:prstGeom prst="rect">
            <a:avLst/>
          </a:prstGeom>
        </p:spPr>
      </p:pic>
      <p:pic>
        <p:nvPicPr>
          <p:cNvPr id="33" name="图片 32" descr="图形用户界面, 文本, 应用程序, 聊天或短信&#10;&#10;描述已自动生成">
            <a:extLst>
              <a:ext uri="{FF2B5EF4-FFF2-40B4-BE49-F238E27FC236}">
                <a16:creationId xmlns:a16="http://schemas.microsoft.com/office/drawing/2014/main" id="{C5BA95A0-1AF4-4CB3-8CCA-9EAF4DECD7AD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86243" y="1418854"/>
            <a:ext cx="3972773" cy="5086721"/>
          </a:xfrm>
          <a:prstGeom prst="rect">
            <a:avLst/>
          </a:prstGeom>
        </p:spPr>
      </p:pic>
      <p:pic>
        <p:nvPicPr>
          <p:cNvPr id="34" name="图片 33" descr="图形用户界面, 应用程序&#10;&#10;描述已自动生成">
            <a:extLst>
              <a:ext uri="{FF2B5EF4-FFF2-40B4-BE49-F238E27FC236}">
                <a16:creationId xmlns:a16="http://schemas.microsoft.com/office/drawing/2014/main" id="{7122CDE2-F231-4C12-8348-48295A1FFAE0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00176" y="64217"/>
            <a:ext cx="3972774" cy="6793783"/>
          </a:xfrm>
          <a:prstGeom prst="rect">
            <a:avLst/>
          </a:prstGeom>
        </p:spPr>
      </p:pic>
      <p:sp>
        <p:nvSpPr>
          <p:cNvPr id="35" name="文本框 34">
            <a:extLst>
              <a:ext uri="{FF2B5EF4-FFF2-40B4-BE49-F238E27FC236}">
                <a16:creationId xmlns:a16="http://schemas.microsoft.com/office/drawing/2014/main" id="{FF9D7BEC-74E9-48DC-AD4E-22EBABE957A1}"/>
              </a:ext>
            </a:extLst>
          </p:cNvPr>
          <p:cNvSpPr txBox="1"/>
          <p:nvPr/>
        </p:nvSpPr>
        <p:spPr>
          <a:xfrm>
            <a:off x="279779" y="6544101"/>
            <a:ext cx="590948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400" b="1" dirty="0">
                <a:solidFill>
                  <a:prstClr val="black"/>
                </a:solidFill>
                <a:latin typeface="微软雅黑" panose="020B0503020204020204" pitchFamily="34" charset="-122"/>
              </a:rPr>
              <a:t>Image from www.technolush.com </a:t>
            </a:r>
            <a:endParaRPr lang="zh-CN" altLang="en-US" b="1" dirty="0">
              <a:solidFill>
                <a:prstClr val="black"/>
              </a:solidFill>
              <a:latin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27271864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F53BAE3-DE33-A3DE-AC1B-CE22F416AD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为什么要新语言</a:t>
            </a: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389AA4AA-6693-9623-7189-958E3FC14A89}"/>
              </a:ext>
            </a:extLst>
          </p:cNvPr>
          <p:cNvSpPr txBox="1"/>
          <p:nvPr/>
        </p:nvSpPr>
        <p:spPr>
          <a:xfrm>
            <a:off x="970058" y="1812898"/>
            <a:ext cx="829321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dirty="0"/>
              <a:t>解决特定的技术问题，实现特定的编程理念</a:t>
            </a: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6DA48F32-DAA0-4365-625A-C23C03E050B9}"/>
              </a:ext>
            </a:extLst>
          </p:cNvPr>
          <p:cNvSpPr txBox="1"/>
          <p:nvPr/>
        </p:nvSpPr>
        <p:spPr>
          <a:xfrm>
            <a:off x="1893734" y="2453279"/>
            <a:ext cx="829321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dirty="0"/>
              <a:t>产业</a:t>
            </a:r>
            <a:r>
              <a:rPr lang="en-US" altLang="zh-CN" sz="2400" dirty="0"/>
              <a:t>/</a:t>
            </a:r>
            <a:r>
              <a:rPr lang="zh-CN" altLang="en-US" sz="2400" dirty="0"/>
              <a:t>技术变革需要新的开发范式：往往聚焦特定领域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909D58DA-10F8-33A4-40A4-028BB2E9C461}"/>
              </a:ext>
            </a:extLst>
          </p:cNvPr>
          <p:cNvSpPr txBox="1"/>
          <p:nvPr/>
        </p:nvSpPr>
        <p:spPr>
          <a:xfrm>
            <a:off x="1893735" y="3007322"/>
            <a:ext cx="693353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dirty="0"/>
              <a:t>个人兴趣</a:t>
            </a:r>
            <a:r>
              <a:rPr lang="en-US" altLang="zh-CN" sz="2400" dirty="0"/>
              <a:t>/</a:t>
            </a:r>
            <a:r>
              <a:rPr lang="zh-CN" altLang="en-US" sz="2400" dirty="0"/>
              <a:t>学术界研究推广特定语言范式或特性</a:t>
            </a:r>
          </a:p>
        </p:txBody>
      </p:sp>
      <p:grpSp>
        <p:nvGrpSpPr>
          <p:cNvPr id="9" name="组合 8">
            <a:extLst>
              <a:ext uri="{FF2B5EF4-FFF2-40B4-BE49-F238E27FC236}">
                <a16:creationId xmlns:a16="http://schemas.microsoft.com/office/drawing/2014/main" id="{74218C4D-4B2C-9D1F-0E57-24B450C58A1A}"/>
              </a:ext>
            </a:extLst>
          </p:cNvPr>
          <p:cNvGrpSpPr/>
          <p:nvPr/>
        </p:nvGrpSpPr>
        <p:grpSpPr>
          <a:xfrm>
            <a:off x="970059" y="4056429"/>
            <a:ext cx="8142964" cy="2456308"/>
            <a:chOff x="970059" y="4056429"/>
            <a:chExt cx="8142964" cy="2456308"/>
          </a:xfrm>
        </p:grpSpPr>
        <p:sp>
          <p:nvSpPr>
            <p:cNvPr id="5" name="文本框 4">
              <a:extLst>
                <a:ext uri="{FF2B5EF4-FFF2-40B4-BE49-F238E27FC236}">
                  <a16:creationId xmlns:a16="http://schemas.microsoft.com/office/drawing/2014/main" id="{D7A6DFBC-2B06-AA18-9FAB-33B07017C4F8}"/>
                </a:ext>
              </a:extLst>
            </p:cNvPr>
            <p:cNvSpPr txBox="1"/>
            <p:nvPr/>
          </p:nvSpPr>
          <p:spPr>
            <a:xfrm>
              <a:off x="970059" y="4056429"/>
              <a:ext cx="6933538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2800" dirty="0"/>
                <a:t>引导开发者，繁荣开发者生态</a:t>
              </a:r>
            </a:p>
          </p:txBody>
        </p:sp>
        <p:sp>
          <p:nvSpPr>
            <p:cNvPr id="6" name="文本框 5">
              <a:extLst>
                <a:ext uri="{FF2B5EF4-FFF2-40B4-BE49-F238E27FC236}">
                  <a16:creationId xmlns:a16="http://schemas.microsoft.com/office/drawing/2014/main" id="{BB52AC1E-5900-9802-0E8A-7EBD10197EBB}"/>
                </a:ext>
              </a:extLst>
            </p:cNvPr>
            <p:cNvSpPr txBox="1"/>
            <p:nvPr/>
          </p:nvSpPr>
          <p:spPr>
            <a:xfrm>
              <a:off x="1893735" y="4696810"/>
              <a:ext cx="6933538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2400" dirty="0"/>
                <a:t>平台型企业主导，生态策略为主</a:t>
              </a:r>
            </a:p>
          </p:txBody>
        </p:sp>
        <p:sp>
          <p:nvSpPr>
            <p:cNvPr id="8" name="文本框 7">
              <a:extLst>
                <a:ext uri="{FF2B5EF4-FFF2-40B4-BE49-F238E27FC236}">
                  <a16:creationId xmlns:a16="http://schemas.microsoft.com/office/drawing/2014/main" id="{5792E952-0356-4285-A630-40989BEAA051}"/>
                </a:ext>
              </a:extLst>
            </p:cNvPr>
            <p:cNvSpPr txBox="1"/>
            <p:nvPr/>
          </p:nvSpPr>
          <p:spPr>
            <a:xfrm>
              <a:off x="2179485" y="5189298"/>
              <a:ext cx="6933538" cy="132343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2000" dirty="0"/>
                <a:t>微软：</a:t>
              </a:r>
              <a:r>
                <a:rPr lang="en-US" altLang="zh-CN" sz="2000" dirty="0"/>
                <a:t>C#</a:t>
              </a:r>
            </a:p>
            <a:p>
              <a:r>
                <a:rPr lang="zh-CN" altLang="en-US" sz="2000" dirty="0"/>
                <a:t>苹果：</a:t>
              </a:r>
              <a:r>
                <a:rPr lang="en-US" altLang="zh-CN" sz="2000" dirty="0"/>
                <a:t>Swift</a:t>
              </a:r>
            </a:p>
            <a:p>
              <a:r>
                <a:rPr lang="en-US" altLang="zh-CN" sz="2000" dirty="0"/>
                <a:t>Google: Go</a:t>
              </a:r>
              <a:r>
                <a:rPr lang="zh-CN" altLang="en-US" sz="2000" dirty="0"/>
                <a:t>、</a:t>
              </a:r>
              <a:r>
                <a:rPr lang="en-US" altLang="zh-CN" sz="2000" dirty="0"/>
                <a:t>Dart</a:t>
              </a:r>
              <a:r>
                <a:rPr lang="zh-CN" altLang="en-US" sz="2000" dirty="0"/>
                <a:t>、</a:t>
              </a:r>
              <a:r>
                <a:rPr lang="en-US" altLang="zh-CN" sz="2000" dirty="0"/>
                <a:t>(Kotlin</a:t>
              </a:r>
              <a:r>
                <a:rPr lang="zh-CN" altLang="en-US" sz="2000" dirty="0"/>
                <a:t>）</a:t>
              </a:r>
              <a:endParaRPr lang="en-US" altLang="zh-CN" sz="2000" dirty="0"/>
            </a:p>
            <a:p>
              <a:r>
                <a:rPr lang="en-US" altLang="zh-CN" sz="2000" dirty="0"/>
                <a:t>…</a:t>
              </a:r>
              <a:endParaRPr lang="zh-CN" altLang="en-US" sz="2000" dirty="0"/>
            </a:p>
          </p:txBody>
        </p:sp>
      </p:grpSp>
    </p:spTree>
    <p:extLst>
      <p:ext uri="{BB962C8B-B14F-4D97-AF65-F5344CB8AC3E}">
        <p14:creationId xmlns:p14="http://schemas.microsoft.com/office/powerpoint/2010/main" val="154502786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F53BAE3-DE33-A3DE-AC1B-CE22F416AD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为什么要仓颉语言</a:t>
            </a: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B6632933-347F-C0A2-D93D-74945EC74E4D}"/>
              </a:ext>
            </a:extLst>
          </p:cNvPr>
          <p:cNvSpPr txBox="1"/>
          <p:nvPr/>
        </p:nvSpPr>
        <p:spPr>
          <a:xfrm>
            <a:off x="866069" y="3588580"/>
            <a:ext cx="7232902" cy="36920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342900" marR="0" lvl="0" indent="-342900" algn="l" defTabSz="91411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Ø"/>
              <a:tabLst/>
              <a:defRPr/>
            </a:pPr>
            <a:r>
              <a:rPr kumimoji="1" lang="zh-CN" altLang="en-US" sz="2399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icrosoft YaHei" panose="020B0503020204020204" pitchFamily="34" charset="-122"/>
                <a:ea typeface="微软雅黑"/>
                <a:cs typeface="+mn-cs"/>
              </a:rPr>
              <a:t>能力辐射其他领域，支持全场景应用开发</a:t>
            </a: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6B22E154-B8A1-189C-4EA3-6238E401B5AA}"/>
              </a:ext>
            </a:extLst>
          </p:cNvPr>
          <p:cNvSpPr txBox="1"/>
          <p:nvPr/>
        </p:nvSpPr>
        <p:spPr>
          <a:xfrm>
            <a:off x="1429184" y="2808772"/>
            <a:ext cx="7986959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lvl="0" indent="0" algn="l" defTabSz="91411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icrosoft YaHei" panose="020B0503020204020204" pitchFamily="34" charset="-122"/>
                <a:ea typeface="微软雅黑"/>
                <a:cs typeface="+mn-cs"/>
              </a:rPr>
              <a:t>发挥系统优势，垂直整合，最大化的将系统的竞争力透传给开发者</a:t>
            </a: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B361BC4D-70F5-66CA-42E8-2F6E47DCB581}"/>
              </a:ext>
            </a:extLst>
          </p:cNvPr>
          <p:cNvSpPr txBox="1"/>
          <p:nvPr/>
        </p:nvSpPr>
        <p:spPr>
          <a:xfrm>
            <a:off x="1429184" y="2291986"/>
            <a:ext cx="7605959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lvl="0" indent="0" algn="l" defTabSz="91411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icrosoft YaHei" panose="020B0503020204020204" pitchFamily="34" charset="-122"/>
                <a:ea typeface="微软雅黑"/>
                <a:cs typeface="+mn-cs"/>
              </a:rPr>
              <a:t>提升开发体验和程序性能，为鸿蒙汇聚更多的应用开发者</a:t>
            </a: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2003AFB0-22F9-681E-FCDC-D3ABF51AD9DB}"/>
              </a:ext>
            </a:extLst>
          </p:cNvPr>
          <p:cNvSpPr txBox="1"/>
          <p:nvPr/>
        </p:nvSpPr>
        <p:spPr>
          <a:xfrm>
            <a:off x="866068" y="4429815"/>
            <a:ext cx="3570394" cy="3691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342900" marR="0" lvl="0" indent="-342900" algn="l" defTabSz="91411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Ø"/>
              <a:tabLst/>
              <a:defRPr/>
            </a:pPr>
            <a:r>
              <a:rPr kumimoji="1" lang="zh-CN" altLang="en-US" sz="2399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icrosoft YaHei" panose="020B0503020204020204" pitchFamily="34" charset="-122"/>
                <a:ea typeface="微软雅黑"/>
                <a:cs typeface="+mn-cs"/>
              </a:rPr>
              <a:t>迎接产业</a:t>
            </a:r>
            <a:r>
              <a:rPr kumimoji="1" lang="en-US" altLang="zh-CN" sz="2399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icrosoft YaHei" panose="020B0503020204020204" pitchFamily="34" charset="-122"/>
                <a:ea typeface="微软雅黑"/>
                <a:cs typeface="+mn-cs"/>
              </a:rPr>
              <a:t>/</a:t>
            </a:r>
            <a:r>
              <a:rPr kumimoji="1" lang="zh-CN" altLang="en-US" sz="2399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icrosoft YaHei" panose="020B0503020204020204" pitchFamily="34" charset="-122"/>
                <a:ea typeface="微软雅黑"/>
                <a:cs typeface="+mn-cs"/>
              </a:rPr>
              <a:t>技术变革</a:t>
            </a: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0AEA44BE-C969-1D26-16C9-E95EF33216DC}"/>
              </a:ext>
            </a:extLst>
          </p:cNvPr>
          <p:cNvSpPr txBox="1"/>
          <p:nvPr/>
        </p:nvSpPr>
        <p:spPr>
          <a:xfrm>
            <a:off x="1429184" y="4941484"/>
            <a:ext cx="6088179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lvl="0" indent="0" algn="l" defTabSz="91411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icrosoft YaHei" panose="020B0503020204020204" pitchFamily="34" charset="-122"/>
                <a:ea typeface="微软雅黑"/>
                <a:cs typeface="+mn-cs"/>
              </a:rPr>
              <a:t>智能化、空间化、一体化 </a:t>
            </a:r>
            <a:r>
              <a:rPr kumimoji="1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icrosoft YaHei" panose="020B0503020204020204" pitchFamily="34" charset="-122"/>
                <a:ea typeface="微软雅黑"/>
                <a:cs typeface="+mn-cs"/>
              </a:rPr>
              <a:t>…</a:t>
            </a:r>
            <a:endParaRPr kumimoji="1" lang="zh-CN" altLang="en-US" sz="2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Microsoft YaHei" panose="020B0503020204020204" pitchFamily="34" charset="-122"/>
              <a:ea typeface="微软雅黑"/>
              <a:cs typeface="+mn-cs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E2893518-4C05-4C35-BA0A-928A28E94788}"/>
              </a:ext>
            </a:extLst>
          </p:cNvPr>
          <p:cNvSpPr txBox="1"/>
          <p:nvPr/>
        </p:nvSpPr>
        <p:spPr>
          <a:xfrm>
            <a:off x="866068" y="1718890"/>
            <a:ext cx="10150275" cy="36920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342900" marR="0" lvl="0" indent="-342900" algn="l" defTabSz="91411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Ø"/>
              <a:tabLst/>
              <a:defRPr/>
            </a:pPr>
            <a:r>
              <a:rPr kumimoji="1" lang="zh-CN" altLang="en-US" sz="2399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icrosoft YaHei" panose="020B0503020204020204" pitchFamily="34" charset="-122"/>
                <a:ea typeface="微软雅黑"/>
                <a:cs typeface="+mn-cs"/>
              </a:rPr>
              <a:t>繁荣</a:t>
            </a:r>
            <a:r>
              <a:rPr kumimoji="1" lang="en-US" altLang="zh-CN" sz="2399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icrosoft YaHei" panose="020B0503020204020204" pitchFamily="34" charset="-122"/>
                <a:ea typeface="微软雅黑"/>
                <a:cs typeface="+mn-cs"/>
              </a:rPr>
              <a:t>HarmonyOS</a:t>
            </a:r>
            <a:r>
              <a:rPr kumimoji="1" lang="zh-CN" altLang="en-US" sz="2399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icrosoft YaHei" panose="020B0503020204020204" pitchFamily="34" charset="-122"/>
                <a:ea typeface="微软雅黑"/>
                <a:cs typeface="+mn-cs"/>
              </a:rPr>
              <a:t>应用生态，打造最适合</a:t>
            </a:r>
            <a:r>
              <a:rPr kumimoji="1" lang="en-US" altLang="zh-CN" sz="2399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icrosoft YaHei" panose="020B0503020204020204" pitchFamily="34" charset="-122"/>
                <a:ea typeface="微软雅黑"/>
                <a:cs typeface="+mn-cs"/>
              </a:rPr>
              <a:t>HarmonyOS</a:t>
            </a:r>
            <a:r>
              <a:rPr kumimoji="1" lang="zh-CN" altLang="en-US" sz="2399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icrosoft YaHei" panose="020B0503020204020204" pitchFamily="34" charset="-122"/>
                <a:ea typeface="微软雅黑"/>
                <a:cs typeface="+mn-cs"/>
              </a:rPr>
              <a:t>的应用开发语言</a:t>
            </a:r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6A5D352F-5CA5-4A71-9674-78AA2853715C}"/>
              </a:ext>
            </a:extLst>
          </p:cNvPr>
          <p:cNvSpPr txBox="1"/>
          <p:nvPr/>
        </p:nvSpPr>
        <p:spPr>
          <a:xfrm>
            <a:off x="1429184" y="5456468"/>
            <a:ext cx="7605959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lvl="0" indent="0" algn="l" defTabSz="91411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icrosoft YaHei" panose="020B0503020204020204" pitchFamily="34" charset="-122"/>
                <a:ea typeface="微软雅黑"/>
                <a:cs typeface="+mn-cs"/>
              </a:rPr>
              <a:t>编程语言作为一个平台，有很大的技术演进</a:t>
            </a:r>
            <a:r>
              <a:rPr kumimoji="1" lang="zh-CN" altLang="en-US" sz="2000" dirty="0">
                <a:solidFill>
                  <a:srgbClr val="000000"/>
                </a:solidFill>
                <a:latin typeface="Microsoft YaHei" panose="020B0503020204020204" pitchFamily="34" charset="-122"/>
                <a:ea typeface="微软雅黑"/>
              </a:rPr>
              <a:t>与</a:t>
            </a:r>
            <a:r>
              <a:rPr kumimoji="1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icrosoft YaHei" panose="020B0503020204020204" pitchFamily="34" charset="-122"/>
                <a:ea typeface="微软雅黑"/>
                <a:cs typeface="+mn-cs"/>
              </a:rPr>
              <a:t>成长空间</a:t>
            </a:r>
          </a:p>
        </p:txBody>
      </p:sp>
    </p:spTree>
    <p:extLst>
      <p:ext uri="{BB962C8B-B14F-4D97-AF65-F5344CB8AC3E}">
        <p14:creationId xmlns:p14="http://schemas.microsoft.com/office/powerpoint/2010/main" val="130626274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F53BAE3-DE33-A3DE-AC1B-CE22F416AD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仓颉语言的发展历程</a:t>
            </a: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DEC1286D-3C9D-3809-376C-6285359152BD}"/>
              </a:ext>
            </a:extLst>
          </p:cNvPr>
          <p:cNvSpPr txBox="1"/>
          <p:nvPr/>
        </p:nvSpPr>
        <p:spPr>
          <a:xfrm>
            <a:off x="7652210" y="6335375"/>
            <a:ext cx="2653747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000" dirty="0"/>
              <a:t>https://e.huawei.com/cn/videolist/enterprise/29ece690231a4705967dedb03916d97a</a:t>
            </a:r>
            <a:endParaRPr lang="zh-CN" altLang="en-US" sz="1000" dirty="0"/>
          </a:p>
        </p:txBody>
      </p:sp>
      <p:pic>
        <p:nvPicPr>
          <p:cNvPr id="17" name="图片 16">
            <a:extLst>
              <a:ext uri="{FF2B5EF4-FFF2-40B4-BE49-F238E27FC236}">
                <a16:creationId xmlns:a16="http://schemas.microsoft.com/office/drawing/2014/main" id="{5B71B008-330B-E63D-61C5-D69F202AD0D5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46120" y="5370483"/>
            <a:ext cx="1862547" cy="1425710"/>
          </a:xfrm>
          <a:prstGeom prst="rect">
            <a:avLst/>
          </a:prstGeom>
        </p:spPr>
      </p:pic>
      <p:sp>
        <p:nvSpPr>
          <p:cNvPr id="32" name="形状">
            <a:extLst>
              <a:ext uri="{FF2B5EF4-FFF2-40B4-BE49-F238E27FC236}">
                <a16:creationId xmlns:a16="http://schemas.microsoft.com/office/drawing/2014/main" id="{1087017D-EE2F-44AD-9A99-6E6945461BF9}"/>
              </a:ext>
            </a:extLst>
          </p:cNvPr>
          <p:cNvSpPr/>
          <p:nvPr/>
        </p:nvSpPr>
        <p:spPr>
          <a:xfrm rot="1335920">
            <a:off x="1561647" y="1609975"/>
            <a:ext cx="9374773" cy="5461415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1260" y="922"/>
                </a:moveTo>
                <a:lnTo>
                  <a:pt x="21489" y="1428"/>
                </a:lnTo>
                <a:lnTo>
                  <a:pt x="21600" y="0"/>
                </a:lnTo>
                <a:lnTo>
                  <a:pt x="20756" y="413"/>
                </a:lnTo>
                <a:lnTo>
                  <a:pt x="21103" y="676"/>
                </a:lnTo>
                <a:cubicBezTo>
                  <a:pt x="18654" y="3988"/>
                  <a:pt x="16071" y="7061"/>
                  <a:pt x="13350" y="9931"/>
                </a:cubicBezTo>
                <a:cubicBezTo>
                  <a:pt x="9170" y="14342"/>
                  <a:pt x="4709" y="18229"/>
                  <a:pt x="0" y="21600"/>
                </a:cubicBezTo>
                <a:cubicBezTo>
                  <a:pt x="4749" y="18505"/>
                  <a:pt x="9325" y="14620"/>
                  <a:pt x="13568" y="10169"/>
                </a:cubicBezTo>
                <a:cubicBezTo>
                  <a:pt x="16276" y="7329"/>
                  <a:pt x="18843" y="4254"/>
                  <a:pt x="21260" y="922"/>
                </a:cubicBezTo>
                <a:close/>
              </a:path>
            </a:pathLst>
          </a:custGeom>
          <a:solidFill>
            <a:srgbClr val="C7000B"/>
          </a:solidFill>
          <a:ln w="3175" cap="flat">
            <a:noFill/>
            <a:miter lim="400000"/>
          </a:ln>
          <a:effectLst/>
        </p:spPr>
        <p:txBody>
          <a:bodyPr wrap="square" lIns="37615" tIns="37615" rIns="37615" bIns="37615" numCol="1" anchor="ctr">
            <a:noAutofit/>
          </a:bodyPr>
          <a:lstStyle/>
          <a:p>
            <a:pPr defTabSz="914377">
              <a:defRPr b="0">
                <a:latin typeface="+mn-lt"/>
                <a:ea typeface="+mn-ea"/>
                <a:cs typeface="+mn-cs"/>
                <a:sym typeface="Helvetica Neue Medium"/>
              </a:defRPr>
            </a:pPr>
            <a:endParaRPr sz="2132">
              <a:solidFill>
                <a:srgbClr val="44546A"/>
              </a:solidFill>
              <a:latin typeface="微软雅黑" panose="020B0503020204020204" pitchFamily="34" charset="-122"/>
              <a:sym typeface="Helvetica Neue Medium"/>
            </a:endParaRPr>
          </a:p>
        </p:txBody>
      </p:sp>
      <p:sp>
        <p:nvSpPr>
          <p:cNvPr id="33" name="椭圆 32">
            <a:extLst>
              <a:ext uri="{FF2B5EF4-FFF2-40B4-BE49-F238E27FC236}">
                <a16:creationId xmlns:a16="http://schemas.microsoft.com/office/drawing/2014/main" id="{84877B60-BEB7-4785-8894-46BFCEAD44C8}"/>
              </a:ext>
            </a:extLst>
          </p:cNvPr>
          <p:cNvSpPr/>
          <p:nvPr/>
        </p:nvSpPr>
        <p:spPr>
          <a:xfrm>
            <a:off x="1222488" y="4889184"/>
            <a:ext cx="572808" cy="564972"/>
          </a:xfrm>
          <a:prstGeom prst="ellipse">
            <a:avLst/>
          </a:prstGeom>
          <a:gradFill flip="none" rotWithShape="1">
            <a:gsLst>
              <a:gs pos="0">
                <a:srgbClr val="5B9BD5">
                  <a:lumMod val="0"/>
                  <a:lumOff val="100000"/>
                </a:srgbClr>
              </a:gs>
              <a:gs pos="35000">
                <a:srgbClr val="5B9BD5">
                  <a:lumMod val="0"/>
                  <a:lumOff val="100000"/>
                </a:srgbClr>
              </a:gs>
              <a:gs pos="100000">
                <a:srgbClr val="A7A7A7">
                  <a:lumMod val="40000"/>
                  <a:lumOff val="60000"/>
                </a:srgbClr>
              </a:gs>
            </a:gsLst>
            <a:path path="circle">
              <a:fillToRect l="50000" t="50000" r="50000" b="50000"/>
            </a:path>
            <a:tileRect/>
          </a:gradFill>
          <a:ln w="12700" cap="flat">
            <a:noFill/>
            <a:prstDash val="solid"/>
            <a:miter lim="800000"/>
          </a:ln>
          <a:effectLst/>
          <a:sp3d/>
        </p:spPr>
        <p:txBody>
          <a:bodyPr rot="0" spcFirstLastPara="1" vertOverflow="overflow" horzOverflow="overflow" vert="horz" wrap="square" lIns="60927" tIns="60927" rIns="60927" bIns="60927" numCol="1" spcCol="38100" rtlCol="0" anchor="ctr">
            <a:noAutofit/>
          </a:bodyPr>
          <a:lstStyle/>
          <a:p>
            <a:pPr defTabSz="1218804" hangingPunct="0"/>
            <a:endParaRPr lang="zh-CN" altLang="en-US" sz="1067" kern="0" dirty="0">
              <a:solidFill>
                <a:srgbClr val="000000"/>
              </a:solidFill>
              <a:latin typeface="微软雅黑" panose="020B0503020204020204" pitchFamily="34" charset="-122"/>
              <a:cs typeface="Calibri"/>
              <a:sym typeface="微软雅黑" panose="020B0503020204020204" pitchFamily="34" charset="-122"/>
            </a:endParaRPr>
          </a:p>
        </p:txBody>
      </p:sp>
      <p:sp>
        <p:nvSpPr>
          <p:cNvPr id="34" name="矩形 33">
            <a:extLst>
              <a:ext uri="{FF2B5EF4-FFF2-40B4-BE49-F238E27FC236}">
                <a16:creationId xmlns:a16="http://schemas.microsoft.com/office/drawing/2014/main" id="{6E2869C2-F930-4CA9-9FC5-6B561F675AD1}"/>
              </a:ext>
            </a:extLst>
          </p:cNvPr>
          <p:cNvSpPr/>
          <p:nvPr/>
        </p:nvSpPr>
        <p:spPr>
          <a:xfrm>
            <a:off x="1246337" y="5023174"/>
            <a:ext cx="524503" cy="25654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defTabSz="914377"/>
            <a:r>
              <a:rPr lang="en-US" altLang="zh-CN" sz="1067" b="1" kern="0" dirty="0">
                <a:solidFill>
                  <a:prstClr val="black"/>
                </a:solidFill>
                <a:latin typeface="微软雅黑" panose="020B0503020204020204" pitchFamily="34" charset="-122"/>
                <a:cs typeface="Calibri"/>
                <a:sym typeface="微软雅黑" panose="020B0503020204020204" pitchFamily="34" charset="-122"/>
              </a:rPr>
              <a:t>2019</a:t>
            </a:r>
            <a:endParaRPr lang="zh-CN" altLang="en-US" sz="1067" b="1" dirty="0">
              <a:solidFill>
                <a:prstClr val="black"/>
              </a:solidFill>
              <a:latin typeface="Calibri"/>
              <a:ea typeface="宋体" panose="02010600030101010101" pitchFamily="2" charset="-122"/>
            </a:endParaRPr>
          </a:p>
        </p:txBody>
      </p:sp>
      <p:sp>
        <p:nvSpPr>
          <p:cNvPr id="35" name="矩形 34">
            <a:extLst>
              <a:ext uri="{FF2B5EF4-FFF2-40B4-BE49-F238E27FC236}">
                <a16:creationId xmlns:a16="http://schemas.microsoft.com/office/drawing/2014/main" id="{F7958762-48E3-4881-B24A-58DEC4DE7EB5}"/>
              </a:ext>
            </a:extLst>
          </p:cNvPr>
          <p:cNvSpPr/>
          <p:nvPr/>
        </p:nvSpPr>
        <p:spPr>
          <a:xfrm>
            <a:off x="1024864" y="5508254"/>
            <a:ext cx="988044" cy="336161"/>
          </a:xfrm>
          <a:prstGeom prst="rect">
            <a:avLst/>
          </a:prstGeom>
          <a:noFill/>
        </p:spPr>
        <p:txBody>
          <a:bodyPr wrap="square" lIns="109324" tIns="54663" rIns="109324" bIns="54663">
            <a:spAutoFit/>
          </a:bodyPr>
          <a:lstStyle/>
          <a:p>
            <a:pPr algn="ctr" defTabSz="1218804">
              <a:buClr>
                <a:srgbClr val="CC9900"/>
              </a:buClr>
              <a:defRPr/>
            </a:pPr>
            <a:r>
              <a:rPr lang="zh-CN" altLang="en-US" sz="1467" b="1" kern="0" dirty="0">
                <a:solidFill>
                  <a:srgbClr val="1D1D1A"/>
                </a:solidFill>
                <a:latin typeface="微软雅黑" pitchFamily="34" charset="-122"/>
              </a:rPr>
              <a:t>正式</a:t>
            </a:r>
            <a:r>
              <a:rPr lang="zh-CN" altLang="en-US" sz="1467" b="1" kern="0" dirty="0">
                <a:solidFill>
                  <a:srgbClr val="C7000A"/>
                </a:solidFill>
                <a:latin typeface="微软雅黑" pitchFamily="34" charset="-122"/>
              </a:rPr>
              <a:t>立项</a:t>
            </a:r>
          </a:p>
        </p:txBody>
      </p:sp>
      <p:sp>
        <p:nvSpPr>
          <p:cNvPr id="36" name="椭圆 35">
            <a:extLst>
              <a:ext uri="{FF2B5EF4-FFF2-40B4-BE49-F238E27FC236}">
                <a16:creationId xmlns:a16="http://schemas.microsoft.com/office/drawing/2014/main" id="{D3B7BA74-1F55-4104-ABCC-E8C99246C2D1}"/>
              </a:ext>
            </a:extLst>
          </p:cNvPr>
          <p:cNvSpPr/>
          <p:nvPr/>
        </p:nvSpPr>
        <p:spPr>
          <a:xfrm>
            <a:off x="3515830" y="4741923"/>
            <a:ext cx="572808" cy="564972"/>
          </a:xfrm>
          <a:prstGeom prst="ellipse">
            <a:avLst/>
          </a:prstGeom>
          <a:gradFill flip="none" rotWithShape="1">
            <a:gsLst>
              <a:gs pos="0">
                <a:srgbClr val="5B9BD5">
                  <a:lumMod val="0"/>
                  <a:lumOff val="100000"/>
                </a:srgbClr>
              </a:gs>
              <a:gs pos="35000">
                <a:srgbClr val="5B9BD5">
                  <a:lumMod val="0"/>
                  <a:lumOff val="100000"/>
                </a:srgbClr>
              </a:gs>
              <a:gs pos="100000">
                <a:srgbClr val="A7A7A7">
                  <a:lumMod val="40000"/>
                  <a:lumOff val="60000"/>
                </a:srgbClr>
              </a:gs>
            </a:gsLst>
            <a:path path="circle">
              <a:fillToRect l="50000" t="50000" r="50000" b="50000"/>
            </a:path>
            <a:tileRect/>
          </a:gradFill>
          <a:ln w="12700" cap="flat">
            <a:noFill/>
            <a:prstDash val="solid"/>
            <a:miter lim="800000"/>
          </a:ln>
          <a:effectLst/>
          <a:sp3d/>
        </p:spPr>
        <p:txBody>
          <a:bodyPr rot="0" spcFirstLastPara="1" vertOverflow="overflow" horzOverflow="overflow" vert="horz" wrap="square" lIns="60927" tIns="60927" rIns="60927" bIns="60927" numCol="1" spcCol="38100" rtlCol="0" anchor="ctr">
            <a:noAutofit/>
          </a:bodyPr>
          <a:lstStyle/>
          <a:p>
            <a:pPr defTabSz="1218804" hangingPunct="0"/>
            <a:endParaRPr lang="zh-CN" altLang="en-US" sz="1067" kern="0" dirty="0">
              <a:solidFill>
                <a:srgbClr val="000000"/>
              </a:solidFill>
              <a:latin typeface="微软雅黑" panose="020B0503020204020204" pitchFamily="34" charset="-122"/>
              <a:cs typeface="Calibri"/>
              <a:sym typeface="微软雅黑" panose="020B0503020204020204" pitchFamily="34" charset="-122"/>
            </a:endParaRPr>
          </a:p>
        </p:txBody>
      </p:sp>
      <p:sp>
        <p:nvSpPr>
          <p:cNvPr id="37" name="矩形 36">
            <a:extLst>
              <a:ext uri="{FF2B5EF4-FFF2-40B4-BE49-F238E27FC236}">
                <a16:creationId xmlns:a16="http://schemas.microsoft.com/office/drawing/2014/main" id="{4C451D07-2AA8-47EB-80C1-77A8E686A637}"/>
              </a:ext>
            </a:extLst>
          </p:cNvPr>
          <p:cNvSpPr/>
          <p:nvPr/>
        </p:nvSpPr>
        <p:spPr>
          <a:xfrm>
            <a:off x="3508994" y="4875912"/>
            <a:ext cx="524503" cy="25654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defTabSz="914377"/>
            <a:r>
              <a:rPr lang="en-US" altLang="zh-CN" sz="1067" b="1" kern="0" dirty="0">
                <a:solidFill>
                  <a:prstClr val="black"/>
                </a:solidFill>
                <a:latin typeface="微软雅黑" panose="020B0503020204020204" pitchFamily="34" charset="-122"/>
                <a:cs typeface="Calibri"/>
                <a:sym typeface="微软雅黑" panose="020B0503020204020204" pitchFamily="34" charset="-122"/>
              </a:rPr>
              <a:t>2021</a:t>
            </a:r>
            <a:endParaRPr lang="zh-CN" altLang="en-US" sz="1067" b="1" dirty="0">
              <a:solidFill>
                <a:prstClr val="black"/>
              </a:solidFill>
              <a:latin typeface="Calibri"/>
              <a:ea typeface="宋体" panose="02010600030101010101" pitchFamily="2" charset="-122"/>
            </a:endParaRPr>
          </a:p>
        </p:txBody>
      </p:sp>
      <p:sp>
        <p:nvSpPr>
          <p:cNvPr id="38" name="矩形 37">
            <a:extLst>
              <a:ext uri="{FF2B5EF4-FFF2-40B4-BE49-F238E27FC236}">
                <a16:creationId xmlns:a16="http://schemas.microsoft.com/office/drawing/2014/main" id="{7EC6BA0A-D2C8-4703-933F-41B74BAB9314}"/>
              </a:ext>
            </a:extLst>
          </p:cNvPr>
          <p:cNvSpPr/>
          <p:nvPr/>
        </p:nvSpPr>
        <p:spPr>
          <a:xfrm>
            <a:off x="2848233" y="5317024"/>
            <a:ext cx="2079707" cy="336161"/>
          </a:xfrm>
          <a:prstGeom prst="rect">
            <a:avLst/>
          </a:prstGeom>
          <a:noFill/>
        </p:spPr>
        <p:txBody>
          <a:bodyPr wrap="square" lIns="109324" tIns="54663" rIns="109324" bIns="54663">
            <a:spAutoFit/>
          </a:bodyPr>
          <a:lstStyle/>
          <a:p>
            <a:pPr algn="ctr" defTabSz="1218804">
              <a:buClr>
                <a:srgbClr val="CC9900"/>
              </a:buClr>
              <a:defRPr/>
            </a:pPr>
            <a:r>
              <a:rPr lang="zh-CN" altLang="en-US" sz="1467" b="1" kern="0" dirty="0">
                <a:solidFill>
                  <a:srgbClr val="1D1D1A"/>
                </a:solidFill>
                <a:latin typeface="微软雅黑" pitchFamily="34" charset="-122"/>
              </a:rPr>
              <a:t>建立</a:t>
            </a:r>
            <a:r>
              <a:rPr lang="zh-CN" altLang="en-US" sz="1467" b="1" kern="0" dirty="0">
                <a:solidFill>
                  <a:srgbClr val="C7000A"/>
                </a:solidFill>
                <a:latin typeface="微软雅黑" pitchFamily="34" charset="-122"/>
              </a:rPr>
              <a:t>编程语言技术社区</a:t>
            </a:r>
          </a:p>
        </p:txBody>
      </p:sp>
      <p:sp>
        <p:nvSpPr>
          <p:cNvPr id="39" name="椭圆 38">
            <a:extLst>
              <a:ext uri="{FF2B5EF4-FFF2-40B4-BE49-F238E27FC236}">
                <a16:creationId xmlns:a16="http://schemas.microsoft.com/office/drawing/2014/main" id="{9E180239-8E3A-4B42-BC55-D6EB66EC967F}"/>
              </a:ext>
            </a:extLst>
          </p:cNvPr>
          <p:cNvSpPr/>
          <p:nvPr/>
        </p:nvSpPr>
        <p:spPr>
          <a:xfrm>
            <a:off x="5782106" y="4497545"/>
            <a:ext cx="572808" cy="564972"/>
          </a:xfrm>
          <a:prstGeom prst="ellipse">
            <a:avLst/>
          </a:prstGeom>
          <a:gradFill flip="none" rotWithShape="1">
            <a:gsLst>
              <a:gs pos="0">
                <a:srgbClr val="5B9BD5">
                  <a:lumMod val="0"/>
                  <a:lumOff val="100000"/>
                </a:srgbClr>
              </a:gs>
              <a:gs pos="35000">
                <a:srgbClr val="5B9BD5">
                  <a:lumMod val="0"/>
                  <a:lumOff val="100000"/>
                </a:srgbClr>
              </a:gs>
              <a:gs pos="100000">
                <a:srgbClr val="A7A7A7">
                  <a:lumMod val="40000"/>
                  <a:lumOff val="60000"/>
                </a:srgbClr>
              </a:gs>
            </a:gsLst>
            <a:path path="circle">
              <a:fillToRect l="50000" t="50000" r="50000" b="50000"/>
            </a:path>
            <a:tileRect/>
          </a:gradFill>
          <a:ln w="12700" cap="flat">
            <a:noFill/>
            <a:prstDash val="solid"/>
            <a:miter lim="800000"/>
          </a:ln>
          <a:effectLst/>
          <a:sp3d/>
        </p:spPr>
        <p:txBody>
          <a:bodyPr rot="0" spcFirstLastPara="1" vertOverflow="overflow" horzOverflow="overflow" vert="horz" wrap="square" lIns="60927" tIns="60927" rIns="60927" bIns="60927" numCol="1" spcCol="38100" rtlCol="0" anchor="ctr">
            <a:noAutofit/>
          </a:bodyPr>
          <a:lstStyle/>
          <a:p>
            <a:pPr defTabSz="1218804" hangingPunct="0"/>
            <a:endParaRPr lang="zh-CN" altLang="en-US" sz="1067" kern="0" dirty="0">
              <a:solidFill>
                <a:srgbClr val="000000"/>
              </a:solidFill>
              <a:latin typeface="微软雅黑" panose="020B0503020204020204" pitchFamily="34" charset="-122"/>
              <a:cs typeface="Calibri"/>
              <a:sym typeface="微软雅黑" panose="020B0503020204020204" pitchFamily="34" charset="-122"/>
            </a:endParaRPr>
          </a:p>
        </p:txBody>
      </p:sp>
      <p:sp>
        <p:nvSpPr>
          <p:cNvPr id="40" name="矩形 39">
            <a:extLst>
              <a:ext uri="{FF2B5EF4-FFF2-40B4-BE49-F238E27FC236}">
                <a16:creationId xmlns:a16="http://schemas.microsoft.com/office/drawing/2014/main" id="{535F65E6-3592-4B9B-B02F-0AE55292373A}"/>
              </a:ext>
            </a:extLst>
          </p:cNvPr>
          <p:cNvSpPr/>
          <p:nvPr/>
        </p:nvSpPr>
        <p:spPr>
          <a:xfrm>
            <a:off x="5775270" y="4631534"/>
            <a:ext cx="524503" cy="25654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defTabSz="914377"/>
            <a:r>
              <a:rPr lang="en-US" altLang="zh-CN" sz="1067" b="1" kern="0" dirty="0">
                <a:solidFill>
                  <a:prstClr val="black"/>
                </a:solidFill>
                <a:latin typeface="微软雅黑" panose="020B0503020204020204" pitchFamily="34" charset="-122"/>
                <a:cs typeface="Calibri"/>
                <a:sym typeface="微软雅黑" panose="020B0503020204020204" pitchFamily="34" charset="-122"/>
              </a:rPr>
              <a:t>2022</a:t>
            </a:r>
            <a:endParaRPr lang="zh-CN" altLang="en-US" sz="1067" b="1" dirty="0">
              <a:solidFill>
                <a:prstClr val="black"/>
              </a:solidFill>
              <a:latin typeface="Calibri"/>
              <a:ea typeface="宋体" panose="02010600030101010101" pitchFamily="2" charset="-122"/>
            </a:endParaRPr>
          </a:p>
        </p:txBody>
      </p:sp>
      <p:sp>
        <p:nvSpPr>
          <p:cNvPr id="41" name="矩形 40">
            <a:extLst>
              <a:ext uri="{FF2B5EF4-FFF2-40B4-BE49-F238E27FC236}">
                <a16:creationId xmlns:a16="http://schemas.microsoft.com/office/drawing/2014/main" id="{5B5D5953-460B-472D-9A31-AFC74F285D31}"/>
              </a:ext>
            </a:extLst>
          </p:cNvPr>
          <p:cNvSpPr/>
          <p:nvPr/>
        </p:nvSpPr>
        <p:spPr>
          <a:xfrm>
            <a:off x="5328508" y="5043269"/>
            <a:ext cx="1532949" cy="336161"/>
          </a:xfrm>
          <a:prstGeom prst="rect">
            <a:avLst/>
          </a:prstGeom>
          <a:noFill/>
        </p:spPr>
        <p:txBody>
          <a:bodyPr wrap="square" lIns="109324" tIns="54663" rIns="109324" bIns="54663">
            <a:spAutoFit/>
          </a:bodyPr>
          <a:lstStyle/>
          <a:p>
            <a:pPr algn="ctr" defTabSz="1218804">
              <a:buClr>
                <a:srgbClr val="CC9900"/>
              </a:buClr>
              <a:defRPr/>
            </a:pPr>
            <a:r>
              <a:rPr lang="zh-CN" altLang="en-US" sz="1467" b="1" kern="0" dirty="0">
                <a:solidFill>
                  <a:srgbClr val="1D1D1A"/>
                </a:solidFill>
                <a:latin typeface="微软雅黑" pitchFamily="34" charset="-122"/>
              </a:rPr>
              <a:t>仓颉语言</a:t>
            </a:r>
            <a:r>
              <a:rPr lang="zh-CN" altLang="en-US" sz="1467" b="1" kern="0" dirty="0">
                <a:solidFill>
                  <a:srgbClr val="C7000A"/>
                </a:solidFill>
                <a:latin typeface="微软雅黑" pitchFamily="34" charset="-122"/>
              </a:rPr>
              <a:t>首商用</a:t>
            </a:r>
          </a:p>
        </p:txBody>
      </p:sp>
      <p:sp>
        <p:nvSpPr>
          <p:cNvPr id="42" name="椭圆 41">
            <a:extLst>
              <a:ext uri="{FF2B5EF4-FFF2-40B4-BE49-F238E27FC236}">
                <a16:creationId xmlns:a16="http://schemas.microsoft.com/office/drawing/2014/main" id="{8110DA36-D6A2-4D12-81FE-546BFE3F1E5E}"/>
              </a:ext>
            </a:extLst>
          </p:cNvPr>
          <p:cNvSpPr/>
          <p:nvPr/>
        </p:nvSpPr>
        <p:spPr>
          <a:xfrm>
            <a:off x="7990970" y="4077932"/>
            <a:ext cx="572808" cy="564972"/>
          </a:xfrm>
          <a:prstGeom prst="ellipse">
            <a:avLst/>
          </a:prstGeom>
          <a:gradFill flip="none" rotWithShape="1">
            <a:gsLst>
              <a:gs pos="0">
                <a:srgbClr val="5B9BD5">
                  <a:lumMod val="0"/>
                  <a:lumOff val="100000"/>
                </a:srgbClr>
              </a:gs>
              <a:gs pos="35000">
                <a:srgbClr val="5B9BD5">
                  <a:lumMod val="0"/>
                  <a:lumOff val="100000"/>
                </a:srgbClr>
              </a:gs>
              <a:gs pos="100000">
                <a:srgbClr val="A7A7A7">
                  <a:lumMod val="40000"/>
                  <a:lumOff val="60000"/>
                </a:srgbClr>
              </a:gs>
            </a:gsLst>
            <a:path path="circle">
              <a:fillToRect l="50000" t="50000" r="50000" b="50000"/>
            </a:path>
            <a:tileRect/>
          </a:gradFill>
          <a:ln w="12700" cap="flat">
            <a:noFill/>
            <a:prstDash val="solid"/>
            <a:miter lim="800000"/>
          </a:ln>
          <a:effectLst/>
          <a:sp3d/>
        </p:spPr>
        <p:txBody>
          <a:bodyPr rot="0" spcFirstLastPara="1" vertOverflow="overflow" horzOverflow="overflow" vert="horz" wrap="square" lIns="60927" tIns="60927" rIns="60927" bIns="60927" numCol="1" spcCol="38100" rtlCol="0" anchor="ctr">
            <a:noAutofit/>
          </a:bodyPr>
          <a:lstStyle/>
          <a:p>
            <a:pPr defTabSz="1218804" hangingPunct="0"/>
            <a:endParaRPr lang="zh-CN" altLang="en-US" sz="1067" kern="0" dirty="0">
              <a:solidFill>
                <a:srgbClr val="000000"/>
              </a:solidFill>
              <a:latin typeface="微软雅黑" panose="020B0503020204020204" pitchFamily="34" charset="-122"/>
              <a:cs typeface="Calibri"/>
              <a:sym typeface="微软雅黑" panose="020B0503020204020204" pitchFamily="34" charset="-122"/>
            </a:endParaRPr>
          </a:p>
        </p:txBody>
      </p:sp>
      <p:sp>
        <p:nvSpPr>
          <p:cNvPr id="43" name="矩形 42">
            <a:extLst>
              <a:ext uri="{FF2B5EF4-FFF2-40B4-BE49-F238E27FC236}">
                <a16:creationId xmlns:a16="http://schemas.microsoft.com/office/drawing/2014/main" id="{5BB2869D-7FDF-4450-9229-6B71B9ED2429}"/>
              </a:ext>
            </a:extLst>
          </p:cNvPr>
          <p:cNvSpPr/>
          <p:nvPr/>
        </p:nvSpPr>
        <p:spPr>
          <a:xfrm>
            <a:off x="7984134" y="4211921"/>
            <a:ext cx="524503" cy="25654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defTabSz="914377"/>
            <a:r>
              <a:rPr lang="en-US" altLang="zh-CN" sz="1067" b="1" kern="0" dirty="0">
                <a:solidFill>
                  <a:prstClr val="black"/>
                </a:solidFill>
                <a:latin typeface="微软雅黑" panose="020B0503020204020204" pitchFamily="34" charset="-122"/>
                <a:cs typeface="Calibri"/>
                <a:sym typeface="微软雅黑" panose="020B0503020204020204" pitchFamily="34" charset="-122"/>
              </a:rPr>
              <a:t>2023</a:t>
            </a:r>
            <a:endParaRPr lang="zh-CN" altLang="en-US" sz="1067" b="1" dirty="0">
              <a:solidFill>
                <a:prstClr val="black"/>
              </a:solidFill>
              <a:latin typeface="Calibri"/>
              <a:ea typeface="宋体" panose="02010600030101010101" pitchFamily="2" charset="-122"/>
            </a:endParaRPr>
          </a:p>
        </p:txBody>
      </p:sp>
      <p:sp>
        <p:nvSpPr>
          <p:cNvPr id="44" name="矩形 43">
            <a:extLst>
              <a:ext uri="{FF2B5EF4-FFF2-40B4-BE49-F238E27FC236}">
                <a16:creationId xmlns:a16="http://schemas.microsoft.com/office/drawing/2014/main" id="{7C5EE1EB-F53E-492A-8B94-C16187A79FA1}"/>
              </a:ext>
            </a:extLst>
          </p:cNvPr>
          <p:cNvSpPr/>
          <p:nvPr/>
        </p:nvSpPr>
        <p:spPr>
          <a:xfrm>
            <a:off x="7556233" y="4645853"/>
            <a:ext cx="1530191" cy="336161"/>
          </a:xfrm>
          <a:prstGeom prst="rect">
            <a:avLst/>
          </a:prstGeom>
          <a:noFill/>
        </p:spPr>
        <p:txBody>
          <a:bodyPr wrap="square" lIns="109324" tIns="54663" rIns="109324" bIns="54663">
            <a:spAutoFit/>
          </a:bodyPr>
          <a:lstStyle/>
          <a:p>
            <a:pPr algn="ctr" defTabSz="1218804">
              <a:buClr>
                <a:srgbClr val="CC9900"/>
              </a:buClr>
              <a:defRPr/>
            </a:pPr>
            <a:r>
              <a:rPr lang="zh-CN" altLang="en-US" sz="1467" b="1" kern="0" dirty="0">
                <a:solidFill>
                  <a:srgbClr val="C7000A"/>
                </a:solidFill>
                <a:latin typeface="微软雅黑" pitchFamily="34" charset="-122"/>
              </a:rPr>
              <a:t>头部企业</a:t>
            </a:r>
            <a:r>
              <a:rPr lang="zh-CN" altLang="en-US" sz="1467" b="1" kern="0" dirty="0">
                <a:solidFill>
                  <a:srgbClr val="1D1D1A"/>
                </a:solidFill>
                <a:latin typeface="微软雅黑" pitchFamily="34" charset="-122"/>
              </a:rPr>
              <a:t>加入</a:t>
            </a:r>
          </a:p>
        </p:txBody>
      </p:sp>
      <p:sp>
        <p:nvSpPr>
          <p:cNvPr id="45" name="椭圆 44">
            <a:extLst>
              <a:ext uri="{FF2B5EF4-FFF2-40B4-BE49-F238E27FC236}">
                <a16:creationId xmlns:a16="http://schemas.microsoft.com/office/drawing/2014/main" id="{041B42C0-1CB9-4978-B03E-3216EA187D66}"/>
              </a:ext>
            </a:extLst>
          </p:cNvPr>
          <p:cNvSpPr/>
          <p:nvPr/>
        </p:nvSpPr>
        <p:spPr>
          <a:xfrm>
            <a:off x="10144512" y="3614510"/>
            <a:ext cx="572808" cy="564972"/>
          </a:xfrm>
          <a:prstGeom prst="ellipse">
            <a:avLst/>
          </a:prstGeom>
          <a:gradFill flip="none" rotWithShape="1">
            <a:gsLst>
              <a:gs pos="0">
                <a:srgbClr val="5B9BD5">
                  <a:lumMod val="0"/>
                  <a:lumOff val="100000"/>
                </a:srgbClr>
              </a:gs>
              <a:gs pos="35000">
                <a:srgbClr val="5B9BD5">
                  <a:lumMod val="0"/>
                  <a:lumOff val="100000"/>
                </a:srgbClr>
              </a:gs>
              <a:gs pos="100000">
                <a:srgbClr val="A7A7A7">
                  <a:lumMod val="40000"/>
                  <a:lumOff val="60000"/>
                </a:srgbClr>
              </a:gs>
            </a:gsLst>
            <a:path path="circle">
              <a:fillToRect l="50000" t="50000" r="50000" b="50000"/>
            </a:path>
            <a:tileRect/>
          </a:gradFill>
          <a:ln w="12700" cap="flat">
            <a:noFill/>
            <a:prstDash val="solid"/>
            <a:miter lim="800000"/>
          </a:ln>
          <a:effectLst/>
          <a:sp3d/>
        </p:spPr>
        <p:txBody>
          <a:bodyPr rot="0" spcFirstLastPara="1" vertOverflow="overflow" horzOverflow="overflow" vert="horz" wrap="square" lIns="60927" tIns="60927" rIns="60927" bIns="60927" numCol="1" spcCol="38100" rtlCol="0" anchor="ctr">
            <a:noAutofit/>
          </a:bodyPr>
          <a:lstStyle/>
          <a:p>
            <a:pPr defTabSz="1218804" hangingPunct="0"/>
            <a:endParaRPr lang="zh-CN" altLang="en-US" sz="1067" kern="0" dirty="0">
              <a:solidFill>
                <a:srgbClr val="000000"/>
              </a:solidFill>
              <a:latin typeface="微软雅黑" panose="020B0503020204020204" pitchFamily="34" charset="-122"/>
              <a:cs typeface="Calibri"/>
              <a:sym typeface="微软雅黑" panose="020B0503020204020204" pitchFamily="34" charset="-122"/>
            </a:endParaRPr>
          </a:p>
        </p:txBody>
      </p:sp>
      <p:sp>
        <p:nvSpPr>
          <p:cNvPr id="46" name="矩形 45">
            <a:extLst>
              <a:ext uri="{FF2B5EF4-FFF2-40B4-BE49-F238E27FC236}">
                <a16:creationId xmlns:a16="http://schemas.microsoft.com/office/drawing/2014/main" id="{B61D12BF-8DA7-4614-90FC-FF79E60D97A4}"/>
              </a:ext>
            </a:extLst>
          </p:cNvPr>
          <p:cNvSpPr/>
          <p:nvPr/>
        </p:nvSpPr>
        <p:spPr>
          <a:xfrm>
            <a:off x="10132822" y="3751103"/>
            <a:ext cx="628698" cy="25654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defTabSz="914377"/>
            <a:r>
              <a:rPr lang="en-US" altLang="zh-CN" sz="1067" b="1" kern="0" dirty="0">
                <a:solidFill>
                  <a:prstClr val="black"/>
                </a:solidFill>
                <a:latin typeface="微软雅黑" panose="020B0503020204020204" pitchFamily="34" charset="-122"/>
                <a:cs typeface="Calibri"/>
                <a:sym typeface="微软雅黑" panose="020B0503020204020204" pitchFamily="34" charset="-122"/>
              </a:rPr>
              <a:t>2024+</a:t>
            </a:r>
            <a:endParaRPr lang="zh-CN" altLang="en-US" sz="1067" b="1" dirty="0">
              <a:solidFill>
                <a:prstClr val="black"/>
              </a:solidFill>
              <a:latin typeface="Calibri"/>
              <a:ea typeface="宋体" panose="02010600030101010101" pitchFamily="2" charset="-122"/>
            </a:endParaRPr>
          </a:p>
        </p:txBody>
      </p:sp>
      <p:sp>
        <p:nvSpPr>
          <p:cNvPr id="47" name="矩形 46">
            <a:extLst>
              <a:ext uri="{FF2B5EF4-FFF2-40B4-BE49-F238E27FC236}">
                <a16:creationId xmlns:a16="http://schemas.microsoft.com/office/drawing/2014/main" id="{5CFC270B-0237-42BA-8F3C-2BED541FA45A}"/>
              </a:ext>
            </a:extLst>
          </p:cNvPr>
          <p:cNvSpPr/>
          <p:nvPr/>
        </p:nvSpPr>
        <p:spPr>
          <a:xfrm>
            <a:off x="9756264" y="4231526"/>
            <a:ext cx="1394508" cy="336161"/>
          </a:xfrm>
          <a:prstGeom prst="rect">
            <a:avLst/>
          </a:prstGeom>
          <a:noFill/>
        </p:spPr>
        <p:txBody>
          <a:bodyPr wrap="square" lIns="109324" tIns="54663" rIns="109324" bIns="54663">
            <a:spAutoFit/>
          </a:bodyPr>
          <a:lstStyle/>
          <a:p>
            <a:pPr algn="ctr" defTabSz="1218804">
              <a:buClr>
                <a:srgbClr val="CC9900"/>
              </a:buClr>
              <a:defRPr/>
            </a:pPr>
            <a:r>
              <a:rPr lang="zh-CN" altLang="en-US" sz="1467" b="1" kern="0" dirty="0">
                <a:solidFill>
                  <a:srgbClr val="1D1D1A"/>
                </a:solidFill>
                <a:latin typeface="微软雅黑" pitchFamily="34" charset="-122"/>
              </a:rPr>
              <a:t>仓颉语言</a:t>
            </a:r>
            <a:r>
              <a:rPr lang="zh-CN" altLang="en-US" sz="1467" b="1" kern="0" dirty="0">
                <a:solidFill>
                  <a:srgbClr val="C7000A"/>
                </a:solidFill>
                <a:latin typeface="微软雅黑" pitchFamily="34" charset="-122"/>
              </a:rPr>
              <a:t>发布</a:t>
            </a:r>
          </a:p>
        </p:txBody>
      </p:sp>
      <p:sp>
        <p:nvSpPr>
          <p:cNvPr id="48" name="TextBox 62">
            <a:extLst>
              <a:ext uri="{FF2B5EF4-FFF2-40B4-BE49-F238E27FC236}">
                <a16:creationId xmlns:a16="http://schemas.microsoft.com/office/drawing/2014/main" id="{6A65D18F-6F1D-4EAC-80E0-4B5AA944F86B}"/>
              </a:ext>
            </a:extLst>
          </p:cNvPr>
          <p:cNvSpPr txBox="1"/>
          <p:nvPr/>
        </p:nvSpPr>
        <p:spPr>
          <a:xfrm>
            <a:off x="562689" y="1908670"/>
            <a:ext cx="186520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1218144">
              <a:defRPr/>
            </a:pPr>
            <a:r>
              <a:rPr lang="zh-CN" altLang="en-US" sz="1400" b="1" kern="0" dirty="0">
                <a:solidFill>
                  <a:srgbClr val="1D1D1A"/>
                </a:solidFill>
                <a:latin typeface="微软雅黑" pitchFamily="34" charset="-122"/>
              </a:rPr>
              <a:t>仓颉语言团队成立</a:t>
            </a:r>
            <a:endParaRPr lang="en-US" altLang="zh-CN" sz="1400" b="1" kern="0" dirty="0">
              <a:solidFill>
                <a:srgbClr val="1D1D1A"/>
              </a:solidFill>
              <a:latin typeface="微软雅黑" pitchFamily="34" charset="-122"/>
            </a:endParaRPr>
          </a:p>
        </p:txBody>
      </p:sp>
      <p:sp>
        <p:nvSpPr>
          <p:cNvPr id="49" name="圆角矩形 15">
            <a:extLst>
              <a:ext uri="{FF2B5EF4-FFF2-40B4-BE49-F238E27FC236}">
                <a16:creationId xmlns:a16="http://schemas.microsoft.com/office/drawing/2014/main" id="{F12212D7-0B55-4FAB-8D16-9BBEEC063FA1}"/>
              </a:ext>
            </a:extLst>
          </p:cNvPr>
          <p:cNvSpPr/>
          <p:nvPr/>
        </p:nvSpPr>
        <p:spPr>
          <a:xfrm>
            <a:off x="482702" y="2399746"/>
            <a:ext cx="2025181" cy="2307480"/>
          </a:xfrm>
          <a:prstGeom prst="roundRect">
            <a:avLst>
              <a:gd name="adj" fmla="val 7914"/>
            </a:avLst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1218144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CN" sz="1333" b="0" i="0" u="none" strike="noStrike" kern="0" cap="none" spc="0" normalizeH="0" baseline="0" noProof="0" dirty="0">
              <a:ln>
                <a:noFill/>
              </a:ln>
              <a:solidFill>
                <a:srgbClr val="1D1D1A"/>
              </a:solidFill>
              <a:effectLst/>
              <a:uLnTx/>
              <a:uFillTx/>
              <a:latin typeface="微软雅黑" pitchFamily="34" charset="-122"/>
              <a:ea typeface="等线" panose="02010600030101010101" pitchFamily="2" charset="-122"/>
              <a:cs typeface="+mn-cs"/>
            </a:endParaRPr>
          </a:p>
        </p:txBody>
      </p:sp>
      <p:sp>
        <p:nvSpPr>
          <p:cNvPr id="50" name="TextBox 62">
            <a:extLst>
              <a:ext uri="{FF2B5EF4-FFF2-40B4-BE49-F238E27FC236}">
                <a16:creationId xmlns:a16="http://schemas.microsoft.com/office/drawing/2014/main" id="{D47FA37F-39BD-4506-A297-50DA3A9EC6F8}"/>
              </a:ext>
            </a:extLst>
          </p:cNvPr>
          <p:cNvSpPr txBox="1"/>
          <p:nvPr/>
        </p:nvSpPr>
        <p:spPr>
          <a:xfrm>
            <a:off x="9496049" y="613825"/>
            <a:ext cx="186520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1218144">
              <a:defRPr/>
            </a:pPr>
            <a:r>
              <a:rPr lang="zh-CN" altLang="en-US" sz="1400" b="1" kern="0" dirty="0">
                <a:solidFill>
                  <a:srgbClr val="1D1D1A"/>
                </a:solidFill>
                <a:latin typeface="微软雅黑" pitchFamily="34" charset="-122"/>
              </a:rPr>
              <a:t>预览版发布</a:t>
            </a:r>
            <a:endParaRPr lang="en-US" altLang="zh-CN" sz="1400" b="1" kern="0" dirty="0">
              <a:solidFill>
                <a:srgbClr val="1D1D1A"/>
              </a:solidFill>
              <a:latin typeface="微软雅黑" pitchFamily="34" charset="-122"/>
            </a:endParaRPr>
          </a:p>
        </p:txBody>
      </p:sp>
      <p:sp>
        <p:nvSpPr>
          <p:cNvPr id="51" name="圆角矩形 34">
            <a:extLst>
              <a:ext uri="{FF2B5EF4-FFF2-40B4-BE49-F238E27FC236}">
                <a16:creationId xmlns:a16="http://schemas.microsoft.com/office/drawing/2014/main" id="{16983545-AFDD-4B20-8A4E-B62FF286DE2B}"/>
              </a:ext>
            </a:extLst>
          </p:cNvPr>
          <p:cNvSpPr/>
          <p:nvPr/>
        </p:nvSpPr>
        <p:spPr>
          <a:xfrm>
            <a:off x="7208220" y="1366247"/>
            <a:ext cx="2005630" cy="2424703"/>
          </a:xfrm>
          <a:prstGeom prst="roundRect">
            <a:avLst>
              <a:gd name="adj" fmla="val 7914"/>
            </a:avLst>
          </a:prstGeom>
          <a:solidFill>
            <a:srgbClr val="FFFFFF">
              <a:lumMod val="95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228502" marR="0" lvl="0" indent="-228502" defTabSz="914377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zh-CN" altLang="en-US" sz="12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ea"/>
                <a:cs typeface="+mn-cs"/>
              </a:rPr>
              <a:t>国内</a:t>
            </a:r>
            <a:r>
              <a:rPr kumimoji="0" lang="en-US" altLang="zh-CN" sz="12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ea"/>
                <a:cs typeface="+mn-cs"/>
              </a:rPr>
              <a:t>14</a:t>
            </a:r>
            <a:r>
              <a:rPr kumimoji="0" lang="zh-CN" altLang="en-US" sz="12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ea"/>
                <a:cs typeface="+mn-cs"/>
              </a:rPr>
              <a:t>家单位（工行、中移动</a:t>
            </a:r>
            <a:r>
              <a:rPr kumimoji="0" lang="en-US" altLang="zh-CN" sz="12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ea"/>
                <a:cs typeface="+mn-cs"/>
              </a:rPr>
              <a:t>…</a:t>
            </a:r>
            <a:r>
              <a:rPr kumimoji="0" lang="zh-CN" altLang="en-US" sz="12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ea"/>
                <a:cs typeface="+mn-cs"/>
              </a:rPr>
              <a:t>）首批加入</a:t>
            </a:r>
            <a:r>
              <a:rPr kumimoji="0" lang="zh-CN" altLang="en-US" sz="1200" b="1" i="0" u="none" strike="noStrike" kern="0" cap="none" spc="0" normalizeH="0" baseline="0" noProof="0" dirty="0">
                <a:ln>
                  <a:noFill/>
                </a:ln>
                <a:solidFill>
                  <a:srgbClr val="C7000A"/>
                </a:solidFill>
                <a:effectLst/>
                <a:uLnTx/>
                <a:uFillTx/>
                <a:latin typeface="+mn-ea"/>
                <a:cs typeface="+mn-cs"/>
              </a:rPr>
              <a:t>仓颉外部试点</a:t>
            </a:r>
            <a:endParaRPr kumimoji="0" lang="en-US" altLang="zh-CN" sz="1200" b="1" i="0" u="none" strike="noStrike" kern="0" cap="none" spc="0" normalizeH="0" baseline="0" noProof="0" dirty="0">
              <a:ln>
                <a:noFill/>
              </a:ln>
              <a:solidFill>
                <a:srgbClr val="C7000A"/>
              </a:solidFill>
              <a:effectLst/>
              <a:uLnTx/>
              <a:uFillTx/>
              <a:latin typeface="+mn-ea"/>
              <a:cs typeface="+mn-cs"/>
            </a:endParaRPr>
          </a:p>
          <a:p>
            <a:pPr marL="228502" marR="0" lvl="0" indent="-228502" defTabSz="914377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zh-CN" altLang="en-US" sz="12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ea"/>
                <a:cs typeface="+mn-cs"/>
              </a:rPr>
              <a:t>多家高校（北大、南大、北航、湖大</a:t>
            </a:r>
            <a:r>
              <a:rPr kumimoji="0" lang="en-US" altLang="zh-CN" sz="12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ea"/>
                <a:cs typeface="+mn-cs"/>
              </a:rPr>
              <a:t>…</a:t>
            </a:r>
            <a:r>
              <a:rPr kumimoji="0" lang="zh-CN" altLang="en-US" sz="12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ea"/>
                <a:cs typeface="+mn-cs"/>
              </a:rPr>
              <a:t>）参与</a:t>
            </a:r>
            <a:r>
              <a:rPr kumimoji="0" lang="zh-CN" altLang="en-US" sz="1200" b="1" i="0" u="none" strike="noStrike" kern="0" cap="none" spc="0" normalizeH="0" baseline="0" noProof="0" dirty="0">
                <a:ln>
                  <a:noFill/>
                </a:ln>
                <a:solidFill>
                  <a:srgbClr val="C7000A"/>
                </a:solidFill>
                <a:effectLst/>
                <a:uLnTx/>
                <a:uFillTx/>
                <a:latin typeface="+mn-ea"/>
                <a:cs typeface="+mn-cs"/>
              </a:rPr>
              <a:t>仓颉技术构建</a:t>
            </a:r>
            <a:endParaRPr kumimoji="0" lang="en-US" altLang="zh-CN" sz="1200" b="1" i="0" u="none" strike="noStrike" kern="0" cap="none" spc="0" normalizeH="0" baseline="0" noProof="0" dirty="0">
              <a:ln>
                <a:noFill/>
              </a:ln>
              <a:solidFill>
                <a:srgbClr val="C7000A"/>
              </a:solidFill>
              <a:effectLst/>
              <a:uLnTx/>
              <a:uFillTx/>
              <a:latin typeface="+mn-ea"/>
              <a:cs typeface="+mn-cs"/>
            </a:endParaRPr>
          </a:p>
          <a:p>
            <a:pPr marL="228502" marR="0" lvl="0" indent="-228502" defTabSz="914377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zh-CN" altLang="en-US" sz="12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ea"/>
                <a:cs typeface="+mn-cs"/>
              </a:rPr>
              <a:t>内测开发者</a:t>
            </a:r>
            <a:r>
              <a:rPr kumimoji="0" lang="zh-CN" altLang="en-US" sz="1200" b="1" i="0" u="none" strike="noStrike" kern="0" cap="none" spc="0" normalizeH="0" baseline="0" noProof="0" dirty="0">
                <a:ln>
                  <a:noFill/>
                </a:ln>
                <a:solidFill>
                  <a:srgbClr val="C7000A"/>
                </a:solidFill>
                <a:effectLst/>
                <a:uLnTx/>
                <a:uFillTx/>
                <a:latin typeface="+mn-ea"/>
                <a:cs typeface="+mn-cs"/>
              </a:rPr>
              <a:t>突破</a:t>
            </a:r>
            <a:r>
              <a:rPr kumimoji="0" lang="en-US" altLang="zh-CN" sz="1200" b="1" i="0" u="none" strike="noStrike" kern="0" cap="none" spc="0" normalizeH="0" baseline="0" noProof="0" dirty="0">
                <a:ln>
                  <a:noFill/>
                </a:ln>
                <a:solidFill>
                  <a:srgbClr val="C7000A"/>
                </a:solidFill>
                <a:effectLst/>
                <a:uLnTx/>
                <a:uFillTx/>
                <a:latin typeface="+mn-ea"/>
                <a:cs typeface="+mn-cs"/>
              </a:rPr>
              <a:t>3000</a:t>
            </a:r>
            <a:r>
              <a:rPr kumimoji="0" lang="zh-CN" altLang="en-US" sz="12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ea"/>
                <a:cs typeface="+mn-cs"/>
              </a:rPr>
              <a:t>，贡献代码突破</a:t>
            </a:r>
            <a:r>
              <a:rPr kumimoji="0" lang="en-US" altLang="zh-CN" sz="1200" b="1" i="0" u="none" strike="noStrike" kern="0" cap="none" spc="0" normalizeH="0" baseline="0" noProof="0" dirty="0">
                <a:ln>
                  <a:noFill/>
                </a:ln>
                <a:solidFill>
                  <a:srgbClr val="C7000A"/>
                </a:solidFill>
                <a:effectLst/>
                <a:uLnTx/>
                <a:uFillTx/>
                <a:latin typeface="+mn-ea"/>
                <a:cs typeface="+mn-cs"/>
              </a:rPr>
              <a:t>130</a:t>
            </a:r>
            <a:r>
              <a:rPr kumimoji="0" lang="zh-CN" altLang="en-US" sz="1200" b="1" i="0" u="none" strike="noStrike" kern="0" cap="none" spc="0" normalizeH="0" baseline="0" noProof="0" dirty="0">
                <a:ln>
                  <a:noFill/>
                </a:ln>
                <a:solidFill>
                  <a:srgbClr val="C7000A"/>
                </a:solidFill>
                <a:effectLst/>
                <a:uLnTx/>
                <a:uFillTx/>
                <a:latin typeface="+mn-ea"/>
                <a:cs typeface="+mn-cs"/>
              </a:rPr>
              <a:t>万行</a:t>
            </a:r>
            <a:endParaRPr kumimoji="0" lang="en-US" altLang="zh-CN" sz="1200" b="1" i="0" u="none" strike="noStrike" kern="0" cap="none" spc="0" normalizeH="0" baseline="0" noProof="0" dirty="0">
              <a:ln>
                <a:noFill/>
              </a:ln>
              <a:solidFill>
                <a:srgbClr val="C7000A"/>
              </a:solidFill>
              <a:effectLst/>
              <a:uLnTx/>
              <a:uFillTx/>
              <a:latin typeface="+mn-ea"/>
              <a:cs typeface="+mn-cs"/>
            </a:endParaRPr>
          </a:p>
        </p:txBody>
      </p:sp>
      <p:sp>
        <p:nvSpPr>
          <p:cNvPr id="52" name="圆角矩形 34">
            <a:extLst>
              <a:ext uri="{FF2B5EF4-FFF2-40B4-BE49-F238E27FC236}">
                <a16:creationId xmlns:a16="http://schemas.microsoft.com/office/drawing/2014/main" id="{F6F81936-9338-493A-81EE-EDB1821D5B97}"/>
              </a:ext>
            </a:extLst>
          </p:cNvPr>
          <p:cNvSpPr/>
          <p:nvPr/>
        </p:nvSpPr>
        <p:spPr>
          <a:xfrm>
            <a:off x="4973420" y="1785347"/>
            <a:ext cx="1965084" cy="2526303"/>
          </a:xfrm>
          <a:prstGeom prst="roundRect">
            <a:avLst>
              <a:gd name="adj" fmla="val 7914"/>
            </a:avLst>
          </a:prstGeom>
          <a:solidFill>
            <a:srgbClr val="FFFFFF">
              <a:lumMod val="95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228502" marR="0" lvl="0" indent="-228502" defTabSz="914377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zh-CN" altLang="en-US" sz="1200" b="1" i="0" u="none" strike="noStrike" kern="0" cap="none" spc="0" normalizeH="0" baseline="0" noProof="0" dirty="0">
                <a:ln>
                  <a:noFill/>
                </a:ln>
                <a:solidFill>
                  <a:srgbClr val="C7000A"/>
                </a:solidFill>
                <a:effectLst/>
                <a:uLnTx/>
                <a:uFillTx/>
                <a:latin typeface="+mn-ea"/>
                <a:cs typeface="+mn-cs"/>
              </a:rPr>
              <a:t>规范、工具链、标准库</a:t>
            </a:r>
            <a:r>
              <a:rPr kumimoji="0" lang="zh-CN" altLang="en-US" sz="12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ea"/>
                <a:cs typeface="+mn-cs"/>
              </a:rPr>
              <a:t>核心能力基本具备</a:t>
            </a:r>
            <a:endParaRPr kumimoji="0" lang="en-US" altLang="zh-CN" sz="12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n-ea"/>
              <a:cs typeface="+mn-cs"/>
            </a:endParaRPr>
          </a:p>
          <a:p>
            <a:pPr marL="228502" marR="0" lvl="0" indent="-228502" defTabSz="914377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zh-CN" altLang="en-US" sz="1200" b="1" i="0" u="none" strike="noStrike" kern="0" cap="none" spc="0" normalizeH="0" baseline="0" noProof="0" dirty="0">
                <a:ln>
                  <a:noFill/>
                </a:ln>
                <a:solidFill>
                  <a:srgbClr val="C7000A"/>
                </a:solidFill>
                <a:effectLst/>
                <a:uLnTx/>
                <a:uFillTx/>
                <a:latin typeface="+mn-ea"/>
                <a:cs typeface="+mn-cs"/>
              </a:rPr>
              <a:t>在数通</a:t>
            </a:r>
            <a:r>
              <a:rPr kumimoji="0" lang="en-US" altLang="zh-CN" sz="1200" b="1" i="0" u="none" strike="noStrike" kern="0" cap="none" spc="0" normalizeH="0" baseline="0" noProof="0" dirty="0">
                <a:ln>
                  <a:noFill/>
                </a:ln>
                <a:solidFill>
                  <a:srgbClr val="C7000A"/>
                </a:solidFill>
                <a:effectLst/>
                <a:uLnTx/>
                <a:uFillTx/>
                <a:latin typeface="+mn-ea"/>
                <a:cs typeface="+mn-cs"/>
              </a:rPr>
              <a:t>S380</a:t>
            </a:r>
            <a:r>
              <a:rPr kumimoji="0" lang="zh-CN" altLang="en-US" sz="12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ea"/>
                <a:cs typeface="+mn-cs"/>
              </a:rPr>
              <a:t>路由交换一体机</a:t>
            </a:r>
            <a:r>
              <a:rPr kumimoji="0" lang="zh-CN" altLang="en-US" sz="1200" b="1" i="0" u="none" strike="noStrike" kern="0" cap="none" spc="0" normalizeH="0" baseline="0" noProof="0" dirty="0">
                <a:ln>
                  <a:noFill/>
                </a:ln>
                <a:solidFill>
                  <a:srgbClr val="C7000A"/>
                </a:solidFill>
                <a:effectLst/>
                <a:uLnTx/>
                <a:uFillTx/>
                <a:latin typeface="+mn-ea"/>
                <a:cs typeface="+mn-cs"/>
              </a:rPr>
              <a:t>首商用</a:t>
            </a:r>
            <a:endParaRPr kumimoji="0" lang="en-US" altLang="zh-CN" sz="1200" b="1" i="0" u="none" strike="noStrike" kern="0" cap="none" spc="0" normalizeH="0" baseline="0" noProof="0" dirty="0">
              <a:ln>
                <a:noFill/>
              </a:ln>
              <a:solidFill>
                <a:srgbClr val="C7000A"/>
              </a:solidFill>
              <a:effectLst/>
              <a:uLnTx/>
              <a:uFillTx/>
              <a:latin typeface="+mn-ea"/>
              <a:cs typeface="+mn-cs"/>
            </a:endParaRPr>
          </a:p>
          <a:p>
            <a:pPr marL="228502" marR="0" lvl="0" indent="-228502" defTabSz="914377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zh-CN" altLang="en-US" sz="12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ea"/>
                <a:cs typeface="+mn-cs"/>
              </a:rPr>
              <a:t>华为</a:t>
            </a:r>
            <a:r>
              <a:rPr kumimoji="0" lang="zh-CN" altLang="en-US" sz="1200" b="1" i="0" u="none" strike="noStrike" kern="0" cap="none" spc="0" normalizeH="0" baseline="0" noProof="0" dirty="0">
                <a:ln>
                  <a:noFill/>
                </a:ln>
                <a:solidFill>
                  <a:srgbClr val="C7000A"/>
                </a:solidFill>
                <a:effectLst/>
                <a:uLnTx/>
                <a:uFillTx/>
                <a:latin typeface="+mn-ea"/>
                <a:cs typeface="+mn-cs"/>
              </a:rPr>
              <a:t>网管系统</a:t>
            </a:r>
            <a:r>
              <a:rPr kumimoji="0" lang="zh-CN" altLang="en-US" sz="12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ea"/>
                <a:cs typeface="+mn-cs"/>
              </a:rPr>
              <a:t>、</a:t>
            </a:r>
            <a:r>
              <a:rPr kumimoji="0" lang="zh-CN" altLang="en-US" sz="1200" b="1" i="0" u="none" strike="noStrike" kern="0" cap="none" spc="0" normalizeH="0" baseline="0" noProof="0" dirty="0">
                <a:ln>
                  <a:noFill/>
                </a:ln>
                <a:solidFill>
                  <a:srgbClr val="C7000A"/>
                </a:solidFill>
                <a:effectLst/>
                <a:uLnTx/>
                <a:uFillTx/>
                <a:latin typeface="+mn-ea"/>
                <a:cs typeface="+mn-cs"/>
              </a:rPr>
              <a:t>服务器</a:t>
            </a:r>
            <a:r>
              <a:rPr kumimoji="0" lang="en-US" altLang="zh-CN" sz="1200" b="1" i="0" u="none" strike="noStrike" kern="0" cap="none" spc="0" normalizeH="0" baseline="0" noProof="0" dirty="0" err="1">
                <a:ln>
                  <a:noFill/>
                </a:ln>
                <a:solidFill>
                  <a:srgbClr val="C7000A"/>
                </a:solidFill>
                <a:effectLst/>
                <a:uLnTx/>
                <a:uFillTx/>
                <a:latin typeface="+mn-ea"/>
                <a:cs typeface="+mn-cs"/>
              </a:rPr>
              <a:t>iBMC</a:t>
            </a:r>
            <a:r>
              <a:rPr kumimoji="0" lang="zh-CN" altLang="en-US" sz="12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ea"/>
                <a:cs typeface="+mn-cs"/>
              </a:rPr>
              <a:t>、</a:t>
            </a:r>
            <a:r>
              <a:rPr kumimoji="0" lang="zh-CN" altLang="en-US" sz="1200" b="1" i="0" u="none" strike="noStrike" kern="0" cap="none" spc="0" normalizeH="0" baseline="0" noProof="0" dirty="0">
                <a:ln>
                  <a:noFill/>
                </a:ln>
                <a:solidFill>
                  <a:srgbClr val="C7000A"/>
                </a:solidFill>
                <a:effectLst/>
                <a:uLnTx/>
                <a:uFillTx/>
                <a:latin typeface="+mn-ea"/>
                <a:cs typeface="+mn-cs"/>
              </a:rPr>
              <a:t>云核业务软件</a:t>
            </a:r>
            <a:r>
              <a:rPr kumimoji="0" lang="zh-CN" altLang="en-US" sz="12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ea"/>
                <a:cs typeface="+mn-cs"/>
              </a:rPr>
              <a:t>选用仓颉试点</a:t>
            </a:r>
            <a:endParaRPr kumimoji="0" lang="en-US" altLang="zh-CN" sz="12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n-ea"/>
              <a:cs typeface="+mn-cs"/>
            </a:endParaRPr>
          </a:p>
        </p:txBody>
      </p:sp>
      <p:sp>
        <p:nvSpPr>
          <p:cNvPr id="53" name="圆角矩形 34">
            <a:extLst>
              <a:ext uri="{FF2B5EF4-FFF2-40B4-BE49-F238E27FC236}">
                <a16:creationId xmlns:a16="http://schemas.microsoft.com/office/drawing/2014/main" id="{A2DDF670-008B-42C9-80A2-AA33D789D4D8}"/>
              </a:ext>
            </a:extLst>
          </p:cNvPr>
          <p:cNvSpPr/>
          <p:nvPr/>
        </p:nvSpPr>
        <p:spPr>
          <a:xfrm>
            <a:off x="9429750" y="1004297"/>
            <a:ext cx="1997804" cy="2100853"/>
          </a:xfrm>
          <a:prstGeom prst="roundRect">
            <a:avLst>
              <a:gd name="adj" fmla="val 7914"/>
            </a:avLst>
          </a:prstGeom>
          <a:solidFill>
            <a:srgbClr val="FFFFFF">
              <a:lumMod val="95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228502" marR="0" lvl="0" indent="-228502" defTabSz="914377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altLang="zh-CN" sz="1200" b="0" i="0" u="none" strike="noStrike" kern="0" cap="none" spc="0" normalizeH="0" baseline="0" noProof="0" dirty="0">
                <a:ln>
                  <a:noFill/>
                </a:ln>
                <a:solidFill>
                  <a:srgbClr val="666666"/>
                </a:solidFill>
                <a:effectLst/>
                <a:uLnTx/>
                <a:uFillTx/>
                <a:latin typeface="+mn-ea"/>
                <a:cs typeface="+mn-cs"/>
              </a:rPr>
              <a:t>2024.6.21</a:t>
            </a:r>
            <a:r>
              <a:rPr kumimoji="0" lang="zh-CN" altLang="en-US" sz="1200" b="0" i="0" u="none" strike="noStrike" kern="0" cap="none" spc="0" normalizeH="0" baseline="0" noProof="0" dirty="0">
                <a:ln>
                  <a:noFill/>
                </a:ln>
                <a:solidFill>
                  <a:srgbClr val="666666"/>
                </a:solidFill>
                <a:effectLst/>
                <a:uLnTx/>
                <a:uFillTx/>
                <a:latin typeface="+mn-ea"/>
                <a:cs typeface="+mn-cs"/>
              </a:rPr>
              <a:t>华为</a:t>
            </a:r>
            <a:r>
              <a:rPr kumimoji="0" lang="en-US" altLang="zh-CN" sz="1200" b="0" i="0" u="none" strike="noStrike" kern="0" cap="none" spc="0" normalizeH="0" baseline="0" noProof="0" dirty="0">
                <a:ln>
                  <a:noFill/>
                </a:ln>
                <a:solidFill>
                  <a:srgbClr val="666666"/>
                </a:solidFill>
                <a:effectLst/>
                <a:uLnTx/>
                <a:uFillTx/>
                <a:latin typeface="+mn-ea"/>
                <a:cs typeface="+mn-cs"/>
              </a:rPr>
              <a:t>HDC</a:t>
            </a:r>
            <a:r>
              <a:rPr kumimoji="0" lang="zh-CN" altLang="en-US" sz="1200" b="0" i="0" u="none" strike="noStrike" kern="0" cap="none" spc="0" normalizeH="0" baseline="0" noProof="0" dirty="0">
                <a:ln>
                  <a:noFill/>
                </a:ln>
                <a:solidFill>
                  <a:srgbClr val="666666"/>
                </a:solidFill>
                <a:effectLst/>
                <a:uLnTx/>
                <a:uFillTx/>
                <a:latin typeface="+mn-ea"/>
                <a:cs typeface="+mn-cs"/>
              </a:rPr>
              <a:t>大会</a:t>
            </a:r>
            <a:r>
              <a:rPr kumimoji="0" lang="zh-CN" altLang="en-US" sz="1200" b="1" i="0" u="none" strike="noStrike" kern="0" cap="none" spc="0" normalizeH="0" baseline="0" noProof="0" dirty="0">
                <a:ln>
                  <a:noFill/>
                </a:ln>
                <a:solidFill>
                  <a:srgbClr val="C7000A"/>
                </a:solidFill>
                <a:effectLst/>
                <a:uLnTx/>
                <a:uFillTx/>
                <a:latin typeface="+mn-ea"/>
                <a:cs typeface="+mn-cs"/>
              </a:rPr>
              <a:t>仓颉预览版发布</a:t>
            </a:r>
            <a:endParaRPr kumimoji="0" lang="en-US" altLang="zh-CN" sz="1200" b="1" i="0" u="none" strike="noStrike" kern="0" cap="none" spc="0" normalizeH="0" baseline="0" noProof="0" dirty="0">
              <a:ln>
                <a:noFill/>
              </a:ln>
              <a:solidFill>
                <a:srgbClr val="C7000A"/>
              </a:solidFill>
              <a:effectLst/>
              <a:uLnTx/>
              <a:uFillTx/>
              <a:latin typeface="+mn-ea"/>
              <a:cs typeface="+mn-cs"/>
            </a:endParaRPr>
          </a:p>
          <a:p>
            <a:pPr marL="228502" marR="0" lvl="0" indent="-228502" defTabSz="914377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zh-CN" altLang="en-US" sz="1200" b="1" i="0" u="none" strike="noStrike" kern="0" cap="none" spc="0" normalizeH="0" baseline="0" noProof="0" dirty="0">
                <a:ln>
                  <a:noFill/>
                </a:ln>
                <a:solidFill>
                  <a:srgbClr val="C7000A"/>
                </a:solidFill>
                <a:effectLst/>
                <a:uLnTx/>
                <a:uFillTx/>
                <a:latin typeface="+mn-ea"/>
                <a:cs typeface="+mn-cs"/>
              </a:rPr>
              <a:t>工行</a:t>
            </a:r>
            <a:r>
              <a:rPr kumimoji="0" lang="zh-CN" altLang="en-US" sz="1200" b="0" i="0" u="none" strike="noStrike" kern="0" cap="none" spc="0" normalizeH="0" baseline="0" noProof="0" dirty="0">
                <a:ln>
                  <a:noFill/>
                </a:ln>
                <a:solidFill>
                  <a:srgbClr val="666666"/>
                </a:solidFill>
                <a:effectLst/>
                <a:uLnTx/>
                <a:uFillTx/>
                <a:latin typeface="+mn-ea"/>
                <a:cs typeface="+mn-cs"/>
              </a:rPr>
              <a:t>、</a:t>
            </a:r>
            <a:r>
              <a:rPr kumimoji="0" lang="zh-CN" altLang="en-US" sz="1200" b="1" i="0" u="none" strike="noStrike" kern="0" cap="none" spc="0" normalizeH="0" baseline="0" noProof="0" dirty="0">
                <a:ln>
                  <a:noFill/>
                </a:ln>
                <a:solidFill>
                  <a:srgbClr val="C7000A"/>
                </a:solidFill>
                <a:effectLst/>
                <a:uLnTx/>
                <a:uFillTx/>
                <a:latin typeface="+mn-ea"/>
                <a:cs typeface="+mn-cs"/>
              </a:rPr>
              <a:t>力扣</a:t>
            </a:r>
            <a:r>
              <a:rPr kumimoji="0" lang="zh-CN" altLang="en-US" sz="1200" b="0" i="0" u="none" strike="noStrike" kern="0" cap="none" spc="0" normalizeH="0" baseline="0" noProof="0" dirty="0">
                <a:ln>
                  <a:noFill/>
                </a:ln>
                <a:solidFill>
                  <a:srgbClr val="666666"/>
                </a:solidFill>
                <a:effectLst/>
                <a:uLnTx/>
                <a:uFillTx/>
                <a:latin typeface="+mn-ea"/>
                <a:cs typeface="+mn-cs"/>
              </a:rPr>
              <a:t> </a:t>
            </a:r>
            <a:r>
              <a:rPr kumimoji="0" lang="en-US" altLang="zh-CN" sz="1200" b="0" i="0" u="none" strike="noStrike" kern="0" cap="none" spc="0" normalizeH="0" baseline="0" noProof="0" dirty="0">
                <a:ln>
                  <a:noFill/>
                </a:ln>
                <a:solidFill>
                  <a:srgbClr val="666666"/>
                </a:solidFill>
                <a:effectLst/>
                <a:uLnTx/>
                <a:uFillTx/>
                <a:latin typeface="+mn-ea"/>
                <a:cs typeface="+mn-cs"/>
              </a:rPr>
              <a:t>HarmonyOS NEXT</a:t>
            </a:r>
            <a:r>
              <a:rPr kumimoji="0" lang="zh-CN" altLang="en-US" sz="1200" b="0" i="0" u="none" strike="noStrike" kern="0" cap="none" spc="0" normalizeH="0" baseline="0" noProof="0" dirty="0">
                <a:ln>
                  <a:noFill/>
                </a:ln>
                <a:solidFill>
                  <a:srgbClr val="666666"/>
                </a:solidFill>
                <a:effectLst/>
                <a:uLnTx/>
                <a:uFillTx/>
                <a:latin typeface="+mn-ea"/>
                <a:cs typeface="+mn-cs"/>
              </a:rPr>
              <a:t>版本选用仓颉开发</a:t>
            </a:r>
            <a:endParaRPr kumimoji="0" lang="en-US" altLang="zh-CN" sz="1200" b="0" i="0" u="none" strike="noStrike" kern="0" cap="none" spc="0" normalizeH="0" baseline="0" noProof="0" dirty="0">
              <a:ln>
                <a:noFill/>
              </a:ln>
              <a:solidFill>
                <a:srgbClr val="666666"/>
              </a:solidFill>
              <a:effectLst/>
              <a:uLnTx/>
              <a:uFillTx/>
              <a:latin typeface="+mn-ea"/>
              <a:cs typeface="+mn-cs"/>
            </a:endParaRPr>
          </a:p>
        </p:txBody>
      </p:sp>
      <p:sp>
        <p:nvSpPr>
          <p:cNvPr id="54" name="圆角矩形 34">
            <a:extLst>
              <a:ext uri="{FF2B5EF4-FFF2-40B4-BE49-F238E27FC236}">
                <a16:creationId xmlns:a16="http://schemas.microsoft.com/office/drawing/2014/main" id="{1C5124BD-2D73-4342-B96F-7414D56C1241}"/>
              </a:ext>
            </a:extLst>
          </p:cNvPr>
          <p:cNvSpPr/>
          <p:nvPr/>
        </p:nvSpPr>
        <p:spPr>
          <a:xfrm>
            <a:off x="2741395" y="2127251"/>
            <a:ext cx="1965084" cy="2343150"/>
          </a:xfrm>
          <a:prstGeom prst="roundRect">
            <a:avLst>
              <a:gd name="adj" fmla="val 7914"/>
            </a:avLst>
          </a:prstGeom>
          <a:solidFill>
            <a:srgbClr val="FFFFFF">
              <a:lumMod val="95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228502" marR="0" lvl="0" indent="-228502" defTabSz="914377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zh-CN" altLang="en-US" sz="1200" b="0" i="0" u="none" strike="noStrike" kern="0" cap="none" spc="0" normalizeH="0" baseline="0" noProof="0" dirty="0">
                <a:ln>
                  <a:noFill/>
                </a:ln>
                <a:solidFill>
                  <a:srgbClr val="666666"/>
                </a:solidFill>
                <a:effectLst/>
                <a:uLnTx/>
                <a:uFillTx/>
                <a:latin typeface="+mn-ea"/>
                <a:cs typeface="+mn-cs"/>
              </a:rPr>
              <a:t>完成</a:t>
            </a:r>
            <a:r>
              <a:rPr kumimoji="0" lang="zh-CN" altLang="en-US" sz="1200" b="1" i="0" u="none" strike="noStrike" kern="0" cap="none" spc="0" normalizeH="0" baseline="0" noProof="0" dirty="0">
                <a:ln>
                  <a:noFill/>
                </a:ln>
                <a:solidFill>
                  <a:srgbClr val="C7000A"/>
                </a:solidFill>
                <a:effectLst/>
                <a:uLnTx/>
                <a:uFillTx/>
                <a:latin typeface="+mn-ea"/>
                <a:cs typeface="+mn-cs"/>
              </a:rPr>
              <a:t>原型构建</a:t>
            </a:r>
            <a:r>
              <a:rPr kumimoji="0" lang="zh-CN" altLang="en-US" sz="1200" b="0" i="0" u="none" strike="noStrike" kern="0" cap="none" spc="0" normalizeH="0" baseline="0" noProof="0" dirty="0">
                <a:ln>
                  <a:noFill/>
                </a:ln>
                <a:solidFill>
                  <a:srgbClr val="666666"/>
                </a:solidFill>
                <a:effectLst/>
                <a:uLnTx/>
                <a:uFillTx/>
                <a:latin typeface="+mn-ea"/>
                <a:cs typeface="+mn-cs"/>
              </a:rPr>
              <a:t>，性能竞争力显现</a:t>
            </a:r>
            <a:endParaRPr kumimoji="0" lang="en-US" altLang="zh-CN" sz="1200" b="0" i="0" u="none" strike="noStrike" kern="0" cap="none" spc="0" normalizeH="0" baseline="0" noProof="0" dirty="0">
              <a:ln>
                <a:noFill/>
              </a:ln>
              <a:solidFill>
                <a:srgbClr val="666666"/>
              </a:solidFill>
              <a:effectLst/>
              <a:uLnTx/>
              <a:uFillTx/>
              <a:latin typeface="+mn-ea"/>
              <a:cs typeface="+mn-cs"/>
            </a:endParaRPr>
          </a:p>
          <a:p>
            <a:pPr marL="228502" marR="0" lvl="0" indent="-228502" defTabSz="914377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zh-CN" altLang="en-US" sz="1200" b="0" i="0" u="none" strike="noStrike" kern="0" cap="none" spc="0" normalizeH="0" baseline="0" noProof="0" dirty="0">
                <a:ln>
                  <a:noFill/>
                </a:ln>
                <a:solidFill>
                  <a:srgbClr val="666666"/>
                </a:solidFill>
                <a:effectLst/>
                <a:uLnTx/>
                <a:uFillTx/>
                <a:latin typeface="+mn-ea"/>
                <a:cs typeface="+mn-cs"/>
              </a:rPr>
              <a:t>建立国内首个</a:t>
            </a:r>
            <a:r>
              <a:rPr kumimoji="0" lang="zh-CN" altLang="en-US" sz="1200" b="1" i="0" u="none" strike="noStrike" kern="0" cap="none" spc="0" normalizeH="0" baseline="0" noProof="0" dirty="0">
                <a:ln>
                  <a:noFill/>
                </a:ln>
                <a:solidFill>
                  <a:srgbClr val="C7000A"/>
                </a:solidFill>
                <a:effectLst/>
                <a:uLnTx/>
                <a:uFillTx/>
                <a:latin typeface="+mn-ea"/>
                <a:cs typeface="+mn-cs"/>
              </a:rPr>
              <a:t>编程语言技术社区，</a:t>
            </a:r>
            <a:r>
              <a:rPr kumimoji="0" lang="zh-CN" altLang="en-US" sz="1200" b="0" i="0" u="none" strike="noStrike" kern="0" cap="none" spc="0" normalizeH="0" baseline="0" noProof="0" dirty="0">
                <a:ln>
                  <a:noFill/>
                </a:ln>
                <a:solidFill>
                  <a:srgbClr val="666666"/>
                </a:solidFill>
                <a:effectLst/>
                <a:uLnTx/>
                <a:uFillTx/>
                <a:latin typeface="+mn-ea"/>
                <a:cs typeface="+mn-cs"/>
              </a:rPr>
              <a:t>启动“</a:t>
            </a:r>
            <a:r>
              <a:rPr kumimoji="0" lang="zh-CN" altLang="en-US" sz="1200" b="1" i="0" u="none" strike="noStrike" kern="0" cap="none" spc="0" normalizeH="0" baseline="0" noProof="0" dirty="0">
                <a:ln>
                  <a:noFill/>
                </a:ln>
                <a:solidFill>
                  <a:srgbClr val="C7000A"/>
                </a:solidFill>
                <a:effectLst/>
                <a:uLnTx/>
                <a:uFillTx/>
                <a:latin typeface="+mn-ea"/>
                <a:cs typeface="+mn-cs"/>
              </a:rPr>
              <a:t>内测</a:t>
            </a:r>
            <a:r>
              <a:rPr kumimoji="0" lang="zh-CN" altLang="en-US" sz="1200" b="0" i="0" u="none" strike="noStrike" kern="0" cap="none" spc="0" normalizeH="0" baseline="0" noProof="0" dirty="0">
                <a:ln>
                  <a:noFill/>
                </a:ln>
                <a:solidFill>
                  <a:srgbClr val="666666"/>
                </a:solidFill>
                <a:effectLst/>
                <a:uLnTx/>
                <a:uFillTx/>
                <a:latin typeface="+mn-ea"/>
                <a:cs typeface="+mn-cs"/>
              </a:rPr>
              <a:t>”</a:t>
            </a:r>
            <a:endParaRPr kumimoji="0" lang="en-US" altLang="zh-CN" sz="1200" b="0" i="0" u="none" strike="noStrike" kern="0" cap="none" spc="0" normalizeH="0" baseline="0" noProof="0" dirty="0">
              <a:ln>
                <a:noFill/>
              </a:ln>
              <a:solidFill>
                <a:srgbClr val="666666"/>
              </a:solidFill>
              <a:effectLst/>
              <a:uLnTx/>
              <a:uFillTx/>
              <a:latin typeface="+mn-ea"/>
              <a:cs typeface="+mn-cs"/>
            </a:endParaRPr>
          </a:p>
          <a:p>
            <a:pPr marL="228502" marR="0" lvl="0" indent="-228502" defTabSz="914377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altLang="zh-CN" sz="1200" b="0" i="0" u="none" strike="noStrike" kern="0" cap="none" spc="0" normalizeH="0" baseline="0" noProof="0" dirty="0">
                <a:ln>
                  <a:noFill/>
                </a:ln>
                <a:solidFill>
                  <a:srgbClr val="666666"/>
                </a:solidFill>
                <a:effectLst/>
                <a:uLnTx/>
                <a:uFillTx/>
                <a:latin typeface="+mn-ea"/>
                <a:cs typeface="+mn-cs"/>
              </a:rPr>
              <a:t>2021.10</a:t>
            </a:r>
            <a:r>
              <a:rPr kumimoji="0" lang="zh-CN" altLang="en-US" sz="1200" b="0" i="0" u="none" strike="noStrike" kern="0" cap="none" spc="0" normalizeH="0" baseline="0" noProof="0" dirty="0">
                <a:ln>
                  <a:noFill/>
                </a:ln>
                <a:solidFill>
                  <a:srgbClr val="666666"/>
                </a:solidFill>
                <a:effectLst/>
                <a:uLnTx/>
                <a:uFillTx/>
                <a:latin typeface="+mn-ea"/>
                <a:cs typeface="+mn-cs"/>
              </a:rPr>
              <a:t>华为</a:t>
            </a:r>
            <a:r>
              <a:rPr kumimoji="0" lang="en-US" altLang="zh-CN" sz="1200" b="0" i="0" u="none" strike="noStrike" kern="0" cap="none" spc="0" normalizeH="0" baseline="0" noProof="0" dirty="0">
                <a:ln>
                  <a:noFill/>
                </a:ln>
                <a:solidFill>
                  <a:srgbClr val="666666"/>
                </a:solidFill>
                <a:effectLst/>
                <a:uLnTx/>
                <a:uFillTx/>
                <a:latin typeface="+mn-ea"/>
                <a:cs typeface="+mn-cs"/>
              </a:rPr>
              <a:t>HDC</a:t>
            </a:r>
            <a:r>
              <a:rPr kumimoji="0" lang="zh-CN" altLang="en-US" sz="1200" b="1" i="0" u="none" strike="noStrike" kern="0" cap="none" spc="0" normalizeH="0" baseline="0" noProof="0" dirty="0">
                <a:ln>
                  <a:noFill/>
                </a:ln>
                <a:solidFill>
                  <a:srgbClr val="C7000A"/>
                </a:solidFill>
                <a:effectLst/>
                <a:uLnTx/>
                <a:uFillTx/>
                <a:latin typeface="+mn-ea"/>
                <a:cs typeface="+mn-cs"/>
              </a:rPr>
              <a:t>预告华为自研编程语言仓颉</a:t>
            </a:r>
            <a:endParaRPr kumimoji="0" lang="en-US" altLang="zh-CN" sz="1333" b="1" i="0" u="none" strike="noStrike" kern="0" cap="none" spc="0" normalizeH="0" baseline="0" noProof="0" dirty="0">
              <a:ln>
                <a:noFill/>
              </a:ln>
              <a:solidFill>
                <a:srgbClr val="C7000A"/>
              </a:solidFill>
              <a:effectLst/>
              <a:uLnTx/>
              <a:uFillTx/>
              <a:latin typeface="+mn-ea"/>
              <a:cs typeface="+mn-cs"/>
            </a:endParaRPr>
          </a:p>
        </p:txBody>
      </p:sp>
      <p:sp>
        <p:nvSpPr>
          <p:cNvPr id="55" name="圆角矩形 34">
            <a:extLst>
              <a:ext uri="{FF2B5EF4-FFF2-40B4-BE49-F238E27FC236}">
                <a16:creationId xmlns:a16="http://schemas.microsoft.com/office/drawing/2014/main" id="{E4604612-8FAA-4096-AE43-A5E542E74CD1}"/>
              </a:ext>
            </a:extLst>
          </p:cNvPr>
          <p:cNvSpPr/>
          <p:nvPr/>
        </p:nvSpPr>
        <p:spPr>
          <a:xfrm>
            <a:off x="512750" y="2400301"/>
            <a:ext cx="1965084" cy="2254249"/>
          </a:xfrm>
          <a:prstGeom prst="roundRect">
            <a:avLst>
              <a:gd name="adj" fmla="val 7914"/>
            </a:avLst>
          </a:prstGeom>
          <a:solidFill>
            <a:srgbClr val="FFFFFF">
              <a:lumMod val="95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171450" marR="0" lvl="0" indent="-171450" defTabSz="91440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zh-CN" altLang="en-US" sz="1200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+mn-ea"/>
                <a:cs typeface="+mn-cs"/>
              </a:rPr>
              <a:t>仓颉语言项目</a:t>
            </a:r>
            <a:r>
              <a:rPr kumimoji="0" lang="zh-CN" altLang="en-US" sz="1200" b="1" i="0" u="none" strike="noStrike" kern="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+mn-ea"/>
                <a:cs typeface="+mn-cs"/>
              </a:rPr>
              <a:t>正式通过立项</a:t>
            </a:r>
            <a:endParaRPr kumimoji="0" lang="en-US" altLang="zh-CN" sz="1200" b="1" i="0" u="none" strike="noStrike" kern="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+mn-ea"/>
              <a:cs typeface="+mn-cs"/>
            </a:endParaRPr>
          </a:p>
          <a:p>
            <a:pPr marL="171450" marR="0" lvl="0" indent="-171450" defTabSz="91440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zh-CN" altLang="en-US" sz="1200" b="0" i="0" u="none" strike="noStrike" kern="0" cap="none" spc="0" normalizeH="0" baseline="0" noProof="0" dirty="0">
                <a:ln>
                  <a:noFill/>
                </a:ln>
                <a:solidFill>
                  <a:srgbClr val="666666"/>
                </a:solidFill>
                <a:effectLst/>
                <a:uLnTx/>
                <a:uFillTx/>
                <a:latin typeface="+mn-ea"/>
                <a:cs typeface="+mn-cs"/>
              </a:rPr>
              <a:t>与南大成立“</a:t>
            </a:r>
            <a:r>
              <a:rPr kumimoji="0" lang="zh-CN" altLang="en-US" sz="1200" b="1" i="0" u="none" strike="noStrike" kern="0" cap="none" spc="0" normalizeH="0" baseline="0" noProof="0" dirty="0">
                <a:ln>
                  <a:noFill/>
                </a:ln>
                <a:solidFill>
                  <a:srgbClr val="C7000A"/>
                </a:solidFill>
                <a:effectLst/>
                <a:uLnTx/>
                <a:uFillTx/>
                <a:latin typeface="+mn-ea"/>
                <a:cs typeface="+mn-cs"/>
              </a:rPr>
              <a:t>下一代程序设计创新实验室</a:t>
            </a:r>
            <a:r>
              <a:rPr kumimoji="0" lang="zh-CN" altLang="en-US" sz="1200" b="0" i="0" u="none" strike="noStrike" kern="0" cap="none" spc="0" normalizeH="0" baseline="0" noProof="0" dirty="0">
                <a:ln>
                  <a:noFill/>
                </a:ln>
                <a:solidFill>
                  <a:srgbClr val="666666"/>
                </a:solidFill>
                <a:effectLst/>
                <a:uLnTx/>
                <a:uFillTx/>
                <a:latin typeface="+mn-ea"/>
                <a:cs typeface="+mn-cs"/>
              </a:rPr>
              <a:t>”</a:t>
            </a:r>
            <a:endParaRPr kumimoji="0" lang="en-US" altLang="zh-CN" sz="1200" b="0" i="0" u="none" strike="noStrike" kern="0" cap="none" spc="0" normalizeH="0" baseline="0" noProof="0" dirty="0">
              <a:ln>
                <a:noFill/>
              </a:ln>
              <a:solidFill>
                <a:srgbClr val="666666"/>
              </a:solidFill>
              <a:effectLst/>
              <a:uLnTx/>
              <a:uFillTx/>
              <a:latin typeface="+mn-ea"/>
              <a:cs typeface="+mn-cs"/>
            </a:endParaRPr>
          </a:p>
          <a:p>
            <a:pPr marL="171450" marR="0" lvl="0" indent="-171450" defTabSz="91440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zh-CN" altLang="en-US" sz="1200" b="0" i="0" u="none" strike="noStrike" kern="0" cap="none" spc="0" normalizeH="0" baseline="0" noProof="0" dirty="0">
                <a:ln>
                  <a:noFill/>
                </a:ln>
                <a:solidFill>
                  <a:srgbClr val="666666"/>
                </a:solidFill>
                <a:effectLst/>
                <a:uLnTx/>
                <a:uFillTx/>
                <a:latin typeface="+mn-ea"/>
                <a:cs typeface="+mn-cs"/>
              </a:rPr>
              <a:t>与北大</a:t>
            </a:r>
            <a:r>
              <a:rPr kumimoji="0" lang="zh-CN" altLang="en-US" sz="1200" b="1" i="0" u="none" strike="noStrike" kern="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+mn-ea"/>
                <a:cs typeface="+mn-cs"/>
              </a:rPr>
              <a:t>胡振江教授团队</a:t>
            </a:r>
            <a:r>
              <a:rPr kumimoji="0" lang="zh-CN" altLang="en-US" sz="1200" b="0" i="0" u="none" strike="noStrike" kern="0" cap="none" spc="0" normalizeH="0" baseline="0" noProof="0" dirty="0">
                <a:ln>
                  <a:noFill/>
                </a:ln>
                <a:solidFill>
                  <a:srgbClr val="666666"/>
                </a:solidFill>
                <a:effectLst/>
                <a:uLnTx/>
                <a:uFillTx/>
                <a:latin typeface="+mn-ea"/>
                <a:cs typeface="+mn-cs"/>
              </a:rPr>
              <a:t>建立技术合作，开展元编程技术研究</a:t>
            </a:r>
            <a:endParaRPr kumimoji="0" lang="en-US" altLang="zh-CN" sz="1333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n-ea"/>
              <a:cs typeface="+mn-cs"/>
            </a:endParaRPr>
          </a:p>
        </p:txBody>
      </p:sp>
      <p:sp>
        <p:nvSpPr>
          <p:cNvPr id="56" name="TextBox 62">
            <a:extLst>
              <a:ext uri="{FF2B5EF4-FFF2-40B4-BE49-F238E27FC236}">
                <a16:creationId xmlns:a16="http://schemas.microsoft.com/office/drawing/2014/main" id="{9F13F2C5-9E53-4DF1-BD01-22701C815D93}"/>
              </a:ext>
            </a:extLst>
          </p:cNvPr>
          <p:cNvSpPr txBox="1"/>
          <p:nvPr/>
        </p:nvSpPr>
        <p:spPr>
          <a:xfrm>
            <a:off x="2797684" y="1749920"/>
            <a:ext cx="186520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1218144">
              <a:defRPr/>
            </a:pPr>
            <a:r>
              <a:rPr lang="zh-CN" altLang="en-US" sz="1400" b="1" kern="0" dirty="0">
                <a:solidFill>
                  <a:srgbClr val="1D1D1A"/>
                </a:solidFill>
                <a:latin typeface="微软雅黑" pitchFamily="34" charset="-122"/>
              </a:rPr>
              <a:t>语言原型构建</a:t>
            </a:r>
            <a:endParaRPr lang="en-US" altLang="zh-CN" sz="1400" b="1" kern="0" dirty="0">
              <a:solidFill>
                <a:srgbClr val="1D1D1A"/>
              </a:solidFill>
              <a:latin typeface="微软雅黑" pitchFamily="34" charset="-122"/>
            </a:endParaRPr>
          </a:p>
        </p:txBody>
      </p:sp>
      <p:sp>
        <p:nvSpPr>
          <p:cNvPr id="57" name="TextBox 62">
            <a:extLst>
              <a:ext uri="{FF2B5EF4-FFF2-40B4-BE49-F238E27FC236}">
                <a16:creationId xmlns:a16="http://schemas.microsoft.com/office/drawing/2014/main" id="{5A382583-E9D7-4164-A99F-23089F8989E4}"/>
              </a:ext>
            </a:extLst>
          </p:cNvPr>
          <p:cNvSpPr txBox="1"/>
          <p:nvPr/>
        </p:nvSpPr>
        <p:spPr>
          <a:xfrm>
            <a:off x="5017009" y="1343520"/>
            <a:ext cx="186520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1218144">
              <a:defRPr/>
            </a:pPr>
            <a:r>
              <a:rPr lang="zh-CN" altLang="en-US" sz="1400" b="1" kern="0" dirty="0">
                <a:solidFill>
                  <a:srgbClr val="1D1D1A"/>
                </a:solidFill>
                <a:latin typeface="微软雅黑" pitchFamily="34" charset="-122"/>
              </a:rPr>
              <a:t>内部应用试点</a:t>
            </a:r>
            <a:endParaRPr lang="en-US" altLang="zh-CN" sz="1400" b="1" kern="0" dirty="0">
              <a:solidFill>
                <a:srgbClr val="1D1D1A"/>
              </a:solidFill>
              <a:latin typeface="微软雅黑" pitchFamily="34" charset="-122"/>
            </a:endParaRPr>
          </a:p>
        </p:txBody>
      </p:sp>
      <p:sp>
        <p:nvSpPr>
          <p:cNvPr id="58" name="TextBox 62">
            <a:extLst>
              <a:ext uri="{FF2B5EF4-FFF2-40B4-BE49-F238E27FC236}">
                <a16:creationId xmlns:a16="http://schemas.microsoft.com/office/drawing/2014/main" id="{2107ABE3-AA97-4D6D-AB02-51EF384A4261}"/>
              </a:ext>
            </a:extLst>
          </p:cNvPr>
          <p:cNvSpPr txBox="1"/>
          <p:nvPr/>
        </p:nvSpPr>
        <p:spPr>
          <a:xfrm>
            <a:off x="7277209" y="930770"/>
            <a:ext cx="186520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1218144">
              <a:defRPr/>
            </a:pPr>
            <a:r>
              <a:rPr lang="zh-CN" altLang="en-US" sz="1400" b="1" kern="0" dirty="0">
                <a:solidFill>
                  <a:srgbClr val="1D1D1A"/>
                </a:solidFill>
                <a:latin typeface="微软雅黑" pitchFamily="34" charset="-122"/>
              </a:rPr>
              <a:t>外部应用试点</a:t>
            </a:r>
            <a:endParaRPr lang="en-US" altLang="zh-CN" sz="1400" b="1" kern="0" dirty="0">
              <a:solidFill>
                <a:srgbClr val="1D1D1A"/>
              </a:solidFill>
              <a:latin typeface="微软雅黑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62690379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F53BAE3-DE33-A3DE-AC1B-CE22F416AD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仓颉语言的应用案例</a:t>
            </a: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F18E1287-5091-45A9-B50F-6980CBAEB35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987727"/>
            <a:ext cx="6096528" cy="3429297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5" name="图片 4">
            <a:extLst>
              <a:ext uri="{FF2B5EF4-FFF2-40B4-BE49-F238E27FC236}">
                <a16:creationId xmlns:a16="http://schemas.microsoft.com/office/drawing/2014/main" id="{606FFDEE-06B3-4216-9B21-2F2C008F512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5472" y="1987727"/>
            <a:ext cx="6096528" cy="3429297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52531478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矩形 9">
            <a:extLst>
              <a:ext uri="{FF2B5EF4-FFF2-40B4-BE49-F238E27FC236}">
                <a16:creationId xmlns:a16="http://schemas.microsoft.com/office/drawing/2014/main" id="{D8C82D45-883F-43F6-B839-D0A58C30E5A5}"/>
              </a:ext>
            </a:extLst>
          </p:cNvPr>
          <p:cNvSpPr/>
          <p:nvPr/>
        </p:nvSpPr>
        <p:spPr>
          <a:xfrm>
            <a:off x="0" y="2990021"/>
            <a:ext cx="12192000" cy="523220"/>
          </a:xfrm>
          <a:prstGeom prst="rect">
            <a:avLst/>
          </a:prstGeom>
          <a:solidFill>
            <a:schemeClr val="accent1">
              <a:alpha val="69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" name="标题 1">
            <a:extLst>
              <a:ext uri="{FF2B5EF4-FFF2-40B4-BE49-F238E27FC236}">
                <a16:creationId xmlns:a16="http://schemas.microsoft.com/office/drawing/2014/main" id="{AE211210-7AF7-B46E-0C5B-E15C8B0184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报告提纲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F4C1EE9B-7E0C-43F7-B1AC-59E5ACE59C00}"/>
              </a:ext>
            </a:extLst>
          </p:cNvPr>
          <p:cNvSpPr txBox="1"/>
          <p:nvPr/>
        </p:nvSpPr>
        <p:spPr>
          <a:xfrm>
            <a:off x="3005592" y="2266121"/>
            <a:ext cx="499950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Wingdings" panose="05000000000000000000" pitchFamily="2" charset="2"/>
              <a:buChar char="Ø"/>
            </a:pPr>
            <a:r>
              <a:rPr lang="zh-CN" altLang="en-US" sz="2800" dirty="0"/>
              <a:t>仓颉语言背景介绍</a:t>
            </a: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938FF7AA-45F7-4F01-9833-93F6E71EB324}"/>
              </a:ext>
            </a:extLst>
          </p:cNvPr>
          <p:cNvSpPr txBox="1"/>
          <p:nvPr/>
        </p:nvSpPr>
        <p:spPr>
          <a:xfrm>
            <a:off x="3021495" y="2969390"/>
            <a:ext cx="612250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Wingdings" panose="05000000000000000000" pitchFamily="2" charset="2"/>
              <a:buChar char="Ø"/>
            </a:pPr>
            <a:r>
              <a:rPr lang="zh-CN" altLang="en-US" sz="2800" dirty="0"/>
              <a:t>设计理念和技术特性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093FF9DB-C968-4B85-A6A2-10438123A72B}"/>
              </a:ext>
            </a:extLst>
          </p:cNvPr>
          <p:cNvSpPr txBox="1"/>
          <p:nvPr/>
        </p:nvSpPr>
        <p:spPr>
          <a:xfrm>
            <a:off x="3021495" y="3672659"/>
            <a:ext cx="612250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Wingdings" panose="05000000000000000000" pitchFamily="2" charset="2"/>
              <a:buChar char="Ø"/>
            </a:pPr>
            <a:r>
              <a:rPr lang="zh-CN" altLang="en-US" sz="2800" dirty="0"/>
              <a:t>大模型下的编程语言思考</a:t>
            </a: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E8FBFB26-9443-4C60-BA34-3EEDD2EF694C}"/>
              </a:ext>
            </a:extLst>
          </p:cNvPr>
          <p:cNvSpPr txBox="1"/>
          <p:nvPr/>
        </p:nvSpPr>
        <p:spPr>
          <a:xfrm>
            <a:off x="3005592" y="4355297"/>
            <a:ext cx="612250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marR="0" lvl="0" indent="-4572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Ø"/>
              <a:tabLst/>
              <a:defRPr/>
            </a:pP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微软雅黑"/>
                <a:cs typeface="+mn-cs"/>
              </a:rPr>
              <a:t>未来方向和规划</a:t>
            </a:r>
          </a:p>
        </p:txBody>
      </p:sp>
    </p:spTree>
    <p:extLst>
      <p:ext uri="{BB962C8B-B14F-4D97-AF65-F5344CB8AC3E}">
        <p14:creationId xmlns:p14="http://schemas.microsoft.com/office/powerpoint/2010/main" val="282840797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B29059B-85FE-893E-6BE0-5F43CE2FFE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整体理念和思路</a:t>
            </a:r>
          </a:p>
        </p:txBody>
      </p:sp>
      <p:pic>
        <p:nvPicPr>
          <p:cNvPr id="8" name="图片 7">
            <a:extLst>
              <a:ext uri="{FF2B5EF4-FFF2-40B4-BE49-F238E27FC236}">
                <a16:creationId xmlns:a16="http://schemas.microsoft.com/office/drawing/2014/main" id="{B15614CE-AE7A-2C4B-066B-FBC1290E3F02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8043" y="5043344"/>
            <a:ext cx="5128428" cy="1621040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9" name="文本框 8">
            <a:extLst>
              <a:ext uri="{FF2B5EF4-FFF2-40B4-BE49-F238E27FC236}">
                <a16:creationId xmlns:a16="http://schemas.microsoft.com/office/drawing/2014/main" id="{8ECDAC51-DE2A-4687-97D3-5641222896D8}"/>
              </a:ext>
            </a:extLst>
          </p:cNvPr>
          <p:cNvSpPr txBox="1"/>
          <p:nvPr/>
        </p:nvSpPr>
        <p:spPr>
          <a:xfrm>
            <a:off x="441118" y="1706219"/>
            <a:ext cx="489535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Arial"/>
                <a:ea typeface="微软雅黑"/>
                <a:cs typeface="+mn-cs"/>
              </a:rPr>
              <a:t>做好当代：</a:t>
            </a: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微软雅黑"/>
                <a:cs typeface="+mn-cs"/>
              </a:rPr>
              <a:t>全场景</a:t>
            </a: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rial"/>
                <a:ea typeface="微软雅黑"/>
                <a:cs typeface="+mn-cs"/>
              </a:rPr>
              <a:t>应用</a:t>
            </a: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微软雅黑"/>
                <a:cs typeface="+mn-cs"/>
              </a:rPr>
              <a:t>开发</a:t>
            </a: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B5F51F2A-06B1-4704-94E6-C3C6F05452E6}"/>
              </a:ext>
            </a:extLst>
          </p:cNvPr>
          <p:cNvSpPr txBox="1"/>
          <p:nvPr/>
        </p:nvSpPr>
        <p:spPr>
          <a:xfrm>
            <a:off x="7212422" y="1706219"/>
            <a:ext cx="192614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Arial"/>
                <a:ea typeface="微软雅黑"/>
                <a:cs typeface="+mn-cs"/>
              </a:rPr>
              <a:t>迎接未来：</a:t>
            </a:r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FD67586C-DB4C-41DF-8F1E-04698CAF0EA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06482" y="5043342"/>
            <a:ext cx="5079259" cy="1621040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12" name="图片 11">
            <a:extLst>
              <a:ext uri="{FF2B5EF4-FFF2-40B4-BE49-F238E27FC236}">
                <a16:creationId xmlns:a16="http://schemas.microsoft.com/office/drawing/2014/main" id="{0084D500-CB0E-4193-9047-862DEF4B18C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15703" y="2593507"/>
            <a:ext cx="2957608" cy="1534398"/>
          </a:xfrm>
          <a:prstGeom prst="rect">
            <a:avLst/>
          </a:prstGeom>
        </p:spPr>
      </p:pic>
      <p:sp>
        <p:nvSpPr>
          <p:cNvPr id="13" name="加号 12">
            <a:extLst>
              <a:ext uri="{FF2B5EF4-FFF2-40B4-BE49-F238E27FC236}">
                <a16:creationId xmlns:a16="http://schemas.microsoft.com/office/drawing/2014/main" id="{621121DA-10D1-446E-8515-32A741A96B55}"/>
              </a:ext>
            </a:extLst>
          </p:cNvPr>
          <p:cNvSpPr/>
          <p:nvPr/>
        </p:nvSpPr>
        <p:spPr>
          <a:xfrm>
            <a:off x="4656841" y="3108540"/>
            <a:ext cx="395926" cy="311084"/>
          </a:xfrm>
          <a:prstGeom prst="mathPlus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2434A3C9-D1C3-4DE3-8B81-0874826B13F3}"/>
              </a:ext>
            </a:extLst>
          </p:cNvPr>
          <p:cNvSpPr txBox="1"/>
          <p:nvPr/>
        </p:nvSpPr>
        <p:spPr>
          <a:xfrm>
            <a:off x="5356225" y="3064027"/>
            <a:ext cx="113974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 dirty="0"/>
              <a:t>全场景</a:t>
            </a:r>
          </a:p>
        </p:txBody>
      </p:sp>
      <p:grpSp>
        <p:nvGrpSpPr>
          <p:cNvPr id="3" name="组合 2">
            <a:extLst>
              <a:ext uri="{FF2B5EF4-FFF2-40B4-BE49-F238E27FC236}">
                <a16:creationId xmlns:a16="http://schemas.microsoft.com/office/drawing/2014/main" id="{13A6E924-AF5B-460A-421B-6EF687924087}"/>
              </a:ext>
            </a:extLst>
          </p:cNvPr>
          <p:cNvGrpSpPr/>
          <p:nvPr/>
        </p:nvGrpSpPr>
        <p:grpSpPr>
          <a:xfrm>
            <a:off x="6604212" y="3073671"/>
            <a:ext cx="3678254" cy="400110"/>
            <a:chOff x="6604212" y="3073671"/>
            <a:chExt cx="3678254" cy="400110"/>
          </a:xfrm>
        </p:grpSpPr>
        <p:sp>
          <p:nvSpPr>
            <p:cNvPr id="15" name="加号 14">
              <a:extLst>
                <a:ext uri="{FF2B5EF4-FFF2-40B4-BE49-F238E27FC236}">
                  <a16:creationId xmlns:a16="http://schemas.microsoft.com/office/drawing/2014/main" id="{42999E40-2764-4FDF-B77D-A7A3251AE786}"/>
                </a:ext>
              </a:extLst>
            </p:cNvPr>
            <p:cNvSpPr/>
            <p:nvPr/>
          </p:nvSpPr>
          <p:spPr>
            <a:xfrm>
              <a:off x="6604212" y="3118184"/>
              <a:ext cx="395926" cy="311084"/>
            </a:xfrm>
            <a:prstGeom prst="mathPlus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6" name="文本框 15">
              <a:extLst>
                <a:ext uri="{FF2B5EF4-FFF2-40B4-BE49-F238E27FC236}">
                  <a16:creationId xmlns:a16="http://schemas.microsoft.com/office/drawing/2014/main" id="{345CF472-D707-4520-8BE8-2D4EF5F1692C}"/>
                </a:ext>
              </a:extLst>
            </p:cNvPr>
            <p:cNvSpPr txBox="1"/>
            <p:nvPr/>
          </p:nvSpPr>
          <p:spPr>
            <a:xfrm>
              <a:off x="7303596" y="3073671"/>
              <a:ext cx="1139743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2000" dirty="0"/>
                <a:t>智能化</a:t>
              </a:r>
            </a:p>
          </p:txBody>
        </p:sp>
        <p:sp>
          <p:nvSpPr>
            <p:cNvPr id="17" name="加号 16">
              <a:extLst>
                <a:ext uri="{FF2B5EF4-FFF2-40B4-BE49-F238E27FC236}">
                  <a16:creationId xmlns:a16="http://schemas.microsoft.com/office/drawing/2014/main" id="{B4FC3806-E4AF-4D91-9100-4503C1DA08E3}"/>
                </a:ext>
              </a:extLst>
            </p:cNvPr>
            <p:cNvSpPr/>
            <p:nvPr/>
          </p:nvSpPr>
          <p:spPr>
            <a:xfrm>
              <a:off x="8443339" y="3118184"/>
              <a:ext cx="395926" cy="311084"/>
            </a:xfrm>
            <a:prstGeom prst="mathPlus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8" name="文本框 17">
              <a:extLst>
                <a:ext uri="{FF2B5EF4-FFF2-40B4-BE49-F238E27FC236}">
                  <a16:creationId xmlns:a16="http://schemas.microsoft.com/office/drawing/2014/main" id="{13CF3060-F5BB-4DB7-B0D2-5F8C9998A9C8}"/>
                </a:ext>
              </a:extLst>
            </p:cNvPr>
            <p:cNvSpPr txBox="1"/>
            <p:nvPr/>
          </p:nvSpPr>
          <p:spPr>
            <a:xfrm>
              <a:off x="9142723" y="3073671"/>
              <a:ext cx="1139743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2000" dirty="0"/>
                <a:t>…</a:t>
              </a:r>
              <a:endParaRPr lang="zh-CN" altLang="en-US" sz="2000" dirty="0"/>
            </a:p>
          </p:txBody>
        </p:sp>
      </p:grpSp>
      <p:grpSp>
        <p:nvGrpSpPr>
          <p:cNvPr id="4" name="组合 3">
            <a:extLst>
              <a:ext uri="{FF2B5EF4-FFF2-40B4-BE49-F238E27FC236}">
                <a16:creationId xmlns:a16="http://schemas.microsoft.com/office/drawing/2014/main" id="{273C018A-DE51-02E8-A835-4A026370526F}"/>
              </a:ext>
            </a:extLst>
          </p:cNvPr>
          <p:cNvGrpSpPr/>
          <p:nvPr/>
        </p:nvGrpSpPr>
        <p:grpSpPr>
          <a:xfrm>
            <a:off x="5220647" y="3747896"/>
            <a:ext cx="4895355" cy="994095"/>
            <a:chOff x="5220647" y="3747896"/>
            <a:chExt cx="4895355" cy="994095"/>
          </a:xfrm>
        </p:grpSpPr>
        <p:sp>
          <p:nvSpPr>
            <p:cNvPr id="19" name="左大括号 18">
              <a:extLst>
                <a:ext uri="{FF2B5EF4-FFF2-40B4-BE49-F238E27FC236}">
                  <a16:creationId xmlns:a16="http://schemas.microsoft.com/office/drawing/2014/main" id="{4314DC82-E3FB-4964-8CAF-9559B8ED8999}"/>
                </a:ext>
              </a:extLst>
            </p:cNvPr>
            <p:cNvSpPr/>
            <p:nvPr/>
          </p:nvSpPr>
          <p:spPr>
            <a:xfrm rot="16200000">
              <a:off x="7459474" y="1509069"/>
              <a:ext cx="417702" cy="4895355"/>
            </a:xfrm>
            <a:prstGeom prst="leftBrace">
              <a:avLst>
                <a:gd name="adj1" fmla="val 33667"/>
                <a:gd name="adj2" fmla="val 50000"/>
              </a:avLst>
            </a:prstGeom>
            <a:ln w="3175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0" name="文本框 19">
              <a:extLst>
                <a:ext uri="{FF2B5EF4-FFF2-40B4-BE49-F238E27FC236}">
                  <a16:creationId xmlns:a16="http://schemas.microsoft.com/office/drawing/2014/main" id="{67E6B820-194A-4AEF-854B-10FAADC8000E}"/>
                </a:ext>
              </a:extLst>
            </p:cNvPr>
            <p:cNvSpPr txBox="1"/>
            <p:nvPr/>
          </p:nvSpPr>
          <p:spPr>
            <a:xfrm>
              <a:off x="5646656" y="4341881"/>
              <a:ext cx="4015818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zh-CN" altLang="en-US" sz="2000" dirty="0"/>
                <a:t>元编程，以支持良好的领域扩展</a:t>
              </a:r>
            </a:p>
          </p:txBody>
        </p:sp>
      </p:grpSp>
      <p:sp>
        <p:nvSpPr>
          <p:cNvPr id="5" name="文本框 4">
            <a:extLst>
              <a:ext uri="{FF2B5EF4-FFF2-40B4-BE49-F238E27FC236}">
                <a16:creationId xmlns:a16="http://schemas.microsoft.com/office/drawing/2014/main" id="{CDB7850F-2E70-BE1E-277B-4F7F8F55FA9C}"/>
              </a:ext>
            </a:extLst>
          </p:cNvPr>
          <p:cNvSpPr txBox="1"/>
          <p:nvPr/>
        </p:nvSpPr>
        <p:spPr>
          <a:xfrm>
            <a:off x="3463971" y="2727057"/>
            <a:ext cx="49348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dirty="0">
                <a:solidFill>
                  <a:srgbClr val="C00000"/>
                </a:solidFill>
                <a:sym typeface="Wingdings 2" panose="05020102010507070707" pitchFamily="18" charset="2"/>
              </a:rPr>
              <a:t></a:t>
            </a:r>
            <a:endParaRPr lang="zh-CN" altLang="en-US" sz="2800" dirty="0">
              <a:solidFill>
                <a:srgbClr val="C00000"/>
              </a:solidFill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31B6A1F7-77FA-EC45-FE67-ACC59F163009}"/>
              </a:ext>
            </a:extLst>
          </p:cNvPr>
          <p:cNvSpPr txBox="1"/>
          <p:nvPr/>
        </p:nvSpPr>
        <p:spPr>
          <a:xfrm>
            <a:off x="5517742" y="4178102"/>
            <a:ext cx="49348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dirty="0">
                <a:solidFill>
                  <a:srgbClr val="C00000"/>
                </a:solidFill>
                <a:sym typeface="Wingdings 2" panose="05020102010507070707" pitchFamily="18" charset="2"/>
              </a:rPr>
              <a:t></a:t>
            </a:r>
            <a:endParaRPr lang="zh-CN" altLang="en-US" sz="2800" dirty="0">
              <a:solidFill>
                <a:srgbClr val="C00000"/>
              </a:solidFill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DDA74C12-7D0B-0265-D1ED-87F7D4D7D085}"/>
              </a:ext>
            </a:extLst>
          </p:cNvPr>
          <p:cNvSpPr txBox="1"/>
          <p:nvPr/>
        </p:nvSpPr>
        <p:spPr>
          <a:xfrm>
            <a:off x="7199434" y="2772271"/>
            <a:ext cx="49348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dirty="0">
                <a:solidFill>
                  <a:srgbClr val="C00000"/>
                </a:solidFill>
                <a:sym typeface="Wingdings 2" panose="05020102010507070707" pitchFamily="18" charset="2"/>
              </a:rPr>
              <a:t></a:t>
            </a:r>
            <a:endParaRPr lang="zh-CN" altLang="en-US" sz="2800" dirty="0">
              <a:solidFill>
                <a:srgbClr val="C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0558352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0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0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  <p:bldP spid="5" grpId="0"/>
      <p:bldP spid="7" grpId="0"/>
      <p:bldP spid="11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B29059B-85FE-893E-6BE0-5F43CE2FFE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1400" y="602552"/>
            <a:ext cx="10969200" cy="705600"/>
          </a:xfrm>
        </p:spPr>
        <p:txBody>
          <a:bodyPr/>
          <a:lstStyle/>
          <a:p>
            <a:r>
              <a:rPr kumimoji="0" lang="zh-CN" altLang="en-US" sz="3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微软雅黑"/>
                <a:cs typeface="+mn-cs"/>
              </a:rPr>
              <a:t>做好当代：全场景</a:t>
            </a:r>
            <a:r>
              <a:rPr kumimoji="0" lang="zh-CN" altLang="en-US" sz="36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Arial"/>
                <a:ea typeface="微软雅黑"/>
                <a:cs typeface="+mn-cs"/>
              </a:rPr>
              <a:t>应用</a:t>
            </a:r>
            <a:r>
              <a:rPr kumimoji="0" lang="zh-CN" altLang="en-US" sz="3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微软雅黑"/>
                <a:cs typeface="+mn-cs"/>
              </a:rPr>
              <a:t>开发</a:t>
            </a:r>
            <a:endParaRPr lang="zh-CN" altLang="en-US" dirty="0"/>
          </a:p>
        </p:txBody>
      </p:sp>
      <p:grpSp>
        <p:nvGrpSpPr>
          <p:cNvPr id="31" name="组合 30">
            <a:extLst>
              <a:ext uri="{FF2B5EF4-FFF2-40B4-BE49-F238E27FC236}">
                <a16:creationId xmlns:a16="http://schemas.microsoft.com/office/drawing/2014/main" id="{3CA3D8CD-38A9-68D0-D2F5-A4E5A3517947}"/>
              </a:ext>
            </a:extLst>
          </p:cNvPr>
          <p:cNvGrpSpPr/>
          <p:nvPr/>
        </p:nvGrpSpPr>
        <p:grpSpPr>
          <a:xfrm>
            <a:off x="905334" y="2973857"/>
            <a:ext cx="5114486" cy="2947911"/>
            <a:chOff x="6618514" y="515257"/>
            <a:chExt cx="5114486" cy="2947911"/>
          </a:xfrm>
        </p:grpSpPr>
        <p:sp>
          <p:nvSpPr>
            <p:cNvPr id="30" name="矩形: 圆角 29">
              <a:extLst>
                <a:ext uri="{FF2B5EF4-FFF2-40B4-BE49-F238E27FC236}">
                  <a16:creationId xmlns:a16="http://schemas.microsoft.com/office/drawing/2014/main" id="{28AF03C6-3DCD-984A-EBF3-57787EB2C4CD}"/>
                </a:ext>
              </a:extLst>
            </p:cNvPr>
            <p:cNvSpPr/>
            <p:nvPr/>
          </p:nvSpPr>
          <p:spPr>
            <a:xfrm>
              <a:off x="6618514" y="515257"/>
              <a:ext cx="5114486" cy="2947911"/>
            </a:xfrm>
            <a:prstGeom prst="roundRect">
              <a:avLst/>
            </a:prstGeom>
            <a:solidFill>
              <a:schemeClr val="accent1">
                <a:alpha val="26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/>
                <a:ea typeface="微软雅黑"/>
                <a:cs typeface="+mn-cs"/>
              </a:endParaRPr>
            </a:p>
          </p:txBody>
        </p:sp>
        <p:sp>
          <p:nvSpPr>
            <p:cNvPr id="3" name="文本框 2">
              <a:extLst>
                <a:ext uri="{FF2B5EF4-FFF2-40B4-BE49-F238E27FC236}">
                  <a16:creationId xmlns:a16="http://schemas.microsoft.com/office/drawing/2014/main" id="{69DD93BC-6045-4EA7-3326-D6A740E75E88}"/>
                </a:ext>
              </a:extLst>
            </p:cNvPr>
            <p:cNvSpPr txBox="1"/>
            <p:nvPr/>
          </p:nvSpPr>
          <p:spPr>
            <a:xfrm>
              <a:off x="10290984" y="1465754"/>
              <a:ext cx="1018361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2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/>
                  <a:ea typeface="微软雅黑"/>
                  <a:cs typeface="+mn-cs"/>
                </a:rPr>
                <a:t>仓颉</a:t>
              </a:r>
            </a:p>
          </p:txBody>
        </p:sp>
        <p:cxnSp>
          <p:nvCxnSpPr>
            <p:cNvPr id="23" name="直接连接符 22">
              <a:extLst>
                <a:ext uri="{FF2B5EF4-FFF2-40B4-BE49-F238E27FC236}">
                  <a16:creationId xmlns:a16="http://schemas.microsoft.com/office/drawing/2014/main" id="{F581E678-91E5-265B-EAFA-17AD21101E96}"/>
                </a:ext>
              </a:extLst>
            </p:cNvPr>
            <p:cNvCxnSpPr>
              <a:cxnSpLocks/>
            </p:cNvCxnSpPr>
            <p:nvPr/>
          </p:nvCxnSpPr>
          <p:spPr>
            <a:xfrm>
              <a:off x="6986085" y="1751264"/>
              <a:ext cx="2681731" cy="0"/>
            </a:xfrm>
            <a:prstGeom prst="line">
              <a:avLst/>
            </a:prstGeom>
            <a:ln w="3175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直接连接符 23">
              <a:extLst>
                <a:ext uri="{FF2B5EF4-FFF2-40B4-BE49-F238E27FC236}">
                  <a16:creationId xmlns:a16="http://schemas.microsoft.com/office/drawing/2014/main" id="{B8EFA87C-3B1B-442C-5B8E-D563F91AD8DD}"/>
                </a:ext>
              </a:extLst>
            </p:cNvPr>
            <p:cNvCxnSpPr>
              <a:cxnSpLocks/>
            </p:cNvCxnSpPr>
            <p:nvPr/>
          </p:nvCxnSpPr>
          <p:spPr>
            <a:xfrm>
              <a:off x="6986085" y="2546687"/>
              <a:ext cx="2681731" cy="0"/>
            </a:xfrm>
            <a:prstGeom prst="line">
              <a:avLst/>
            </a:prstGeom>
            <a:ln w="3175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5" name="文本框 24">
              <a:extLst>
                <a:ext uri="{FF2B5EF4-FFF2-40B4-BE49-F238E27FC236}">
                  <a16:creationId xmlns:a16="http://schemas.microsoft.com/office/drawing/2014/main" id="{ED7D2894-768E-FFA4-C5A6-284D8DEA58AD}"/>
                </a:ext>
              </a:extLst>
            </p:cNvPr>
            <p:cNvSpPr txBox="1"/>
            <p:nvPr/>
          </p:nvSpPr>
          <p:spPr>
            <a:xfrm>
              <a:off x="7390518" y="1140792"/>
              <a:ext cx="1872865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2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/>
                  <a:ea typeface="微软雅黑"/>
                  <a:cs typeface="+mn-cs"/>
                </a:rPr>
                <a:t>应用</a:t>
              </a:r>
            </a:p>
          </p:txBody>
        </p:sp>
        <p:sp>
          <p:nvSpPr>
            <p:cNvPr id="26" name="文本框 25">
              <a:extLst>
                <a:ext uri="{FF2B5EF4-FFF2-40B4-BE49-F238E27FC236}">
                  <a16:creationId xmlns:a16="http://schemas.microsoft.com/office/drawing/2014/main" id="{57C3278F-64CD-E358-0138-1B6AE057525D}"/>
                </a:ext>
              </a:extLst>
            </p:cNvPr>
            <p:cNvSpPr txBox="1"/>
            <p:nvPr/>
          </p:nvSpPr>
          <p:spPr>
            <a:xfrm>
              <a:off x="7390518" y="1946786"/>
              <a:ext cx="1872865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2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/>
                  <a:ea typeface="微软雅黑"/>
                  <a:cs typeface="+mn-cs"/>
                </a:rPr>
                <a:t>框架</a:t>
              </a:r>
              <a:r>
                <a:rPr kumimoji="0" lang="en-US" altLang="zh-CN" sz="2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/>
                  <a:ea typeface="微软雅黑"/>
                  <a:cs typeface="+mn-cs"/>
                </a:rPr>
                <a:t>/</a:t>
              </a:r>
              <a:r>
                <a:rPr kumimoji="0" lang="zh-CN" altLang="en-US" sz="2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/>
                  <a:ea typeface="微软雅黑"/>
                  <a:cs typeface="+mn-cs"/>
                </a:rPr>
                <a:t>中间件</a:t>
              </a:r>
            </a:p>
          </p:txBody>
        </p:sp>
        <p:sp>
          <p:nvSpPr>
            <p:cNvPr id="27" name="文本框 26">
              <a:extLst>
                <a:ext uri="{FF2B5EF4-FFF2-40B4-BE49-F238E27FC236}">
                  <a16:creationId xmlns:a16="http://schemas.microsoft.com/office/drawing/2014/main" id="{AC6B622E-7550-0138-78C9-1E4DA267FB7C}"/>
                </a:ext>
              </a:extLst>
            </p:cNvPr>
            <p:cNvSpPr txBox="1"/>
            <p:nvPr/>
          </p:nvSpPr>
          <p:spPr>
            <a:xfrm>
              <a:off x="7390518" y="2752780"/>
              <a:ext cx="1872865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2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/>
                  <a:ea typeface="微软雅黑"/>
                  <a:cs typeface="+mn-cs"/>
                </a:rPr>
                <a:t>OS</a:t>
              </a:r>
              <a:endPara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微软雅黑"/>
                <a:cs typeface="+mn-cs"/>
              </a:endParaRPr>
            </a:p>
          </p:txBody>
        </p:sp>
        <p:sp>
          <p:nvSpPr>
            <p:cNvPr id="28" name="右大括号 27">
              <a:extLst>
                <a:ext uri="{FF2B5EF4-FFF2-40B4-BE49-F238E27FC236}">
                  <a16:creationId xmlns:a16="http://schemas.microsoft.com/office/drawing/2014/main" id="{659FFC66-3A25-07A5-0E72-C394D33B8831}"/>
                </a:ext>
              </a:extLst>
            </p:cNvPr>
            <p:cNvSpPr/>
            <p:nvPr/>
          </p:nvSpPr>
          <p:spPr>
            <a:xfrm>
              <a:off x="9966583" y="1140792"/>
              <a:ext cx="229703" cy="1087151"/>
            </a:xfrm>
            <a:prstGeom prst="rightBrace">
              <a:avLst>
                <a:gd name="adj1" fmla="val 43086"/>
                <a:gd name="adj2" fmla="val 50000"/>
              </a:avLst>
            </a:prstGeom>
            <a:ln w="3175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微软雅黑"/>
                <a:cs typeface="+mn-cs"/>
              </a:endParaRPr>
            </a:p>
          </p:txBody>
        </p:sp>
      </p:grpSp>
      <p:sp>
        <p:nvSpPr>
          <p:cNvPr id="4" name="文本框 3">
            <a:extLst>
              <a:ext uri="{FF2B5EF4-FFF2-40B4-BE49-F238E27FC236}">
                <a16:creationId xmlns:a16="http://schemas.microsoft.com/office/drawing/2014/main" id="{C2D26AAE-13E2-F5C7-B81F-3A09594FEE83}"/>
              </a:ext>
            </a:extLst>
          </p:cNvPr>
          <p:cNvSpPr txBox="1"/>
          <p:nvPr/>
        </p:nvSpPr>
        <p:spPr>
          <a:xfrm>
            <a:off x="7922645" y="3001008"/>
            <a:ext cx="323660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微软雅黑"/>
                <a:cs typeface="+mn-cs"/>
              </a:rPr>
              <a:t>易学易用（</a:t>
            </a: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Arial"/>
                <a:ea typeface="微软雅黑"/>
                <a:cs typeface="+mn-cs"/>
              </a:rPr>
              <a:t>效率</a:t>
            </a: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微软雅黑"/>
                <a:cs typeface="+mn-cs"/>
              </a:rPr>
              <a:t>）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D971160A-26BE-E480-7599-2200A2A83F9D}"/>
              </a:ext>
            </a:extLst>
          </p:cNvPr>
          <p:cNvSpPr txBox="1"/>
          <p:nvPr/>
        </p:nvSpPr>
        <p:spPr>
          <a:xfrm>
            <a:off x="7922645" y="3533284"/>
            <a:ext cx="360672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微软雅黑"/>
                <a:cs typeface="+mn-cs"/>
              </a:rPr>
              <a:t>高效并发（</a:t>
            </a: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Arial"/>
                <a:ea typeface="微软雅黑"/>
                <a:cs typeface="+mn-cs"/>
              </a:rPr>
              <a:t>效率、性能</a:t>
            </a: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微软雅黑"/>
                <a:cs typeface="+mn-cs"/>
              </a:rPr>
              <a:t>）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7BF09566-59D2-AFC4-84DC-F9D89E9587BA}"/>
              </a:ext>
            </a:extLst>
          </p:cNvPr>
          <p:cNvSpPr txBox="1"/>
          <p:nvPr/>
        </p:nvSpPr>
        <p:spPr>
          <a:xfrm>
            <a:off x="7922645" y="4065560"/>
            <a:ext cx="323660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微软雅黑"/>
                <a:cs typeface="+mn-cs"/>
              </a:rPr>
              <a:t>高性能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微软雅黑"/>
                <a:cs typeface="+mn-cs"/>
              </a:rPr>
              <a:t>FFI</a:t>
            </a: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微软雅黑"/>
                <a:cs typeface="+mn-cs"/>
              </a:rPr>
              <a:t>（</a:t>
            </a: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Arial"/>
                <a:ea typeface="微软雅黑"/>
                <a:cs typeface="+mn-cs"/>
              </a:rPr>
              <a:t>性能</a:t>
            </a: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微软雅黑"/>
                <a:cs typeface="+mn-cs"/>
              </a:rPr>
              <a:t>）</a:t>
            </a: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2497DE0B-D703-E069-241D-4A540BB1969B}"/>
              </a:ext>
            </a:extLst>
          </p:cNvPr>
          <p:cNvSpPr txBox="1"/>
          <p:nvPr/>
        </p:nvSpPr>
        <p:spPr>
          <a:xfrm>
            <a:off x="7922645" y="4597836"/>
            <a:ext cx="32366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微软雅黑"/>
                <a:cs typeface="+mn-cs"/>
              </a:rPr>
              <a:t>轻量化运行时（</a:t>
            </a: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Arial"/>
                <a:ea typeface="微软雅黑"/>
                <a:cs typeface="+mn-cs"/>
              </a:rPr>
              <a:t>性能</a:t>
            </a: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微软雅黑"/>
                <a:cs typeface="+mn-cs"/>
              </a:rPr>
              <a:t>）</a:t>
            </a: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FC9FB55B-DB4B-B735-2DF0-5718BC44FDDE}"/>
              </a:ext>
            </a:extLst>
          </p:cNvPr>
          <p:cNvSpPr txBox="1"/>
          <p:nvPr/>
        </p:nvSpPr>
        <p:spPr>
          <a:xfrm>
            <a:off x="7922645" y="5130112"/>
            <a:ext cx="303748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微软雅黑"/>
                <a:cs typeface="+mn-cs"/>
              </a:rPr>
              <a:t>充分编译优化（</a:t>
            </a: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Arial"/>
                <a:ea typeface="微软雅黑"/>
                <a:cs typeface="+mn-cs"/>
              </a:rPr>
              <a:t>性能</a:t>
            </a: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微软雅黑"/>
                <a:cs typeface="+mn-cs"/>
              </a:rPr>
              <a:t>）</a:t>
            </a: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6B513AA9-8603-2771-4814-BDE724A70B9A}"/>
              </a:ext>
            </a:extLst>
          </p:cNvPr>
          <p:cNvSpPr txBox="1"/>
          <p:nvPr/>
        </p:nvSpPr>
        <p:spPr>
          <a:xfrm>
            <a:off x="7922645" y="5662387"/>
            <a:ext cx="283020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微软雅黑"/>
                <a:cs typeface="+mn-cs"/>
              </a:rPr>
              <a:t>安全编码（</a:t>
            </a: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Arial"/>
                <a:ea typeface="微软雅黑"/>
                <a:cs typeface="+mn-cs"/>
              </a:rPr>
              <a:t>安全</a:t>
            </a: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微软雅黑"/>
                <a:cs typeface="+mn-cs"/>
              </a:rPr>
              <a:t>）</a:t>
            </a:r>
          </a:p>
        </p:txBody>
      </p:sp>
      <p:sp>
        <p:nvSpPr>
          <p:cNvPr id="29" name="文本框 28">
            <a:extLst>
              <a:ext uri="{FF2B5EF4-FFF2-40B4-BE49-F238E27FC236}">
                <a16:creationId xmlns:a16="http://schemas.microsoft.com/office/drawing/2014/main" id="{A6DBDB5B-1986-8376-178C-8A990272BBE8}"/>
              </a:ext>
            </a:extLst>
          </p:cNvPr>
          <p:cNvSpPr txBox="1"/>
          <p:nvPr/>
        </p:nvSpPr>
        <p:spPr>
          <a:xfrm>
            <a:off x="7922645" y="2468732"/>
            <a:ext cx="323660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微软雅黑"/>
                <a:cs typeface="+mn-cs"/>
              </a:rPr>
              <a:t>表达力丰富（</a:t>
            </a: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Arial"/>
                <a:ea typeface="微软雅黑"/>
                <a:cs typeface="+mn-cs"/>
              </a:rPr>
              <a:t>效率</a:t>
            </a: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微软雅黑"/>
                <a:cs typeface="+mn-cs"/>
              </a:rPr>
              <a:t>）</a:t>
            </a:r>
          </a:p>
        </p:txBody>
      </p:sp>
      <p:sp>
        <p:nvSpPr>
          <p:cNvPr id="34" name="箭头: 右 33">
            <a:extLst>
              <a:ext uri="{FF2B5EF4-FFF2-40B4-BE49-F238E27FC236}">
                <a16:creationId xmlns:a16="http://schemas.microsoft.com/office/drawing/2014/main" id="{517FBDC0-04FC-C684-ED06-DAAE6099D54F}"/>
              </a:ext>
            </a:extLst>
          </p:cNvPr>
          <p:cNvSpPr/>
          <p:nvPr/>
        </p:nvSpPr>
        <p:spPr>
          <a:xfrm>
            <a:off x="5730908" y="4068551"/>
            <a:ext cx="711200" cy="229350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/>
              <a:ea typeface="微软雅黑"/>
              <a:cs typeface="+mn-cs"/>
            </a:endParaRPr>
          </a:p>
        </p:txBody>
      </p:sp>
      <p:sp>
        <p:nvSpPr>
          <p:cNvPr id="35" name="左大括号 34">
            <a:extLst>
              <a:ext uri="{FF2B5EF4-FFF2-40B4-BE49-F238E27FC236}">
                <a16:creationId xmlns:a16="http://schemas.microsoft.com/office/drawing/2014/main" id="{F7FFC4F9-BD14-71EF-CBE0-21D264BBF7E9}"/>
              </a:ext>
            </a:extLst>
          </p:cNvPr>
          <p:cNvSpPr/>
          <p:nvPr/>
        </p:nvSpPr>
        <p:spPr>
          <a:xfrm>
            <a:off x="7076702" y="2534414"/>
            <a:ext cx="543297" cy="3589638"/>
          </a:xfrm>
          <a:prstGeom prst="leftBrace">
            <a:avLst>
              <a:gd name="adj1" fmla="val 47757"/>
              <a:gd name="adj2" fmla="val 46657"/>
            </a:avLst>
          </a:prstGeom>
          <a:ln w="317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微软雅黑"/>
              <a:cs typeface="+mn-cs"/>
            </a:endParaRPr>
          </a:p>
        </p:txBody>
      </p:sp>
      <p:pic>
        <p:nvPicPr>
          <p:cNvPr id="32" name="图片 31">
            <a:extLst>
              <a:ext uri="{FF2B5EF4-FFF2-40B4-BE49-F238E27FC236}">
                <a16:creationId xmlns:a16="http://schemas.microsoft.com/office/drawing/2014/main" id="{B02FAAFA-9C63-4971-B20E-4CFD34BFF28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79319" y="307244"/>
            <a:ext cx="2957608" cy="15343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9105995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74C8E15-CFD6-F56D-781D-1174AA0844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仓颉的技术选型</a:t>
            </a:r>
          </a:p>
        </p:txBody>
      </p:sp>
      <p:sp>
        <p:nvSpPr>
          <p:cNvPr id="47" name="文本框 46">
            <a:extLst>
              <a:ext uri="{FF2B5EF4-FFF2-40B4-BE49-F238E27FC236}">
                <a16:creationId xmlns:a16="http://schemas.microsoft.com/office/drawing/2014/main" id="{ABB3C770-549D-5E3A-FF8C-219D421C7684}"/>
              </a:ext>
            </a:extLst>
          </p:cNvPr>
          <p:cNvSpPr txBox="1"/>
          <p:nvPr/>
        </p:nvSpPr>
        <p:spPr>
          <a:xfrm>
            <a:off x="8574869" y="2369284"/>
            <a:ext cx="113810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12">
              <a:defRPr/>
            </a:pPr>
            <a:r>
              <a:rPr lang="zh-CN" altLang="en-US" sz="2800" b="1" dirty="0">
                <a:solidFill>
                  <a:srgbClr val="C00000"/>
                </a:solidFill>
                <a:latin typeface="微软雅黑" pitchFamily="34" charset="-122"/>
              </a:rPr>
              <a:t>仓颉</a:t>
            </a:r>
            <a:endParaRPr lang="zh-CN" altLang="en-US" sz="2800" dirty="0">
              <a:solidFill>
                <a:srgbClr val="C00000"/>
              </a:solidFill>
              <a:latin typeface="微软雅黑" pitchFamily="34" charset="-122"/>
            </a:endParaRPr>
          </a:p>
        </p:txBody>
      </p:sp>
      <p:sp>
        <p:nvSpPr>
          <p:cNvPr id="48" name="箭头: 燕尾形 47">
            <a:extLst>
              <a:ext uri="{FF2B5EF4-FFF2-40B4-BE49-F238E27FC236}">
                <a16:creationId xmlns:a16="http://schemas.microsoft.com/office/drawing/2014/main" id="{2DE234AB-7F84-D077-1632-5C4FB3EC5017}"/>
              </a:ext>
            </a:extLst>
          </p:cNvPr>
          <p:cNvSpPr/>
          <p:nvPr/>
        </p:nvSpPr>
        <p:spPr>
          <a:xfrm rot="10800000">
            <a:off x="7083204" y="2503733"/>
            <a:ext cx="1202887" cy="305618"/>
          </a:xfrm>
          <a:prstGeom prst="notchedRightArrow">
            <a:avLst/>
          </a:prstGeom>
          <a:solidFill>
            <a:srgbClr val="0070C0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ot="0" spcFirstLastPara="0" vertOverflow="overflow" horzOverflow="overflow" vert="horz" wrap="square" lIns="91404" tIns="45702" rIns="91404" bIns="45702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112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799" b="0" i="0" u="none" strike="noStrike" kern="0" cap="none" spc="0" normalizeH="0" baseline="0" noProof="0">
              <a:ln>
                <a:noFill/>
              </a:ln>
              <a:solidFill>
                <a:srgbClr val="666666"/>
              </a:solidFill>
              <a:effectLst/>
              <a:uLnTx/>
              <a:uFillTx/>
              <a:latin typeface="Calibri" panose="020F0502020204030204"/>
              <a:ea typeface="等线" panose="02010600030101010101" pitchFamily="2" charset="-122"/>
              <a:cs typeface="+mn-cs"/>
            </a:endParaRPr>
          </a:p>
        </p:txBody>
      </p:sp>
      <p:grpSp>
        <p:nvGrpSpPr>
          <p:cNvPr id="49" name="组合 48">
            <a:extLst>
              <a:ext uri="{FF2B5EF4-FFF2-40B4-BE49-F238E27FC236}">
                <a16:creationId xmlns:a16="http://schemas.microsoft.com/office/drawing/2014/main" id="{2C9ACA1B-0A45-0EB2-E166-5420FF2747DF}"/>
              </a:ext>
            </a:extLst>
          </p:cNvPr>
          <p:cNvGrpSpPr/>
          <p:nvPr/>
        </p:nvGrpSpPr>
        <p:grpSpPr>
          <a:xfrm>
            <a:off x="8779319" y="3299827"/>
            <a:ext cx="3412682" cy="1180919"/>
            <a:chOff x="8879229" y="2429870"/>
            <a:chExt cx="2850467" cy="1181379"/>
          </a:xfrm>
        </p:grpSpPr>
        <p:sp>
          <p:nvSpPr>
            <p:cNvPr id="50" name="文本框 49">
              <a:extLst>
                <a:ext uri="{FF2B5EF4-FFF2-40B4-BE49-F238E27FC236}">
                  <a16:creationId xmlns:a16="http://schemas.microsoft.com/office/drawing/2014/main" id="{CCF1A412-8A60-CB8E-036F-680F408A811C}"/>
                </a:ext>
              </a:extLst>
            </p:cNvPr>
            <p:cNvSpPr txBox="1"/>
            <p:nvPr/>
          </p:nvSpPr>
          <p:spPr>
            <a:xfrm>
              <a:off x="8879229" y="2429870"/>
              <a:ext cx="2850467" cy="916763"/>
            </a:xfrm>
            <a:prstGeom prst="rect">
              <a:avLst/>
            </a:prstGeom>
            <a:noFill/>
          </p:spPr>
          <p:txBody>
            <a:bodyPr vert="horz" wrap="square" rtlCol="0">
              <a:spAutoFit/>
            </a:bodyPr>
            <a:lstStyle/>
            <a:p>
              <a:pPr defTabSz="914112">
                <a:lnSpc>
                  <a:spcPts val="3439"/>
                </a:lnSpc>
              </a:pPr>
              <a:r>
                <a:rPr lang="zh-CN" altLang="en-US" sz="2000" dirty="0">
                  <a:solidFill>
                    <a:srgbClr val="1D1D1A"/>
                  </a:solidFill>
                  <a:latin typeface="Microsoft YaHei" panose="020B0503020204020204" pitchFamily="34" charset="-122"/>
                </a:rPr>
                <a:t>自动内存管理（垃圾收集）</a:t>
              </a:r>
            </a:p>
          </p:txBody>
        </p:sp>
        <p:sp>
          <p:nvSpPr>
            <p:cNvPr id="51" name="文本框 50">
              <a:extLst>
                <a:ext uri="{FF2B5EF4-FFF2-40B4-BE49-F238E27FC236}">
                  <a16:creationId xmlns:a16="http://schemas.microsoft.com/office/drawing/2014/main" id="{94D6B0DD-F92E-C0C8-E09C-1B7CF7A3D950}"/>
                </a:ext>
              </a:extLst>
            </p:cNvPr>
            <p:cNvSpPr txBox="1"/>
            <p:nvPr/>
          </p:nvSpPr>
          <p:spPr>
            <a:xfrm>
              <a:off x="8879229" y="3130674"/>
              <a:ext cx="2850467" cy="480575"/>
            </a:xfrm>
            <a:prstGeom prst="rect">
              <a:avLst/>
            </a:prstGeom>
            <a:noFill/>
          </p:spPr>
          <p:txBody>
            <a:bodyPr vert="horz" wrap="square" rtlCol="0">
              <a:spAutoFit/>
            </a:bodyPr>
            <a:lstStyle/>
            <a:p>
              <a:pPr defTabSz="914112">
                <a:lnSpc>
                  <a:spcPts val="3439"/>
                </a:lnSpc>
              </a:pPr>
              <a:r>
                <a:rPr lang="zh-CN" altLang="en-US" sz="2000" dirty="0">
                  <a:solidFill>
                    <a:srgbClr val="1D1D1A"/>
                  </a:solidFill>
                  <a:latin typeface="Microsoft YaHei" panose="020B0503020204020204" pitchFamily="34" charset="-122"/>
                </a:rPr>
                <a:t>静态类型</a:t>
              </a:r>
            </a:p>
          </p:txBody>
        </p:sp>
      </p:grpSp>
      <p:pic>
        <p:nvPicPr>
          <p:cNvPr id="55" name="图片 54">
            <a:extLst>
              <a:ext uri="{FF2B5EF4-FFF2-40B4-BE49-F238E27FC236}">
                <a16:creationId xmlns:a16="http://schemas.microsoft.com/office/drawing/2014/main" id="{D09F32C4-E39F-4EC1-BF7C-1E3E4D8CCB3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79319" y="307244"/>
            <a:ext cx="2957608" cy="1534398"/>
          </a:xfrm>
          <a:prstGeom prst="rect">
            <a:avLst/>
          </a:prstGeom>
        </p:spPr>
      </p:pic>
      <p:grpSp>
        <p:nvGrpSpPr>
          <p:cNvPr id="57" name="组合 56">
            <a:extLst>
              <a:ext uri="{FF2B5EF4-FFF2-40B4-BE49-F238E27FC236}">
                <a16:creationId xmlns:a16="http://schemas.microsoft.com/office/drawing/2014/main" id="{27803F96-CFDD-94E6-0653-2F04DB2D50ED}"/>
              </a:ext>
            </a:extLst>
          </p:cNvPr>
          <p:cNvGrpSpPr/>
          <p:nvPr/>
        </p:nvGrpSpPr>
        <p:grpSpPr>
          <a:xfrm>
            <a:off x="584446" y="1377910"/>
            <a:ext cx="7170143" cy="5281713"/>
            <a:chOff x="584446" y="1377910"/>
            <a:chExt cx="7170143" cy="5281713"/>
          </a:xfrm>
        </p:grpSpPr>
        <p:grpSp>
          <p:nvGrpSpPr>
            <p:cNvPr id="7" name="组合 6">
              <a:extLst>
                <a:ext uri="{FF2B5EF4-FFF2-40B4-BE49-F238E27FC236}">
                  <a16:creationId xmlns:a16="http://schemas.microsoft.com/office/drawing/2014/main" id="{EF244116-AA4F-9876-5F5C-18E191DEC813}"/>
                </a:ext>
              </a:extLst>
            </p:cNvPr>
            <p:cNvGrpSpPr/>
            <p:nvPr/>
          </p:nvGrpSpPr>
          <p:grpSpPr>
            <a:xfrm>
              <a:off x="1201713" y="2392682"/>
              <a:ext cx="3360671" cy="3101240"/>
              <a:chOff x="7680176" y="2132856"/>
              <a:chExt cx="3528392" cy="3312368"/>
            </a:xfrm>
          </p:grpSpPr>
          <p:cxnSp>
            <p:nvCxnSpPr>
              <p:cNvPr id="45" name="直接箭头连接符 44">
                <a:extLst>
                  <a:ext uri="{FF2B5EF4-FFF2-40B4-BE49-F238E27FC236}">
                    <a16:creationId xmlns:a16="http://schemas.microsoft.com/office/drawing/2014/main" id="{DE4DCFCB-5255-1741-7B7F-2126BB80C5F0}"/>
                  </a:ext>
                </a:extLst>
              </p:cNvPr>
              <p:cNvCxnSpPr/>
              <p:nvPr/>
            </p:nvCxnSpPr>
            <p:spPr bwMode="auto">
              <a:xfrm>
                <a:off x="7680176" y="5445224"/>
                <a:ext cx="3528392" cy="0"/>
              </a:xfrm>
              <a:prstGeom prst="straightConnector1">
                <a:avLst/>
              </a:prstGeom>
              <a:noFill/>
              <a:ln w="12700" cap="flat" cmpd="sng" algn="ctr">
                <a:solidFill>
                  <a:srgbClr val="1D1D1A"/>
                </a:solidFill>
                <a:prstDash val="solid"/>
                <a:round/>
                <a:headEnd type="none" w="med" len="med"/>
                <a:tailEnd type="triangle"/>
              </a:ln>
              <a:effectLst/>
            </p:spPr>
          </p:cxnSp>
          <p:cxnSp>
            <p:nvCxnSpPr>
              <p:cNvPr id="46" name="直接箭头连接符 45">
                <a:extLst>
                  <a:ext uri="{FF2B5EF4-FFF2-40B4-BE49-F238E27FC236}">
                    <a16:creationId xmlns:a16="http://schemas.microsoft.com/office/drawing/2014/main" id="{5B3CAA2B-AF43-B16B-ADE5-928CC23130CB}"/>
                  </a:ext>
                </a:extLst>
              </p:cNvPr>
              <p:cNvCxnSpPr/>
              <p:nvPr/>
            </p:nvCxnSpPr>
            <p:spPr bwMode="auto">
              <a:xfrm flipV="1">
                <a:off x="7680176" y="2132856"/>
                <a:ext cx="0" cy="3312368"/>
              </a:xfrm>
              <a:prstGeom prst="straightConnector1">
                <a:avLst/>
              </a:prstGeom>
              <a:noFill/>
              <a:ln w="12700" cap="flat" cmpd="sng" algn="ctr">
                <a:solidFill>
                  <a:srgbClr val="1D1D1A"/>
                </a:solidFill>
                <a:prstDash val="solid"/>
                <a:round/>
                <a:headEnd type="none" w="med" len="med"/>
                <a:tailEnd type="triangle"/>
              </a:ln>
              <a:effectLst/>
            </p:spPr>
          </p:cxnSp>
        </p:grpSp>
        <p:sp>
          <p:nvSpPr>
            <p:cNvPr id="8" name="文本框 7">
              <a:extLst>
                <a:ext uri="{FF2B5EF4-FFF2-40B4-BE49-F238E27FC236}">
                  <a16:creationId xmlns:a16="http://schemas.microsoft.com/office/drawing/2014/main" id="{2BF49081-810F-4EA0-A767-026F01B121EA}"/>
                </a:ext>
              </a:extLst>
            </p:cNvPr>
            <p:cNvSpPr txBox="1"/>
            <p:nvPr/>
          </p:nvSpPr>
          <p:spPr>
            <a:xfrm>
              <a:off x="584446" y="2119321"/>
              <a:ext cx="617267" cy="86447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defTabSz="914112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1799" b="1" i="0" u="none" strike="noStrike" kern="0" cap="none" spc="0" normalizeH="0" baseline="0" noProof="0" dirty="0">
                  <a:ln>
                    <a:noFill/>
                  </a:ln>
                  <a:solidFill>
                    <a:srgbClr val="1D1D1A"/>
                  </a:solidFill>
                  <a:effectLst/>
                  <a:uLnTx/>
                  <a:uFillTx/>
                  <a:latin typeface="微软雅黑" pitchFamily="34" charset="-122"/>
                </a:rPr>
                <a:t>开发效率</a:t>
              </a:r>
              <a:endParaRPr kumimoji="0" lang="en-US" altLang="zh-CN" sz="1799" b="1" i="0" u="none" strike="noStrike" kern="0" cap="none" spc="0" normalizeH="0" baseline="0" noProof="0" dirty="0">
                <a:ln>
                  <a:noFill/>
                </a:ln>
                <a:solidFill>
                  <a:srgbClr val="1D1D1A"/>
                </a:solidFill>
                <a:effectLst/>
                <a:uLnTx/>
                <a:uFillTx/>
                <a:latin typeface="微软雅黑" pitchFamily="34" charset="-122"/>
              </a:endParaRPr>
            </a:p>
            <a:p>
              <a:pPr marL="0" marR="0" lvl="0" indent="0" defTabSz="914112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799" b="1" i="0" u="none" strike="noStrike" kern="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itchFamily="34" charset="-122"/>
              </a:endParaRPr>
            </a:p>
          </p:txBody>
        </p:sp>
        <p:sp>
          <p:nvSpPr>
            <p:cNvPr id="9" name="椭圆 8">
              <a:extLst>
                <a:ext uri="{FF2B5EF4-FFF2-40B4-BE49-F238E27FC236}">
                  <a16:creationId xmlns:a16="http://schemas.microsoft.com/office/drawing/2014/main" id="{54758B36-1A27-8286-DA28-2652C03C61DB}"/>
                </a:ext>
              </a:extLst>
            </p:cNvPr>
            <p:cNvSpPr/>
            <p:nvPr/>
          </p:nvSpPr>
          <p:spPr bwMode="auto">
            <a:xfrm>
              <a:off x="4013703" y="4894616"/>
              <a:ext cx="137170" cy="134836"/>
            </a:xfrm>
            <a:prstGeom prst="ellipse">
              <a:avLst/>
            </a:prstGeom>
            <a:solidFill>
              <a:srgbClr val="FF0000"/>
            </a:solidFill>
            <a:ln w="12700" cap="flat" cmpd="sng" algn="ctr">
              <a:solidFill>
                <a:srgbClr val="1D1D1A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rot="0" spcFirstLastPara="0" vertOverflow="overflow" horzOverflow="overflow" vert="horz" wrap="square" lIns="91389" tIns="45694" rIns="91389" bIns="45694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877537" eaLnBrk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05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itchFamily="34" charset="-122"/>
              </a:endParaRPr>
            </a:p>
          </p:txBody>
        </p:sp>
        <p:sp>
          <p:nvSpPr>
            <p:cNvPr id="10" name="椭圆 9">
              <a:extLst>
                <a:ext uri="{FF2B5EF4-FFF2-40B4-BE49-F238E27FC236}">
                  <a16:creationId xmlns:a16="http://schemas.microsoft.com/office/drawing/2014/main" id="{13769BB6-B5EE-22C3-57DB-00379AACC843}"/>
                </a:ext>
              </a:extLst>
            </p:cNvPr>
            <p:cNvSpPr/>
            <p:nvPr/>
          </p:nvSpPr>
          <p:spPr bwMode="auto">
            <a:xfrm>
              <a:off x="3796096" y="4130854"/>
              <a:ext cx="147331" cy="144824"/>
            </a:xfrm>
            <a:prstGeom prst="ellipse">
              <a:avLst/>
            </a:prstGeom>
            <a:solidFill>
              <a:srgbClr val="FCC800"/>
            </a:solidFill>
            <a:ln w="12700" cap="flat" cmpd="sng" algn="ctr">
              <a:solidFill>
                <a:srgbClr val="1D1D1A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rot="0" spcFirstLastPara="0" vertOverflow="overflow" horzOverflow="overflow" vert="horz" wrap="square" lIns="91389" tIns="45694" rIns="91389" bIns="45694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877537" eaLnBrk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05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itchFamily="34" charset="-122"/>
              </a:endParaRPr>
            </a:p>
          </p:txBody>
        </p:sp>
        <p:sp>
          <p:nvSpPr>
            <p:cNvPr id="11" name="椭圆 10">
              <a:extLst>
                <a:ext uri="{FF2B5EF4-FFF2-40B4-BE49-F238E27FC236}">
                  <a16:creationId xmlns:a16="http://schemas.microsoft.com/office/drawing/2014/main" id="{B187DFBF-4587-1011-90B5-46586191FF0B}"/>
                </a:ext>
              </a:extLst>
            </p:cNvPr>
            <p:cNvSpPr/>
            <p:nvPr/>
          </p:nvSpPr>
          <p:spPr bwMode="auto">
            <a:xfrm>
              <a:off x="3798521" y="4466170"/>
              <a:ext cx="137170" cy="134836"/>
            </a:xfrm>
            <a:prstGeom prst="ellipse">
              <a:avLst/>
            </a:prstGeom>
            <a:solidFill>
              <a:srgbClr val="0000FF"/>
            </a:solidFill>
            <a:ln w="12700" cap="flat" cmpd="sng" algn="ctr">
              <a:solidFill>
                <a:srgbClr val="1D1D1A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rot="0" spcFirstLastPara="0" vertOverflow="overflow" horzOverflow="overflow" vert="horz" wrap="square" lIns="91389" tIns="45694" rIns="91389" bIns="45694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877537" eaLnBrk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05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itchFamily="34" charset="-122"/>
              </a:endParaRPr>
            </a:p>
          </p:txBody>
        </p:sp>
        <p:sp>
          <p:nvSpPr>
            <p:cNvPr id="12" name="文本框 11">
              <a:extLst>
                <a:ext uri="{FF2B5EF4-FFF2-40B4-BE49-F238E27FC236}">
                  <a16:creationId xmlns:a16="http://schemas.microsoft.com/office/drawing/2014/main" id="{CC09B08B-9E17-F6EB-D7A8-85F1839C5CAE}"/>
                </a:ext>
              </a:extLst>
            </p:cNvPr>
            <p:cNvSpPr txBox="1"/>
            <p:nvPr/>
          </p:nvSpPr>
          <p:spPr>
            <a:xfrm>
              <a:off x="3876532" y="4082064"/>
              <a:ext cx="823022" cy="3169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defTabSz="914112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599" b="0" i="0" u="none" strike="noStrike" kern="0" cap="none" spc="0" normalizeH="0" baseline="0" noProof="0" dirty="0">
                  <a:ln>
                    <a:noFill/>
                  </a:ln>
                  <a:solidFill>
                    <a:srgbClr val="1D1D1A"/>
                  </a:solidFill>
                  <a:effectLst/>
                  <a:uLnTx/>
                  <a:uFillTx/>
                  <a:latin typeface="微软雅黑" pitchFamily="34" charset="-122"/>
                </a:rPr>
                <a:t>C++</a:t>
              </a:r>
              <a:endParaRPr kumimoji="0" lang="zh-CN" altLang="en-US" sz="1799" b="0" i="0" u="none" strike="noStrike" kern="0" cap="none" spc="0" normalizeH="0" baseline="0" noProof="0" dirty="0">
                <a:ln>
                  <a:noFill/>
                </a:ln>
                <a:solidFill>
                  <a:srgbClr val="1D1D1A"/>
                </a:solidFill>
                <a:effectLst/>
                <a:uLnTx/>
                <a:uFillTx/>
                <a:latin typeface="微软雅黑" pitchFamily="34" charset="-122"/>
              </a:endParaRPr>
            </a:p>
          </p:txBody>
        </p:sp>
        <p:sp>
          <p:nvSpPr>
            <p:cNvPr id="13" name="文本框 12">
              <a:extLst>
                <a:ext uri="{FF2B5EF4-FFF2-40B4-BE49-F238E27FC236}">
                  <a16:creationId xmlns:a16="http://schemas.microsoft.com/office/drawing/2014/main" id="{967549E5-AA41-46BF-F1DB-997BBAD7FFCA}"/>
                </a:ext>
              </a:extLst>
            </p:cNvPr>
            <p:cNvSpPr txBox="1"/>
            <p:nvPr/>
          </p:nvSpPr>
          <p:spPr>
            <a:xfrm>
              <a:off x="4150873" y="4677067"/>
              <a:ext cx="425742" cy="3169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defTabSz="914112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599" b="0" i="0" u="none" strike="noStrike" kern="0" cap="none" spc="0" normalizeH="0" baseline="0" noProof="0" dirty="0">
                  <a:ln>
                    <a:noFill/>
                  </a:ln>
                  <a:solidFill>
                    <a:srgbClr val="1D1D1A"/>
                  </a:solidFill>
                  <a:effectLst/>
                  <a:uLnTx/>
                  <a:uFillTx/>
                  <a:latin typeface="微软雅黑" pitchFamily="34" charset="-122"/>
                </a:rPr>
                <a:t>C</a:t>
              </a:r>
              <a:endParaRPr kumimoji="0" lang="zh-CN" altLang="en-US" sz="1799" b="0" i="0" u="none" strike="noStrike" kern="0" cap="none" spc="0" normalizeH="0" baseline="0" noProof="0" dirty="0">
                <a:ln>
                  <a:noFill/>
                </a:ln>
                <a:solidFill>
                  <a:srgbClr val="1D1D1A"/>
                </a:solidFill>
                <a:effectLst/>
                <a:uLnTx/>
                <a:uFillTx/>
                <a:latin typeface="微软雅黑" pitchFamily="34" charset="-122"/>
              </a:endParaRPr>
            </a:p>
          </p:txBody>
        </p:sp>
        <p:sp>
          <p:nvSpPr>
            <p:cNvPr id="14" name="文本框 13">
              <a:extLst>
                <a:ext uri="{FF2B5EF4-FFF2-40B4-BE49-F238E27FC236}">
                  <a16:creationId xmlns:a16="http://schemas.microsoft.com/office/drawing/2014/main" id="{F6731AC9-74D4-B232-3664-E6EDB3A23880}"/>
                </a:ext>
              </a:extLst>
            </p:cNvPr>
            <p:cNvSpPr txBox="1"/>
            <p:nvPr/>
          </p:nvSpPr>
          <p:spPr>
            <a:xfrm>
              <a:off x="3958832" y="4419979"/>
              <a:ext cx="685852" cy="33842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defTabSz="914112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599" i="0" u="none" strike="noStrike" kern="0" cap="none" spc="0" normalizeH="0" baseline="0" noProof="0" dirty="0">
                  <a:ln>
                    <a:noFill/>
                  </a:ln>
                  <a:effectLst/>
                  <a:uLnTx/>
                  <a:uFillTx/>
                  <a:latin typeface="微软雅黑" pitchFamily="34" charset="-122"/>
                </a:rPr>
                <a:t>Rust</a:t>
              </a:r>
              <a:endParaRPr kumimoji="0" lang="zh-CN" altLang="en-US" sz="1799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微软雅黑" pitchFamily="34" charset="-122"/>
              </a:endParaRPr>
            </a:p>
          </p:txBody>
        </p:sp>
        <p:sp>
          <p:nvSpPr>
            <p:cNvPr id="15" name="椭圆 14">
              <a:extLst>
                <a:ext uri="{FF2B5EF4-FFF2-40B4-BE49-F238E27FC236}">
                  <a16:creationId xmlns:a16="http://schemas.microsoft.com/office/drawing/2014/main" id="{12D0F135-EA74-11AF-0324-B533BBCBFD74}"/>
                </a:ext>
              </a:extLst>
            </p:cNvPr>
            <p:cNvSpPr/>
            <p:nvPr/>
          </p:nvSpPr>
          <p:spPr bwMode="auto">
            <a:xfrm>
              <a:off x="2326737" y="2614003"/>
              <a:ext cx="137170" cy="134836"/>
            </a:xfrm>
            <a:prstGeom prst="ellipse">
              <a:avLst/>
            </a:prstGeom>
            <a:solidFill>
              <a:srgbClr val="FFC000"/>
            </a:solidFill>
            <a:ln w="12700" cap="flat" cmpd="sng" algn="ctr">
              <a:solidFill>
                <a:srgbClr val="1D1D1A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rot="0" spcFirstLastPara="0" vertOverflow="overflow" horzOverflow="overflow" vert="horz" wrap="square" lIns="91389" tIns="45694" rIns="91389" bIns="45694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877537" eaLnBrk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05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itchFamily="34" charset="-122"/>
              </a:endParaRPr>
            </a:p>
          </p:txBody>
        </p:sp>
        <p:sp>
          <p:nvSpPr>
            <p:cNvPr id="16" name="椭圆 15">
              <a:extLst>
                <a:ext uri="{FF2B5EF4-FFF2-40B4-BE49-F238E27FC236}">
                  <a16:creationId xmlns:a16="http://schemas.microsoft.com/office/drawing/2014/main" id="{FDF9A320-0DAE-26A7-FFCC-31874A085AA5}"/>
                </a:ext>
              </a:extLst>
            </p:cNvPr>
            <p:cNvSpPr/>
            <p:nvPr/>
          </p:nvSpPr>
          <p:spPr bwMode="auto">
            <a:xfrm>
              <a:off x="1923588" y="2729533"/>
              <a:ext cx="137170" cy="134836"/>
            </a:xfrm>
            <a:prstGeom prst="ellipse">
              <a:avLst/>
            </a:prstGeom>
            <a:solidFill>
              <a:srgbClr val="FCC800"/>
            </a:solidFill>
            <a:ln w="12700" cap="flat" cmpd="sng" algn="ctr">
              <a:solidFill>
                <a:srgbClr val="1D1D1A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rot="0" spcFirstLastPara="0" vertOverflow="overflow" horzOverflow="overflow" vert="horz" wrap="square" lIns="91389" tIns="45694" rIns="91389" bIns="45694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877537" eaLnBrk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05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itchFamily="34" charset="-122"/>
              </a:endParaRPr>
            </a:p>
          </p:txBody>
        </p:sp>
        <p:sp>
          <p:nvSpPr>
            <p:cNvPr id="17" name="椭圆 16">
              <a:extLst>
                <a:ext uri="{FF2B5EF4-FFF2-40B4-BE49-F238E27FC236}">
                  <a16:creationId xmlns:a16="http://schemas.microsoft.com/office/drawing/2014/main" id="{94D2EAED-9957-3F46-1947-920C7D54FA70}"/>
                </a:ext>
              </a:extLst>
            </p:cNvPr>
            <p:cNvSpPr/>
            <p:nvPr/>
          </p:nvSpPr>
          <p:spPr bwMode="auto">
            <a:xfrm>
              <a:off x="1748501" y="2712703"/>
              <a:ext cx="137170" cy="134836"/>
            </a:xfrm>
            <a:prstGeom prst="ellipse">
              <a:avLst/>
            </a:prstGeom>
            <a:solidFill>
              <a:srgbClr val="FFC000"/>
            </a:solidFill>
            <a:ln w="12700" cap="flat" cmpd="sng" algn="ctr">
              <a:solidFill>
                <a:srgbClr val="1D1D1A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rot="0" spcFirstLastPara="0" vertOverflow="overflow" horzOverflow="overflow" vert="horz" wrap="square" lIns="91389" tIns="45694" rIns="91389" bIns="45694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877537" eaLnBrk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05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itchFamily="34" charset="-122"/>
              </a:endParaRPr>
            </a:p>
          </p:txBody>
        </p:sp>
        <p:sp>
          <p:nvSpPr>
            <p:cNvPr id="18" name="文本框 17">
              <a:extLst>
                <a:ext uri="{FF2B5EF4-FFF2-40B4-BE49-F238E27FC236}">
                  <a16:creationId xmlns:a16="http://schemas.microsoft.com/office/drawing/2014/main" id="{0232229B-F418-67D0-2E23-00658A6AC0D3}"/>
                </a:ext>
              </a:extLst>
            </p:cNvPr>
            <p:cNvSpPr txBox="1"/>
            <p:nvPr/>
          </p:nvSpPr>
          <p:spPr>
            <a:xfrm>
              <a:off x="2224860" y="2317531"/>
              <a:ext cx="633730" cy="36994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defTabSz="914112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599" b="0" i="0" u="none" strike="noStrike" kern="0" cap="none" spc="0" normalizeH="0" baseline="0" noProof="0" dirty="0">
                  <a:ln>
                    <a:noFill/>
                  </a:ln>
                  <a:solidFill>
                    <a:srgbClr val="1D1D1A"/>
                  </a:solidFill>
                  <a:effectLst/>
                  <a:uLnTx/>
                  <a:uFillTx/>
                  <a:latin typeface="微软雅黑" pitchFamily="34" charset="-122"/>
                </a:rPr>
                <a:t>JS</a:t>
              </a:r>
              <a:endParaRPr kumimoji="0" lang="zh-CN" altLang="en-US" sz="1799" b="0" i="0" u="none" strike="noStrike" kern="0" cap="none" spc="0" normalizeH="0" baseline="0" noProof="0" dirty="0">
                <a:ln>
                  <a:noFill/>
                </a:ln>
                <a:solidFill>
                  <a:srgbClr val="1D1D1A"/>
                </a:solidFill>
                <a:effectLst/>
                <a:uLnTx/>
                <a:uFillTx/>
                <a:latin typeface="微软雅黑" pitchFamily="34" charset="-122"/>
              </a:endParaRPr>
            </a:p>
          </p:txBody>
        </p:sp>
        <p:sp>
          <p:nvSpPr>
            <p:cNvPr id="19" name="文本框 18">
              <a:extLst>
                <a:ext uri="{FF2B5EF4-FFF2-40B4-BE49-F238E27FC236}">
                  <a16:creationId xmlns:a16="http://schemas.microsoft.com/office/drawing/2014/main" id="{F5168A89-0ECB-E902-AD6A-F0C023B6FB2F}"/>
                </a:ext>
              </a:extLst>
            </p:cNvPr>
            <p:cNvSpPr txBox="1"/>
            <p:nvPr/>
          </p:nvSpPr>
          <p:spPr>
            <a:xfrm>
              <a:off x="1329717" y="2439411"/>
              <a:ext cx="986249" cy="36994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defTabSz="914112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599" b="0" i="0" u="none" strike="noStrike" kern="0" cap="none" spc="0" normalizeH="0" baseline="0" noProof="0" dirty="0">
                  <a:ln>
                    <a:noFill/>
                  </a:ln>
                  <a:solidFill>
                    <a:srgbClr val="1D1D1A"/>
                  </a:solidFill>
                  <a:effectLst/>
                  <a:uLnTx/>
                  <a:uFillTx/>
                  <a:latin typeface="微软雅黑" pitchFamily="34" charset="-122"/>
                </a:rPr>
                <a:t>Python</a:t>
              </a:r>
              <a:endParaRPr kumimoji="0" lang="zh-CN" altLang="en-US" sz="1799" b="0" i="0" u="none" strike="noStrike" kern="0" cap="none" spc="0" normalizeH="0" baseline="0" noProof="0" dirty="0">
                <a:ln>
                  <a:noFill/>
                </a:ln>
                <a:solidFill>
                  <a:srgbClr val="1D1D1A"/>
                </a:solidFill>
                <a:effectLst/>
                <a:uLnTx/>
                <a:uFillTx/>
                <a:latin typeface="微软雅黑" pitchFamily="34" charset="-122"/>
              </a:endParaRPr>
            </a:p>
          </p:txBody>
        </p:sp>
        <p:sp>
          <p:nvSpPr>
            <p:cNvPr id="20" name="文本框 19">
              <a:extLst>
                <a:ext uri="{FF2B5EF4-FFF2-40B4-BE49-F238E27FC236}">
                  <a16:creationId xmlns:a16="http://schemas.microsoft.com/office/drawing/2014/main" id="{28F7F352-72DE-BA08-AEC2-97F4CA2CE85C}"/>
                </a:ext>
              </a:extLst>
            </p:cNvPr>
            <p:cNvSpPr txBox="1"/>
            <p:nvPr/>
          </p:nvSpPr>
          <p:spPr>
            <a:xfrm>
              <a:off x="2011662" y="2704049"/>
              <a:ext cx="531759" cy="3169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defTabSz="914112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599" b="0" i="0" u="none" strike="noStrike" kern="0" cap="none" spc="0" normalizeH="0" baseline="0" noProof="0" dirty="0" err="1">
                  <a:ln>
                    <a:noFill/>
                  </a:ln>
                  <a:solidFill>
                    <a:srgbClr val="1D1D1A"/>
                  </a:solidFill>
                  <a:effectLst/>
                  <a:uLnTx/>
                  <a:uFillTx/>
                  <a:latin typeface="微软雅黑" pitchFamily="34" charset="-122"/>
                </a:rPr>
                <a:t>Lua</a:t>
              </a:r>
              <a:endParaRPr kumimoji="0" lang="zh-CN" altLang="en-US" sz="1799" b="0" i="0" u="none" strike="noStrike" kern="0" cap="none" spc="0" normalizeH="0" baseline="0" noProof="0" dirty="0">
                <a:ln>
                  <a:noFill/>
                </a:ln>
                <a:solidFill>
                  <a:srgbClr val="1D1D1A"/>
                </a:solidFill>
                <a:effectLst/>
                <a:uLnTx/>
                <a:uFillTx/>
                <a:latin typeface="微软雅黑" pitchFamily="34" charset="-122"/>
              </a:endParaRPr>
            </a:p>
          </p:txBody>
        </p:sp>
        <p:sp>
          <p:nvSpPr>
            <p:cNvPr id="21" name="椭圆 20">
              <a:extLst>
                <a:ext uri="{FF2B5EF4-FFF2-40B4-BE49-F238E27FC236}">
                  <a16:creationId xmlns:a16="http://schemas.microsoft.com/office/drawing/2014/main" id="{270928E5-8635-3119-BF6B-5FF225D22F22}"/>
                </a:ext>
              </a:extLst>
            </p:cNvPr>
            <p:cNvSpPr/>
            <p:nvPr/>
          </p:nvSpPr>
          <p:spPr bwMode="auto">
            <a:xfrm>
              <a:off x="2858590" y="3267543"/>
              <a:ext cx="137170" cy="134836"/>
            </a:xfrm>
            <a:prstGeom prst="ellipse">
              <a:avLst/>
            </a:prstGeom>
            <a:solidFill>
              <a:srgbClr val="0000FF"/>
            </a:solidFill>
            <a:ln w="12700" cap="flat" cmpd="sng" algn="ctr">
              <a:solidFill>
                <a:srgbClr val="1D1D1A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rot="0" spcFirstLastPara="0" vertOverflow="overflow" horzOverflow="overflow" vert="horz" wrap="square" lIns="91389" tIns="45694" rIns="91389" bIns="45694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877537" eaLnBrk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05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itchFamily="34" charset="-122"/>
              </a:endParaRPr>
            </a:p>
          </p:txBody>
        </p:sp>
        <p:sp>
          <p:nvSpPr>
            <p:cNvPr id="22" name="文本框 21">
              <a:extLst>
                <a:ext uri="{FF2B5EF4-FFF2-40B4-BE49-F238E27FC236}">
                  <a16:creationId xmlns:a16="http://schemas.microsoft.com/office/drawing/2014/main" id="{8459928A-77E7-DA06-4054-523DCFA04365}"/>
                </a:ext>
              </a:extLst>
            </p:cNvPr>
            <p:cNvSpPr txBox="1"/>
            <p:nvPr/>
          </p:nvSpPr>
          <p:spPr>
            <a:xfrm>
              <a:off x="3216044" y="3190766"/>
              <a:ext cx="650960" cy="3169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defTabSz="914112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599" b="0" i="0" u="none" strike="noStrike" kern="0" cap="none" spc="0" normalizeH="0" baseline="0" noProof="0" dirty="0">
                  <a:ln>
                    <a:noFill/>
                  </a:ln>
                  <a:solidFill>
                    <a:srgbClr val="1D1D1A"/>
                  </a:solidFill>
                  <a:effectLst/>
                  <a:uLnTx/>
                  <a:uFillTx/>
                  <a:latin typeface="微软雅黑" pitchFamily="34" charset="-122"/>
                </a:rPr>
                <a:t>Java</a:t>
              </a:r>
              <a:endParaRPr kumimoji="0" lang="zh-CN" altLang="en-US" sz="1799" b="0" i="0" u="none" strike="noStrike" kern="0" cap="none" spc="0" normalizeH="0" baseline="0" noProof="0" dirty="0">
                <a:ln>
                  <a:noFill/>
                </a:ln>
                <a:solidFill>
                  <a:srgbClr val="1D1D1A"/>
                </a:solidFill>
                <a:effectLst/>
                <a:uLnTx/>
                <a:uFillTx/>
                <a:latin typeface="微软雅黑" pitchFamily="34" charset="-122"/>
              </a:endParaRPr>
            </a:p>
          </p:txBody>
        </p:sp>
        <p:sp>
          <p:nvSpPr>
            <p:cNvPr id="23" name="椭圆 22">
              <a:extLst>
                <a:ext uri="{FF2B5EF4-FFF2-40B4-BE49-F238E27FC236}">
                  <a16:creationId xmlns:a16="http://schemas.microsoft.com/office/drawing/2014/main" id="{92662052-D5E1-29C0-A426-A0C6B21D860B}"/>
                </a:ext>
              </a:extLst>
            </p:cNvPr>
            <p:cNvSpPr/>
            <p:nvPr/>
          </p:nvSpPr>
          <p:spPr bwMode="auto">
            <a:xfrm>
              <a:off x="3225328" y="3503415"/>
              <a:ext cx="137170" cy="134836"/>
            </a:xfrm>
            <a:prstGeom prst="ellipse">
              <a:avLst/>
            </a:prstGeom>
            <a:solidFill>
              <a:srgbClr val="0000FF"/>
            </a:solidFill>
            <a:ln w="12700" cap="flat" cmpd="sng" algn="ctr">
              <a:solidFill>
                <a:srgbClr val="1D1D1A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rot="0" spcFirstLastPara="0" vertOverflow="overflow" horzOverflow="overflow" vert="horz" wrap="square" lIns="91389" tIns="45694" rIns="91389" bIns="45694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877537" eaLnBrk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05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itchFamily="34" charset="-122"/>
              </a:endParaRPr>
            </a:p>
          </p:txBody>
        </p:sp>
        <p:sp>
          <p:nvSpPr>
            <p:cNvPr id="24" name="文本框 23">
              <a:extLst>
                <a:ext uri="{FF2B5EF4-FFF2-40B4-BE49-F238E27FC236}">
                  <a16:creationId xmlns:a16="http://schemas.microsoft.com/office/drawing/2014/main" id="{1A86DA8E-0C72-9098-E5D6-E03EC166AADD}"/>
                </a:ext>
              </a:extLst>
            </p:cNvPr>
            <p:cNvSpPr txBox="1"/>
            <p:nvPr/>
          </p:nvSpPr>
          <p:spPr>
            <a:xfrm>
              <a:off x="3256058" y="3601921"/>
              <a:ext cx="650960" cy="3169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defTabSz="914112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599" b="0" i="0" u="none" strike="noStrike" kern="0" cap="none" spc="0" normalizeH="0" baseline="0" noProof="0" dirty="0">
                  <a:ln>
                    <a:noFill/>
                  </a:ln>
                  <a:solidFill>
                    <a:srgbClr val="1D1D1A"/>
                  </a:solidFill>
                  <a:effectLst/>
                  <a:uLnTx/>
                  <a:uFillTx/>
                  <a:latin typeface="微软雅黑" pitchFamily="34" charset="-122"/>
                </a:rPr>
                <a:t>Go</a:t>
              </a:r>
              <a:endParaRPr kumimoji="0" lang="zh-CN" altLang="en-US" sz="1799" b="0" i="0" u="none" strike="noStrike" kern="0" cap="none" spc="0" normalizeH="0" baseline="0" noProof="0" dirty="0">
                <a:ln>
                  <a:noFill/>
                </a:ln>
                <a:solidFill>
                  <a:srgbClr val="1D1D1A"/>
                </a:solidFill>
                <a:effectLst/>
                <a:uLnTx/>
                <a:uFillTx/>
                <a:latin typeface="微软雅黑" pitchFamily="34" charset="-122"/>
              </a:endParaRPr>
            </a:p>
          </p:txBody>
        </p:sp>
        <p:sp>
          <p:nvSpPr>
            <p:cNvPr id="25" name="椭圆 24">
              <a:extLst>
                <a:ext uri="{FF2B5EF4-FFF2-40B4-BE49-F238E27FC236}">
                  <a16:creationId xmlns:a16="http://schemas.microsoft.com/office/drawing/2014/main" id="{A386E716-A5A2-1D00-B2C2-482CB67BE6D4}"/>
                </a:ext>
              </a:extLst>
            </p:cNvPr>
            <p:cNvSpPr/>
            <p:nvPr/>
          </p:nvSpPr>
          <p:spPr bwMode="auto">
            <a:xfrm>
              <a:off x="3792079" y="3058896"/>
              <a:ext cx="137170" cy="134836"/>
            </a:xfrm>
            <a:prstGeom prst="ellipse">
              <a:avLst/>
            </a:prstGeom>
            <a:solidFill>
              <a:srgbClr val="0000FF"/>
            </a:solidFill>
            <a:ln w="12700" cap="flat" cmpd="sng" algn="ctr">
              <a:solidFill>
                <a:srgbClr val="1D1D1A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rot="0" spcFirstLastPara="0" vertOverflow="overflow" horzOverflow="overflow" vert="horz" wrap="square" lIns="91389" tIns="45694" rIns="91389" bIns="45694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877537" eaLnBrk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05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itchFamily="34" charset="-122"/>
              </a:endParaRPr>
            </a:p>
          </p:txBody>
        </p:sp>
        <p:sp>
          <p:nvSpPr>
            <p:cNvPr id="26" name="文本框 25">
              <a:extLst>
                <a:ext uri="{FF2B5EF4-FFF2-40B4-BE49-F238E27FC236}">
                  <a16:creationId xmlns:a16="http://schemas.microsoft.com/office/drawing/2014/main" id="{47D5C948-7CB2-98C2-A0EA-A18E58F763C0}"/>
                </a:ext>
              </a:extLst>
            </p:cNvPr>
            <p:cNvSpPr txBox="1"/>
            <p:nvPr/>
          </p:nvSpPr>
          <p:spPr>
            <a:xfrm>
              <a:off x="3919598" y="3048800"/>
              <a:ext cx="725085" cy="33842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defTabSz="914112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599" b="0" i="0" u="none" strike="noStrike" kern="0" cap="none" spc="0" normalizeH="0" baseline="0" noProof="0" dirty="0">
                  <a:ln>
                    <a:noFill/>
                  </a:ln>
                  <a:solidFill>
                    <a:srgbClr val="1D1D1A"/>
                  </a:solidFill>
                  <a:effectLst/>
                  <a:uLnTx/>
                  <a:uFillTx/>
                  <a:latin typeface="微软雅黑" pitchFamily="34" charset="-122"/>
                </a:rPr>
                <a:t>Swift</a:t>
              </a:r>
              <a:endParaRPr kumimoji="0" lang="zh-CN" altLang="en-US" sz="1799" b="0" i="0" u="none" strike="noStrike" kern="0" cap="none" spc="0" normalizeH="0" baseline="0" noProof="0" dirty="0">
                <a:ln>
                  <a:noFill/>
                </a:ln>
                <a:solidFill>
                  <a:srgbClr val="1D1D1A"/>
                </a:solidFill>
                <a:effectLst/>
                <a:uLnTx/>
                <a:uFillTx/>
                <a:latin typeface="微软雅黑" pitchFamily="34" charset="-122"/>
              </a:endParaRPr>
            </a:p>
          </p:txBody>
        </p:sp>
        <p:sp>
          <p:nvSpPr>
            <p:cNvPr id="27" name="椭圆 26">
              <a:extLst>
                <a:ext uri="{FF2B5EF4-FFF2-40B4-BE49-F238E27FC236}">
                  <a16:creationId xmlns:a16="http://schemas.microsoft.com/office/drawing/2014/main" id="{EE4C477D-B7D4-2815-28E0-52899766AA09}"/>
                </a:ext>
              </a:extLst>
            </p:cNvPr>
            <p:cNvSpPr/>
            <p:nvPr/>
          </p:nvSpPr>
          <p:spPr bwMode="auto">
            <a:xfrm>
              <a:off x="3140075" y="3200125"/>
              <a:ext cx="137170" cy="134836"/>
            </a:xfrm>
            <a:prstGeom prst="ellipse">
              <a:avLst/>
            </a:prstGeom>
            <a:solidFill>
              <a:srgbClr val="0000FF"/>
            </a:solidFill>
            <a:ln w="12700" cap="flat" cmpd="sng" algn="ctr">
              <a:solidFill>
                <a:srgbClr val="1D1D1A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rot="0" spcFirstLastPara="0" vertOverflow="overflow" horzOverflow="overflow" vert="horz" wrap="square" lIns="91389" tIns="45694" rIns="91389" bIns="45694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877537" eaLnBrk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05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itchFamily="34" charset="-122"/>
              </a:endParaRPr>
            </a:p>
          </p:txBody>
        </p:sp>
        <p:sp>
          <p:nvSpPr>
            <p:cNvPr id="28" name="文本框 27">
              <a:extLst>
                <a:ext uri="{FF2B5EF4-FFF2-40B4-BE49-F238E27FC236}">
                  <a16:creationId xmlns:a16="http://schemas.microsoft.com/office/drawing/2014/main" id="{49A045EB-18A6-8E43-2A64-10A821601F07}"/>
                </a:ext>
              </a:extLst>
            </p:cNvPr>
            <p:cNvSpPr txBox="1"/>
            <p:nvPr/>
          </p:nvSpPr>
          <p:spPr>
            <a:xfrm>
              <a:off x="2907647" y="2717652"/>
              <a:ext cx="760228" cy="3169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defTabSz="914112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599" b="0" i="0" u="none" strike="noStrike" kern="0" cap="none" spc="0" normalizeH="0" baseline="0" noProof="0" dirty="0" err="1">
                  <a:ln>
                    <a:noFill/>
                  </a:ln>
                  <a:solidFill>
                    <a:srgbClr val="1D1D1A"/>
                  </a:solidFill>
                  <a:effectLst/>
                  <a:uLnTx/>
                  <a:uFillTx/>
                  <a:latin typeface="微软雅黑" pitchFamily="34" charset="-122"/>
                </a:rPr>
                <a:t>Kotlin</a:t>
              </a:r>
              <a:endParaRPr kumimoji="0" lang="zh-CN" altLang="en-US" sz="1799" b="0" i="0" u="none" strike="noStrike" kern="0" cap="none" spc="0" normalizeH="0" baseline="0" noProof="0" dirty="0">
                <a:ln>
                  <a:noFill/>
                </a:ln>
                <a:solidFill>
                  <a:srgbClr val="1D1D1A"/>
                </a:solidFill>
                <a:effectLst/>
                <a:uLnTx/>
                <a:uFillTx/>
                <a:latin typeface="微软雅黑" pitchFamily="34" charset="-122"/>
              </a:endParaRPr>
            </a:p>
          </p:txBody>
        </p:sp>
        <p:cxnSp>
          <p:nvCxnSpPr>
            <p:cNvPr id="29" name="直接箭头连接符 28">
              <a:extLst>
                <a:ext uri="{FF2B5EF4-FFF2-40B4-BE49-F238E27FC236}">
                  <a16:creationId xmlns:a16="http://schemas.microsoft.com/office/drawing/2014/main" id="{D2704B89-5071-2311-A767-51E5F9ED7215}"/>
                </a:ext>
              </a:extLst>
            </p:cNvPr>
            <p:cNvCxnSpPr>
              <a:cxnSpLocks/>
            </p:cNvCxnSpPr>
            <p:nvPr/>
          </p:nvCxnSpPr>
          <p:spPr bwMode="auto">
            <a:xfrm flipV="1">
              <a:off x="1201713" y="2348257"/>
              <a:ext cx="1874482" cy="3145669"/>
            </a:xfrm>
            <a:prstGeom prst="straightConnector1">
              <a:avLst/>
            </a:prstGeom>
            <a:noFill/>
            <a:ln w="12700" cap="flat" cmpd="sng" algn="ctr">
              <a:solidFill>
                <a:srgbClr val="1D1D1A"/>
              </a:solidFill>
              <a:prstDash val="dash"/>
              <a:round/>
              <a:headEnd type="none" w="med" len="med"/>
              <a:tailEnd type="none"/>
            </a:ln>
            <a:effectLst/>
          </p:spPr>
        </p:cxnSp>
        <p:cxnSp>
          <p:nvCxnSpPr>
            <p:cNvPr id="30" name="直接箭头连接符 29">
              <a:extLst>
                <a:ext uri="{FF2B5EF4-FFF2-40B4-BE49-F238E27FC236}">
                  <a16:creationId xmlns:a16="http://schemas.microsoft.com/office/drawing/2014/main" id="{95211D64-F5E2-218F-D2CC-7F90AF0CC51F}"/>
                </a:ext>
              </a:extLst>
            </p:cNvPr>
            <p:cNvCxnSpPr>
              <a:cxnSpLocks/>
            </p:cNvCxnSpPr>
            <p:nvPr/>
          </p:nvCxnSpPr>
          <p:spPr bwMode="auto">
            <a:xfrm flipV="1">
              <a:off x="1201712" y="3420790"/>
              <a:ext cx="3593185" cy="2073135"/>
            </a:xfrm>
            <a:prstGeom prst="straightConnector1">
              <a:avLst/>
            </a:prstGeom>
            <a:noFill/>
            <a:ln w="12700" cap="flat" cmpd="sng" algn="ctr">
              <a:solidFill>
                <a:srgbClr val="1D1D1A"/>
              </a:solidFill>
              <a:prstDash val="dash"/>
              <a:round/>
              <a:headEnd type="none" w="med" len="med"/>
              <a:tailEnd type="none"/>
            </a:ln>
            <a:effectLst/>
          </p:spPr>
        </p:cxnSp>
        <p:sp>
          <p:nvSpPr>
            <p:cNvPr id="31" name="椭圆 30">
              <a:extLst>
                <a:ext uri="{FF2B5EF4-FFF2-40B4-BE49-F238E27FC236}">
                  <a16:creationId xmlns:a16="http://schemas.microsoft.com/office/drawing/2014/main" id="{26220026-A8BE-FCD0-2C8C-CB96798825D9}"/>
                </a:ext>
              </a:extLst>
            </p:cNvPr>
            <p:cNvSpPr/>
            <p:nvPr/>
          </p:nvSpPr>
          <p:spPr bwMode="auto">
            <a:xfrm>
              <a:off x="3453191" y="3064064"/>
              <a:ext cx="137170" cy="134836"/>
            </a:xfrm>
            <a:prstGeom prst="ellipse">
              <a:avLst/>
            </a:prstGeom>
            <a:solidFill>
              <a:srgbClr val="0000FF"/>
            </a:solidFill>
            <a:ln w="12700" cap="flat" cmpd="sng" algn="ctr">
              <a:solidFill>
                <a:srgbClr val="1D1D1A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rot="0" spcFirstLastPara="0" vertOverflow="overflow" horzOverflow="overflow" vert="horz" wrap="square" lIns="91389" tIns="45694" rIns="91389" bIns="45694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877537" eaLnBrk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05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itchFamily="34" charset="-122"/>
              </a:endParaRPr>
            </a:p>
          </p:txBody>
        </p:sp>
        <p:sp>
          <p:nvSpPr>
            <p:cNvPr id="32" name="文本框 31">
              <a:extLst>
                <a:ext uri="{FF2B5EF4-FFF2-40B4-BE49-F238E27FC236}">
                  <a16:creationId xmlns:a16="http://schemas.microsoft.com/office/drawing/2014/main" id="{32BDFED8-791C-2B7C-2D85-B1F74CC78B59}"/>
                </a:ext>
              </a:extLst>
            </p:cNvPr>
            <p:cNvSpPr txBox="1"/>
            <p:nvPr/>
          </p:nvSpPr>
          <p:spPr>
            <a:xfrm>
              <a:off x="1222189" y="1640192"/>
              <a:ext cx="1657516" cy="54750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defTabSz="914112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1599" b="1" i="0" u="none" strike="noStrike" kern="0" cap="none" spc="0" normalizeH="0" baseline="0" noProof="0" dirty="0">
                  <a:ln>
                    <a:noFill/>
                  </a:ln>
                  <a:solidFill>
                    <a:srgbClr val="1D1D1A"/>
                  </a:solidFill>
                  <a:effectLst/>
                  <a:uLnTx/>
                  <a:uFillTx/>
                  <a:latin typeface="微软雅黑" pitchFamily="34" charset="-122"/>
                </a:rPr>
                <a:t>轻量业务开发</a:t>
              </a:r>
              <a:endParaRPr kumimoji="0" lang="en-US" altLang="zh-CN" sz="1599" b="1" i="0" u="none" strike="noStrike" kern="0" cap="none" spc="0" normalizeH="0" baseline="0" noProof="0" dirty="0">
                <a:ln>
                  <a:noFill/>
                </a:ln>
                <a:solidFill>
                  <a:srgbClr val="1D1D1A"/>
                </a:solidFill>
                <a:effectLst/>
                <a:uLnTx/>
                <a:uFillTx/>
                <a:latin typeface="微软雅黑" pitchFamily="34" charset="-122"/>
              </a:endParaRPr>
            </a:p>
            <a:p>
              <a:pPr marL="0" marR="0" lvl="0" indent="0" defTabSz="914112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1599" b="1" i="0" u="none" strike="noStrike" kern="0" cap="none" spc="0" normalizeH="0" baseline="0" noProof="0" dirty="0">
                  <a:ln>
                    <a:noFill/>
                  </a:ln>
                  <a:solidFill>
                    <a:srgbClr val="1D1D1A"/>
                  </a:solidFill>
                  <a:effectLst/>
                  <a:uLnTx/>
                  <a:uFillTx/>
                  <a:latin typeface="微软雅黑" pitchFamily="34" charset="-122"/>
                </a:rPr>
                <a:t>    </a:t>
              </a:r>
              <a:r>
                <a:rPr kumimoji="0" lang="zh-CN" altLang="en-US" sz="1599" b="0" i="0" u="none" strike="noStrike" kern="0" cap="none" spc="0" normalizeH="0" baseline="0" noProof="0" dirty="0">
                  <a:ln>
                    <a:noFill/>
                  </a:ln>
                  <a:solidFill>
                    <a:srgbClr val="1D1D1A"/>
                  </a:solidFill>
                  <a:effectLst/>
                  <a:uLnTx/>
                  <a:uFillTx/>
                  <a:latin typeface="微软雅黑" pitchFamily="34" charset="-122"/>
                </a:rPr>
                <a:t>动态脚本语言</a:t>
              </a:r>
              <a:endParaRPr kumimoji="0" lang="en-US" altLang="zh-CN" sz="1599" b="0" i="0" u="none" strike="noStrike" kern="0" cap="none" spc="0" normalizeH="0" baseline="0" noProof="0" dirty="0">
                <a:ln>
                  <a:noFill/>
                </a:ln>
                <a:solidFill>
                  <a:srgbClr val="1D1D1A"/>
                </a:solidFill>
                <a:effectLst/>
                <a:uLnTx/>
                <a:uFillTx/>
                <a:latin typeface="微软雅黑" pitchFamily="34" charset="-122"/>
              </a:endParaRPr>
            </a:p>
          </p:txBody>
        </p:sp>
        <p:sp>
          <p:nvSpPr>
            <p:cNvPr id="33" name="文本框 32">
              <a:extLst>
                <a:ext uri="{FF2B5EF4-FFF2-40B4-BE49-F238E27FC236}">
                  <a16:creationId xmlns:a16="http://schemas.microsoft.com/office/drawing/2014/main" id="{6667C544-0512-2276-CB5A-BEB1D4637C01}"/>
                </a:ext>
              </a:extLst>
            </p:cNvPr>
            <p:cNvSpPr txBox="1"/>
            <p:nvPr/>
          </p:nvSpPr>
          <p:spPr>
            <a:xfrm>
              <a:off x="3394693" y="1934163"/>
              <a:ext cx="2744794" cy="58451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defTabSz="914112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1599" b="1" i="0" u="none" strike="noStrike" kern="0" cap="none" spc="0" normalizeH="0" baseline="0" noProof="0" dirty="0">
                  <a:ln>
                    <a:noFill/>
                  </a:ln>
                  <a:solidFill>
                    <a:srgbClr val="1D1D1A"/>
                  </a:solidFill>
                  <a:effectLst/>
                  <a:uLnTx/>
                  <a:uFillTx/>
                  <a:latin typeface="微软雅黑" pitchFamily="34" charset="-122"/>
                </a:rPr>
                <a:t>重业务开发</a:t>
              </a:r>
              <a:endParaRPr kumimoji="0" lang="en-US" altLang="zh-CN" sz="1599" b="1" i="0" u="none" strike="noStrike" kern="0" cap="none" spc="0" normalizeH="0" baseline="0" noProof="0" dirty="0">
                <a:ln>
                  <a:noFill/>
                </a:ln>
                <a:solidFill>
                  <a:srgbClr val="1D1D1A"/>
                </a:solidFill>
                <a:effectLst/>
                <a:uLnTx/>
                <a:uFillTx/>
                <a:latin typeface="微软雅黑" pitchFamily="34" charset="-122"/>
              </a:endParaRPr>
            </a:p>
            <a:p>
              <a:pPr marL="0" marR="0" lvl="0" indent="0" defTabSz="914112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599" b="0" i="0" u="none" strike="noStrike" kern="0" cap="none" spc="0" normalizeH="0" baseline="0" noProof="0" dirty="0">
                  <a:ln>
                    <a:noFill/>
                  </a:ln>
                  <a:solidFill>
                    <a:srgbClr val="1D1D1A"/>
                  </a:solidFill>
                  <a:effectLst/>
                  <a:uLnTx/>
                  <a:uFillTx/>
                  <a:latin typeface="微软雅黑" pitchFamily="34" charset="-122"/>
                </a:rPr>
                <a:t>    </a:t>
              </a:r>
              <a:r>
                <a:rPr kumimoji="0" lang="zh-CN" altLang="en-US" sz="1599" b="0" i="0" u="none" strike="noStrike" kern="0" cap="none" spc="0" normalizeH="0" baseline="0" noProof="0" dirty="0">
                  <a:ln>
                    <a:noFill/>
                  </a:ln>
                  <a:solidFill>
                    <a:srgbClr val="1D1D1A"/>
                  </a:solidFill>
                  <a:effectLst/>
                  <a:uLnTx/>
                  <a:uFillTx/>
                  <a:latin typeface="微软雅黑" pitchFamily="34" charset="-122"/>
                </a:rPr>
                <a:t>静态类型应用开发语言</a:t>
              </a:r>
            </a:p>
          </p:txBody>
        </p:sp>
        <p:sp>
          <p:nvSpPr>
            <p:cNvPr id="34" name="文本框 33">
              <a:extLst>
                <a:ext uri="{FF2B5EF4-FFF2-40B4-BE49-F238E27FC236}">
                  <a16:creationId xmlns:a16="http://schemas.microsoft.com/office/drawing/2014/main" id="{E3489691-FBDE-2170-E8EB-BE20CF1C9FB0}"/>
                </a:ext>
              </a:extLst>
            </p:cNvPr>
            <p:cNvSpPr txBox="1"/>
            <p:nvPr/>
          </p:nvSpPr>
          <p:spPr>
            <a:xfrm>
              <a:off x="4323870" y="5504517"/>
              <a:ext cx="823022" cy="34579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defTabSz="914112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1799" b="1" i="0" u="none" strike="noStrike" kern="0" cap="none" spc="0" normalizeH="0" baseline="0" noProof="0" dirty="0">
                  <a:ln>
                    <a:noFill/>
                  </a:ln>
                  <a:solidFill>
                    <a:srgbClr val="1D1D1A"/>
                  </a:solidFill>
                  <a:effectLst/>
                  <a:uLnTx/>
                  <a:uFillTx/>
                  <a:latin typeface="微软雅黑" pitchFamily="34" charset="-122"/>
                </a:rPr>
                <a:t>性能</a:t>
              </a:r>
            </a:p>
          </p:txBody>
        </p:sp>
        <p:sp>
          <p:nvSpPr>
            <p:cNvPr id="35" name="文本框 34">
              <a:extLst>
                <a:ext uri="{FF2B5EF4-FFF2-40B4-BE49-F238E27FC236}">
                  <a16:creationId xmlns:a16="http://schemas.microsoft.com/office/drawing/2014/main" id="{B8F6FFDB-D8ED-224A-DC7A-706A910F95A4}"/>
                </a:ext>
              </a:extLst>
            </p:cNvPr>
            <p:cNvSpPr txBox="1"/>
            <p:nvPr/>
          </p:nvSpPr>
          <p:spPr>
            <a:xfrm>
              <a:off x="4788255" y="4417142"/>
              <a:ext cx="1394379" cy="33842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defTabSz="914112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1599" b="1" i="0" u="none" strike="noStrike" kern="0" cap="none" spc="0" normalizeH="0" baseline="0" noProof="0" dirty="0">
                  <a:ln>
                    <a:noFill/>
                  </a:ln>
                  <a:solidFill>
                    <a:srgbClr val="1D1D1A"/>
                  </a:solidFill>
                  <a:effectLst/>
                  <a:uLnTx/>
                  <a:uFillTx/>
                  <a:latin typeface="微软雅黑" pitchFamily="34" charset="-122"/>
                </a:rPr>
                <a:t>系统编程</a:t>
              </a:r>
            </a:p>
          </p:txBody>
        </p:sp>
        <p:sp>
          <p:nvSpPr>
            <p:cNvPr id="36" name="文本框 35">
              <a:extLst>
                <a:ext uri="{FF2B5EF4-FFF2-40B4-BE49-F238E27FC236}">
                  <a16:creationId xmlns:a16="http://schemas.microsoft.com/office/drawing/2014/main" id="{59C0C8CC-2D95-0058-04E5-2F5FC2978090}"/>
                </a:ext>
              </a:extLst>
            </p:cNvPr>
            <p:cNvSpPr txBox="1"/>
            <p:nvPr/>
          </p:nvSpPr>
          <p:spPr>
            <a:xfrm>
              <a:off x="1012523" y="6398013"/>
              <a:ext cx="5086651" cy="261610"/>
            </a:xfrm>
            <a:prstGeom prst="rect">
              <a:avLst/>
            </a:prstGeom>
            <a:solidFill>
              <a:srgbClr val="FFFFFF"/>
            </a:solidFill>
          </p:spPr>
          <p:txBody>
            <a:bodyPr wrap="square" rtlCol="0">
              <a:spAutoFit/>
            </a:bodyPr>
            <a:lstStyle/>
            <a:p>
              <a:pPr marL="0" marR="0" lvl="0" indent="0" defTabSz="914034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1100" b="0" i="0" u="none" strike="noStrike" kern="0" cap="none" spc="0" normalizeH="0" baseline="0" noProof="0" dirty="0">
                  <a:ln>
                    <a:noFill/>
                  </a:ln>
                  <a:solidFill>
                    <a:srgbClr val="1D1D1A"/>
                  </a:solidFill>
                  <a:effectLst/>
                  <a:uLnTx/>
                  <a:uFillTx/>
                  <a:latin typeface="微软雅黑" panose="020B0503020204020204" pitchFamily="34" charset="-122"/>
                </a:rPr>
                <a:t>注：此图仅为示意三类语言的划分，不追求各种语言在坐标中位置的准确性</a:t>
              </a:r>
              <a:endParaRPr kumimoji="0" lang="zh-CN" altLang="en-US" sz="1100" b="1" i="0" u="none" strike="noStrike" kern="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pitchFamily="34" charset="-122"/>
              </a:endParaRPr>
            </a:p>
          </p:txBody>
        </p:sp>
        <p:sp>
          <p:nvSpPr>
            <p:cNvPr id="37" name="文本框 36">
              <a:extLst>
                <a:ext uri="{FF2B5EF4-FFF2-40B4-BE49-F238E27FC236}">
                  <a16:creationId xmlns:a16="http://schemas.microsoft.com/office/drawing/2014/main" id="{23588094-E586-649A-5B16-7B7647CE1E95}"/>
                </a:ext>
              </a:extLst>
            </p:cNvPr>
            <p:cNvSpPr txBox="1"/>
            <p:nvPr/>
          </p:nvSpPr>
          <p:spPr>
            <a:xfrm>
              <a:off x="2599643" y="3316868"/>
              <a:ext cx="760228" cy="3169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defTabSz="914112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599" b="0" i="0" u="none" strike="noStrike" kern="0" cap="none" spc="0" normalizeH="0" baseline="0" noProof="0" dirty="0">
                  <a:ln>
                    <a:noFill/>
                  </a:ln>
                  <a:solidFill>
                    <a:srgbClr val="1D1D1A"/>
                  </a:solidFill>
                  <a:effectLst/>
                  <a:uLnTx/>
                  <a:uFillTx/>
                  <a:latin typeface="微软雅黑" pitchFamily="34" charset="-122"/>
                </a:rPr>
                <a:t>Dart</a:t>
              </a:r>
              <a:endParaRPr kumimoji="0" lang="zh-CN" altLang="en-US" sz="1799" b="0" i="0" u="none" strike="noStrike" kern="0" cap="none" spc="0" normalizeH="0" baseline="0" noProof="0" dirty="0">
                <a:ln>
                  <a:noFill/>
                </a:ln>
                <a:solidFill>
                  <a:srgbClr val="1D1D1A"/>
                </a:solidFill>
                <a:effectLst/>
                <a:uLnTx/>
                <a:uFillTx/>
                <a:latin typeface="微软雅黑" pitchFamily="34" charset="-122"/>
              </a:endParaRPr>
            </a:p>
          </p:txBody>
        </p:sp>
        <p:cxnSp>
          <p:nvCxnSpPr>
            <p:cNvPr id="38" name="直接箭头连接符 37">
              <a:extLst>
                <a:ext uri="{FF2B5EF4-FFF2-40B4-BE49-F238E27FC236}">
                  <a16:creationId xmlns:a16="http://schemas.microsoft.com/office/drawing/2014/main" id="{06134286-799D-7C56-0961-6082F0722DB9}"/>
                </a:ext>
              </a:extLst>
            </p:cNvPr>
            <p:cNvCxnSpPr>
              <a:cxnSpLocks/>
            </p:cNvCxnSpPr>
            <p:nvPr/>
          </p:nvCxnSpPr>
          <p:spPr>
            <a:xfrm>
              <a:off x="1157552" y="5964667"/>
              <a:ext cx="3416738" cy="0"/>
            </a:xfrm>
            <a:prstGeom prst="straightConnector1">
              <a:avLst/>
            </a:prstGeom>
            <a:noFill/>
            <a:ln w="6350" cap="flat" cmpd="sng" algn="ctr">
              <a:solidFill>
                <a:srgbClr val="1D1D1A"/>
              </a:solidFill>
              <a:prstDash val="solid"/>
              <a:miter lim="800000"/>
              <a:tailEnd type="triangle"/>
            </a:ln>
            <a:effectLst/>
          </p:spPr>
        </p:cxnSp>
        <p:sp>
          <p:nvSpPr>
            <p:cNvPr id="39" name="文本框 38">
              <a:extLst>
                <a:ext uri="{FF2B5EF4-FFF2-40B4-BE49-F238E27FC236}">
                  <a16:creationId xmlns:a16="http://schemas.microsoft.com/office/drawing/2014/main" id="{859169FA-1406-DF96-7FF1-7946C7AB7D62}"/>
                </a:ext>
              </a:extLst>
            </p:cNvPr>
            <p:cNvSpPr txBox="1"/>
            <p:nvPr/>
          </p:nvSpPr>
          <p:spPr>
            <a:xfrm>
              <a:off x="4329762" y="5992993"/>
              <a:ext cx="823022" cy="34579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defTabSz="914112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1799" b="1" i="0" u="none" strike="noStrike" kern="0" cap="none" spc="0" normalizeH="0" baseline="0" noProof="0" dirty="0">
                  <a:ln>
                    <a:noFill/>
                  </a:ln>
                  <a:solidFill>
                    <a:srgbClr val="1D1D1A"/>
                  </a:solidFill>
                  <a:effectLst/>
                  <a:uLnTx/>
                  <a:uFillTx/>
                  <a:latin typeface="微软雅黑" pitchFamily="34" charset="-122"/>
                </a:rPr>
                <a:t>安全</a:t>
              </a:r>
            </a:p>
          </p:txBody>
        </p:sp>
        <p:sp>
          <p:nvSpPr>
            <p:cNvPr id="40" name="椭圆 39">
              <a:extLst>
                <a:ext uri="{FF2B5EF4-FFF2-40B4-BE49-F238E27FC236}">
                  <a16:creationId xmlns:a16="http://schemas.microsoft.com/office/drawing/2014/main" id="{2245EDCA-284B-5A85-4EE0-3D0BE2A2FAD5}"/>
                </a:ext>
              </a:extLst>
            </p:cNvPr>
            <p:cNvSpPr/>
            <p:nvPr/>
          </p:nvSpPr>
          <p:spPr bwMode="auto">
            <a:xfrm>
              <a:off x="4082287" y="5902508"/>
              <a:ext cx="137170" cy="134836"/>
            </a:xfrm>
            <a:prstGeom prst="ellipse">
              <a:avLst/>
            </a:prstGeom>
            <a:solidFill>
              <a:srgbClr val="0000FF"/>
            </a:solidFill>
            <a:ln w="12700" cap="flat" cmpd="sng" algn="ctr">
              <a:solidFill>
                <a:srgbClr val="1D1D1A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rot="0" spcFirstLastPara="0" vertOverflow="overflow" horzOverflow="overflow" vert="horz" wrap="square" lIns="91389" tIns="45694" rIns="91389" bIns="45694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877537" eaLnBrk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05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itchFamily="34" charset="-122"/>
              </a:endParaRPr>
            </a:p>
          </p:txBody>
        </p:sp>
        <p:sp>
          <p:nvSpPr>
            <p:cNvPr id="41" name="椭圆 40">
              <a:extLst>
                <a:ext uri="{FF2B5EF4-FFF2-40B4-BE49-F238E27FC236}">
                  <a16:creationId xmlns:a16="http://schemas.microsoft.com/office/drawing/2014/main" id="{4E3A9D29-B6F2-4EB4-427C-D5D2D0734B36}"/>
                </a:ext>
              </a:extLst>
            </p:cNvPr>
            <p:cNvSpPr/>
            <p:nvPr/>
          </p:nvSpPr>
          <p:spPr bwMode="auto">
            <a:xfrm>
              <a:off x="2870820" y="5897514"/>
              <a:ext cx="147331" cy="144824"/>
            </a:xfrm>
            <a:prstGeom prst="ellipse">
              <a:avLst/>
            </a:prstGeom>
            <a:solidFill>
              <a:srgbClr val="FCC800"/>
            </a:solidFill>
            <a:ln w="12700" cap="flat" cmpd="sng" algn="ctr">
              <a:solidFill>
                <a:srgbClr val="1D1D1A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rot="0" spcFirstLastPara="0" vertOverflow="overflow" horzOverflow="overflow" vert="horz" wrap="square" lIns="91389" tIns="45694" rIns="91389" bIns="45694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877537" eaLnBrk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05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itchFamily="34" charset="-122"/>
              </a:endParaRPr>
            </a:p>
          </p:txBody>
        </p:sp>
        <p:sp>
          <p:nvSpPr>
            <p:cNvPr id="42" name="椭圆 41">
              <a:extLst>
                <a:ext uri="{FF2B5EF4-FFF2-40B4-BE49-F238E27FC236}">
                  <a16:creationId xmlns:a16="http://schemas.microsoft.com/office/drawing/2014/main" id="{30FFBB4C-3DA8-A854-5D5D-579DDE6B45AB}"/>
                </a:ext>
              </a:extLst>
            </p:cNvPr>
            <p:cNvSpPr/>
            <p:nvPr/>
          </p:nvSpPr>
          <p:spPr bwMode="auto">
            <a:xfrm>
              <a:off x="1580121" y="5905389"/>
              <a:ext cx="137170" cy="134836"/>
            </a:xfrm>
            <a:prstGeom prst="ellipse">
              <a:avLst/>
            </a:prstGeom>
            <a:solidFill>
              <a:srgbClr val="FF0000"/>
            </a:solidFill>
            <a:ln w="12700" cap="flat" cmpd="sng" algn="ctr">
              <a:solidFill>
                <a:srgbClr val="1D1D1A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rot="0" spcFirstLastPara="0" vertOverflow="overflow" horzOverflow="overflow" vert="horz" wrap="square" lIns="91389" tIns="45694" rIns="91389" bIns="45694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877537" eaLnBrk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05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itchFamily="34" charset="-122"/>
              </a:endParaRPr>
            </a:p>
          </p:txBody>
        </p:sp>
        <p:sp>
          <p:nvSpPr>
            <p:cNvPr id="43" name="椭圆 42">
              <a:extLst>
                <a:ext uri="{FF2B5EF4-FFF2-40B4-BE49-F238E27FC236}">
                  <a16:creationId xmlns:a16="http://schemas.microsoft.com/office/drawing/2014/main" id="{189534BD-24A6-806E-A49D-5F7074432596}"/>
                </a:ext>
              </a:extLst>
            </p:cNvPr>
            <p:cNvSpPr/>
            <p:nvPr/>
          </p:nvSpPr>
          <p:spPr bwMode="auto">
            <a:xfrm>
              <a:off x="1540496" y="2864367"/>
              <a:ext cx="137170" cy="134836"/>
            </a:xfrm>
            <a:prstGeom prst="ellipse">
              <a:avLst/>
            </a:prstGeom>
            <a:solidFill>
              <a:srgbClr val="FFC000"/>
            </a:solidFill>
            <a:ln w="12700" cap="flat" cmpd="sng" algn="ctr">
              <a:solidFill>
                <a:srgbClr val="1D1D1A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rot="0" spcFirstLastPara="0" vertOverflow="overflow" horzOverflow="overflow" vert="horz" wrap="square" lIns="91389" tIns="45694" rIns="91389" bIns="45694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877537" eaLnBrk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05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itchFamily="34" charset="-122"/>
              </a:endParaRPr>
            </a:p>
          </p:txBody>
        </p:sp>
        <p:sp>
          <p:nvSpPr>
            <p:cNvPr id="44" name="文本框 43">
              <a:extLst>
                <a:ext uri="{FF2B5EF4-FFF2-40B4-BE49-F238E27FC236}">
                  <a16:creationId xmlns:a16="http://schemas.microsoft.com/office/drawing/2014/main" id="{4B40C9DC-A44C-0473-9348-FB3D3F4D0F1A}"/>
                </a:ext>
              </a:extLst>
            </p:cNvPr>
            <p:cNvSpPr txBox="1"/>
            <p:nvPr/>
          </p:nvSpPr>
          <p:spPr>
            <a:xfrm>
              <a:off x="1449062" y="3036660"/>
              <a:ext cx="867038" cy="3169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defTabSz="914112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599" b="0" i="0" u="none" strike="noStrike" kern="0" cap="none" spc="0" normalizeH="0" baseline="0" noProof="0" dirty="0">
                  <a:ln>
                    <a:noFill/>
                  </a:ln>
                  <a:solidFill>
                    <a:srgbClr val="1D1D1A"/>
                  </a:solidFill>
                  <a:effectLst/>
                  <a:uLnTx/>
                  <a:uFillTx/>
                  <a:latin typeface="微软雅黑" pitchFamily="34" charset="-122"/>
                </a:rPr>
                <a:t>Ruby</a:t>
              </a:r>
              <a:endParaRPr kumimoji="0" lang="zh-CN" altLang="en-US" sz="1799" b="0" i="0" u="none" strike="noStrike" kern="0" cap="none" spc="0" normalizeH="0" baseline="0" noProof="0" dirty="0">
                <a:ln>
                  <a:noFill/>
                </a:ln>
                <a:solidFill>
                  <a:srgbClr val="1D1D1A"/>
                </a:solidFill>
                <a:effectLst/>
                <a:uLnTx/>
                <a:uFillTx/>
                <a:latin typeface="微软雅黑" pitchFamily="34" charset="-122"/>
              </a:endParaRPr>
            </a:p>
          </p:txBody>
        </p:sp>
        <p:sp>
          <p:nvSpPr>
            <p:cNvPr id="5" name="标注: 弯曲线形 4">
              <a:extLst>
                <a:ext uri="{FF2B5EF4-FFF2-40B4-BE49-F238E27FC236}">
                  <a16:creationId xmlns:a16="http://schemas.microsoft.com/office/drawing/2014/main" id="{EAC6AF37-A2A8-FF9C-9053-03CE1F1F22B3}"/>
                </a:ext>
              </a:extLst>
            </p:cNvPr>
            <p:cNvSpPr/>
            <p:nvPr/>
          </p:nvSpPr>
          <p:spPr>
            <a:xfrm>
              <a:off x="4217111" y="1377910"/>
              <a:ext cx="2022976" cy="393085"/>
            </a:xfrm>
            <a:prstGeom prst="borderCallout2">
              <a:avLst>
                <a:gd name="adj1" fmla="val 18750"/>
                <a:gd name="adj2" fmla="val -1634"/>
                <a:gd name="adj3" fmla="val 18750"/>
                <a:gd name="adj4" fmla="val -16667"/>
                <a:gd name="adj5" fmla="val 219128"/>
                <a:gd name="adj6" fmla="val -54323"/>
              </a:avLst>
            </a:prstGeom>
            <a:solidFill>
              <a:srgbClr val="F4A100">
                <a:lumMod val="20000"/>
                <a:lumOff val="80000"/>
              </a:srgbClr>
            </a:solidFill>
            <a:ln w="12700" cap="flat" cmpd="sng" algn="ctr">
              <a:solidFill>
                <a:srgbClr val="151515"/>
              </a:solidFill>
              <a:prstDash val="solid"/>
              <a:miter lim="800000"/>
            </a:ln>
            <a:effectLst/>
          </p:spPr>
          <p:txBody>
            <a:bodyPr rot="0" spcFirstLastPara="0" vertOverflow="overflow" horzOverflow="overflow" vert="horz" wrap="square" lIns="71972" tIns="0" rIns="71972" bIns="71972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112" eaLnBrk="1" fontAlgn="auto" latinLnBrk="0" hangingPunct="1">
                <a:lnSpc>
                  <a:spcPts val="3439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1599" b="1" i="0" u="none" strike="noStrike" kern="0" cap="none" spc="0" normalizeH="0" baseline="0" noProof="0" dirty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+mn-ea"/>
                  <a:cs typeface="+mn-cs"/>
                </a:rPr>
                <a:t>类型：</a:t>
              </a:r>
              <a:r>
                <a:rPr kumimoji="0" lang="zh-CN" altLang="en-US" sz="1599" b="1" i="0" u="none" strike="noStrike" kern="0" cap="none" spc="0" normalizeH="0" baseline="0" noProof="0" dirty="0">
                  <a:ln>
                    <a:noFill/>
                  </a:ln>
                  <a:solidFill>
                    <a:srgbClr val="1D1D1A"/>
                  </a:solidFill>
                  <a:effectLst/>
                  <a:uLnTx/>
                  <a:uFillTx/>
                  <a:latin typeface="+mn-ea"/>
                  <a:cs typeface="+mn-cs"/>
                </a:rPr>
                <a:t>动态 </a:t>
              </a:r>
              <a:r>
                <a:rPr kumimoji="0" lang="en-US" altLang="zh-CN" sz="1599" b="1" i="0" u="none" strike="noStrike" kern="0" cap="none" spc="0" normalizeH="0" baseline="0" noProof="0" dirty="0">
                  <a:ln>
                    <a:noFill/>
                  </a:ln>
                  <a:solidFill>
                    <a:srgbClr val="1D1D1A"/>
                  </a:solidFill>
                  <a:effectLst/>
                  <a:uLnTx/>
                  <a:uFillTx/>
                  <a:latin typeface="+mn-ea"/>
                  <a:cs typeface="+mn-cs"/>
                  <a:sym typeface="Wingdings" panose="05000000000000000000" pitchFamily="2" charset="2"/>
                </a:rPr>
                <a:t> </a:t>
              </a:r>
              <a:r>
                <a:rPr kumimoji="0" lang="zh-CN" altLang="en-US" sz="1599" b="1" i="0" u="none" strike="noStrike" kern="0" cap="none" spc="0" normalizeH="0" baseline="0" noProof="0" dirty="0">
                  <a:ln>
                    <a:noFill/>
                  </a:ln>
                  <a:solidFill>
                    <a:srgbClr val="1D1D1A"/>
                  </a:solidFill>
                  <a:effectLst/>
                  <a:uLnTx/>
                  <a:uFillTx/>
                  <a:latin typeface="+mn-ea"/>
                  <a:cs typeface="+mn-cs"/>
                  <a:sym typeface="Wingdings" panose="05000000000000000000" pitchFamily="2" charset="2"/>
                </a:rPr>
                <a:t>静态</a:t>
              </a:r>
              <a:endParaRPr kumimoji="0" lang="zh-CN" altLang="en-US" sz="1799" b="1" i="0" u="none" strike="noStrike" kern="0" cap="none" spc="0" normalizeH="0" baseline="0" noProof="0" dirty="0">
                <a:ln>
                  <a:noFill/>
                </a:ln>
                <a:solidFill>
                  <a:srgbClr val="1D1D1A"/>
                </a:solidFill>
                <a:effectLst/>
                <a:uLnTx/>
                <a:uFillTx/>
                <a:latin typeface="+mn-ea"/>
                <a:cs typeface="+mn-cs"/>
              </a:endParaRPr>
            </a:p>
          </p:txBody>
        </p:sp>
        <p:sp>
          <p:nvSpPr>
            <p:cNvPr id="6" name="标注: 弯曲线形 5">
              <a:extLst>
                <a:ext uri="{FF2B5EF4-FFF2-40B4-BE49-F238E27FC236}">
                  <a16:creationId xmlns:a16="http://schemas.microsoft.com/office/drawing/2014/main" id="{09F5DC4E-B919-98DE-0834-3EAD65B29739}"/>
                </a:ext>
              </a:extLst>
            </p:cNvPr>
            <p:cNvSpPr/>
            <p:nvPr/>
          </p:nvSpPr>
          <p:spPr>
            <a:xfrm>
              <a:off x="5412165" y="3190768"/>
              <a:ext cx="2342424" cy="393085"/>
            </a:xfrm>
            <a:prstGeom prst="borderCallout2">
              <a:avLst>
                <a:gd name="adj1" fmla="val 18750"/>
                <a:gd name="adj2" fmla="val -3573"/>
                <a:gd name="adj3" fmla="val 18750"/>
                <a:gd name="adj4" fmla="val -15146"/>
                <a:gd name="adj5" fmla="val 61849"/>
                <a:gd name="adj6" fmla="val -26954"/>
              </a:avLst>
            </a:prstGeom>
            <a:solidFill>
              <a:srgbClr val="F4A100">
                <a:lumMod val="20000"/>
                <a:lumOff val="80000"/>
              </a:srgbClr>
            </a:solidFill>
            <a:ln w="12700" cap="flat" cmpd="sng" algn="ctr">
              <a:solidFill>
                <a:srgbClr val="151515"/>
              </a:solidFill>
              <a:prstDash val="solid"/>
              <a:miter lim="800000"/>
            </a:ln>
            <a:effectLst/>
          </p:spPr>
          <p:txBody>
            <a:bodyPr rot="0" spcFirstLastPara="0" vertOverflow="overflow" horzOverflow="overflow" vert="horz" wrap="square" lIns="71972" tIns="0" rIns="71972" bIns="71972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defTabSz="914112" eaLnBrk="1" fontAlgn="auto" latinLnBrk="0" hangingPunct="1">
                <a:lnSpc>
                  <a:spcPts val="3439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1600" b="1" i="0" u="none" strike="noStrike" kern="0" cap="none" spc="0" normalizeH="0" baseline="0" noProof="0" dirty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+mn-ea"/>
                  <a:cs typeface="+mn-cs"/>
                </a:rPr>
                <a:t>内存管理：</a:t>
              </a:r>
              <a:r>
                <a:rPr kumimoji="0" lang="zh-CN" altLang="en-US" sz="1600" b="1" i="0" u="none" strike="noStrike" kern="0" cap="none" spc="0" normalizeH="0" baseline="0" noProof="0" dirty="0">
                  <a:ln>
                    <a:noFill/>
                  </a:ln>
                  <a:solidFill>
                    <a:srgbClr val="1D1D1A"/>
                  </a:solidFill>
                  <a:effectLst/>
                  <a:uLnTx/>
                  <a:uFillTx/>
                  <a:latin typeface="+mn-ea"/>
                  <a:cs typeface="+mn-cs"/>
                </a:rPr>
                <a:t>动态 </a:t>
              </a:r>
              <a:r>
                <a:rPr kumimoji="0" lang="en-US" altLang="zh-CN" sz="1600" b="1" i="0" u="none" strike="noStrike" kern="0" cap="none" spc="0" normalizeH="0" baseline="0" noProof="0" dirty="0">
                  <a:ln>
                    <a:noFill/>
                  </a:ln>
                  <a:solidFill>
                    <a:srgbClr val="1D1D1A"/>
                  </a:solidFill>
                  <a:effectLst/>
                  <a:uLnTx/>
                  <a:uFillTx/>
                  <a:latin typeface="+mn-ea"/>
                  <a:cs typeface="+mn-cs"/>
                  <a:sym typeface="Wingdings" panose="05000000000000000000" pitchFamily="2" charset="2"/>
                </a:rPr>
                <a:t> </a:t>
              </a:r>
              <a:r>
                <a:rPr kumimoji="0" lang="zh-CN" altLang="en-US" sz="1600" b="1" i="0" u="none" strike="noStrike" kern="0" cap="none" spc="0" normalizeH="0" baseline="0" noProof="0" dirty="0">
                  <a:ln>
                    <a:noFill/>
                  </a:ln>
                  <a:solidFill>
                    <a:srgbClr val="1D1D1A"/>
                  </a:solidFill>
                  <a:effectLst/>
                  <a:uLnTx/>
                  <a:uFillTx/>
                  <a:latin typeface="+mn-ea"/>
                  <a:cs typeface="+mn-cs"/>
                  <a:sym typeface="Wingdings" panose="05000000000000000000" pitchFamily="2" charset="2"/>
                </a:rPr>
                <a:t>静态</a:t>
              </a:r>
              <a:endParaRPr kumimoji="0" lang="zh-CN" altLang="en-US" b="1" i="0" u="none" strike="noStrike" kern="0" cap="none" spc="0" normalizeH="0" baseline="0" noProof="0" dirty="0">
                <a:ln>
                  <a:noFill/>
                </a:ln>
                <a:solidFill>
                  <a:srgbClr val="1D1D1A"/>
                </a:solidFill>
                <a:effectLst/>
                <a:uLnTx/>
                <a:uFillTx/>
                <a:latin typeface="+mn-ea"/>
                <a:cs typeface="+mn-cs"/>
              </a:endParaRPr>
            </a:p>
          </p:txBody>
        </p:sp>
        <p:sp>
          <p:nvSpPr>
            <p:cNvPr id="53" name="椭圆 52">
              <a:extLst>
                <a:ext uri="{FF2B5EF4-FFF2-40B4-BE49-F238E27FC236}">
                  <a16:creationId xmlns:a16="http://schemas.microsoft.com/office/drawing/2014/main" id="{89ED9EA0-8094-0632-4C3D-0A782338FDAE}"/>
                </a:ext>
              </a:extLst>
            </p:cNvPr>
            <p:cNvSpPr/>
            <p:nvPr/>
          </p:nvSpPr>
          <p:spPr bwMode="auto">
            <a:xfrm>
              <a:off x="3990796" y="2802688"/>
              <a:ext cx="143960" cy="143960"/>
            </a:xfrm>
            <a:prstGeom prst="ellipse">
              <a:avLst/>
            </a:prstGeom>
            <a:solidFill>
              <a:srgbClr val="0000FF"/>
            </a:solidFill>
            <a:ln w="12700" cap="flat" cmpd="sng" algn="ctr">
              <a:solidFill>
                <a:srgbClr val="1D1D1A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rot="0" spcFirstLastPara="0" vert="horz" wrap="square" lIns="91389" tIns="45694" rIns="91389" bIns="45694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sz="1200" kern="1200">
                  <a:solidFill>
                    <a:schemeClr val="bg1"/>
                  </a:solidFill>
                  <a:latin typeface="FrutigerNext LT Regular" pitchFamily="34" charset="0"/>
                  <a:ea typeface="MS PGothic" pitchFamily="34" charset="-128"/>
                  <a:cs typeface="+mn-cs"/>
                </a:defRPr>
              </a:lvl1pPr>
              <a:lvl2pPr marL="457184" algn="l" rtl="0" fontAlgn="base">
                <a:spcBef>
                  <a:spcPct val="0"/>
                </a:spcBef>
                <a:spcAft>
                  <a:spcPct val="0"/>
                </a:spcAft>
                <a:defRPr sz="1200" kern="1200">
                  <a:solidFill>
                    <a:schemeClr val="bg1"/>
                  </a:solidFill>
                  <a:latin typeface="FrutigerNext LT Regular" pitchFamily="34" charset="0"/>
                  <a:ea typeface="MS PGothic" pitchFamily="34" charset="-128"/>
                  <a:cs typeface="+mn-cs"/>
                </a:defRPr>
              </a:lvl2pPr>
              <a:lvl3pPr marL="914368" algn="l" rtl="0" fontAlgn="base">
                <a:spcBef>
                  <a:spcPct val="0"/>
                </a:spcBef>
                <a:spcAft>
                  <a:spcPct val="0"/>
                </a:spcAft>
                <a:defRPr sz="1200" kern="1200">
                  <a:solidFill>
                    <a:schemeClr val="bg1"/>
                  </a:solidFill>
                  <a:latin typeface="FrutigerNext LT Regular" pitchFamily="34" charset="0"/>
                  <a:ea typeface="MS PGothic" pitchFamily="34" charset="-128"/>
                  <a:cs typeface="+mn-cs"/>
                </a:defRPr>
              </a:lvl3pPr>
              <a:lvl4pPr marL="1371553" algn="l" rtl="0" fontAlgn="base">
                <a:spcBef>
                  <a:spcPct val="0"/>
                </a:spcBef>
                <a:spcAft>
                  <a:spcPct val="0"/>
                </a:spcAft>
                <a:defRPr sz="1200" kern="1200">
                  <a:solidFill>
                    <a:schemeClr val="bg1"/>
                  </a:solidFill>
                  <a:latin typeface="FrutigerNext LT Regular" pitchFamily="34" charset="0"/>
                  <a:ea typeface="MS PGothic" pitchFamily="34" charset="-128"/>
                  <a:cs typeface="+mn-cs"/>
                </a:defRPr>
              </a:lvl4pPr>
              <a:lvl5pPr marL="1828737" algn="l" rtl="0" fontAlgn="base">
                <a:spcBef>
                  <a:spcPct val="0"/>
                </a:spcBef>
                <a:spcAft>
                  <a:spcPct val="0"/>
                </a:spcAft>
                <a:defRPr sz="1200" kern="1200">
                  <a:solidFill>
                    <a:schemeClr val="bg1"/>
                  </a:solidFill>
                  <a:latin typeface="FrutigerNext LT Regular" pitchFamily="34" charset="0"/>
                  <a:ea typeface="MS PGothic" pitchFamily="34" charset="-128"/>
                  <a:cs typeface="+mn-cs"/>
                </a:defRPr>
              </a:lvl5pPr>
              <a:lvl6pPr marL="2285922" algn="l" defTabSz="914368" rtl="0" eaLnBrk="1" latinLnBrk="0" hangingPunct="1">
                <a:defRPr sz="1200" kern="1200">
                  <a:solidFill>
                    <a:schemeClr val="bg1"/>
                  </a:solidFill>
                  <a:latin typeface="FrutigerNext LT Regular" pitchFamily="34" charset="0"/>
                  <a:ea typeface="MS PGothic" pitchFamily="34" charset="-128"/>
                  <a:cs typeface="+mn-cs"/>
                </a:defRPr>
              </a:lvl6pPr>
              <a:lvl7pPr marL="2743106" algn="l" defTabSz="914368" rtl="0" eaLnBrk="1" latinLnBrk="0" hangingPunct="1">
                <a:defRPr sz="1200" kern="1200">
                  <a:solidFill>
                    <a:schemeClr val="bg1"/>
                  </a:solidFill>
                  <a:latin typeface="FrutigerNext LT Regular" pitchFamily="34" charset="0"/>
                  <a:ea typeface="MS PGothic" pitchFamily="34" charset="-128"/>
                  <a:cs typeface="+mn-cs"/>
                </a:defRPr>
              </a:lvl7pPr>
              <a:lvl8pPr marL="3200290" algn="l" defTabSz="914368" rtl="0" eaLnBrk="1" latinLnBrk="0" hangingPunct="1">
                <a:defRPr sz="1200" kern="1200">
                  <a:solidFill>
                    <a:schemeClr val="bg1"/>
                  </a:solidFill>
                  <a:latin typeface="FrutigerNext LT Regular" pitchFamily="34" charset="0"/>
                  <a:ea typeface="MS PGothic" pitchFamily="34" charset="-128"/>
                  <a:cs typeface="+mn-cs"/>
                </a:defRPr>
              </a:lvl8pPr>
              <a:lvl9pPr marL="3657475" algn="l" defTabSz="914368" rtl="0" eaLnBrk="1" latinLnBrk="0" hangingPunct="1">
                <a:defRPr sz="1200" kern="1200">
                  <a:solidFill>
                    <a:schemeClr val="bg1"/>
                  </a:solidFill>
                  <a:latin typeface="FrutigerNext LT Regular" pitchFamily="34" charset="0"/>
                  <a:ea typeface="MS PGothic" pitchFamily="34" charset="-128"/>
                  <a:cs typeface="+mn-cs"/>
                </a:defRPr>
              </a:lvl9pPr>
            </a:lstStyle>
            <a:p>
              <a:pPr algn="ctr" defTabSz="877473" eaLnBrk="0" fontAlgn="auto" hangingPunct="0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 sz="1050" kern="0" dirty="0">
                <a:solidFill>
                  <a:srgbClr val="000000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54" name="文本框 274">
              <a:extLst>
                <a:ext uri="{FF2B5EF4-FFF2-40B4-BE49-F238E27FC236}">
                  <a16:creationId xmlns:a16="http://schemas.microsoft.com/office/drawing/2014/main" id="{09EEE244-191C-47C7-38C3-F11F07D51BA3}"/>
                </a:ext>
              </a:extLst>
            </p:cNvPr>
            <p:cNvSpPr txBox="1"/>
            <p:nvPr/>
          </p:nvSpPr>
          <p:spPr>
            <a:xfrm>
              <a:off x="4083909" y="2640943"/>
              <a:ext cx="683181" cy="33842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en-US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sz="1200" kern="1200">
                  <a:solidFill>
                    <a:schemeClr val="bg1"/>
                  </a:solidFill>
                  <a:latin typeface="FrutigerNext LT Regular" pitchFamily="34" charset="0"/>
                  <a:ea typeface="MS PGothic" pitchFamily="34" charset="-128"/>
                  <a:cs typeface="+mn-cs"/>
                </a:defRPr>
              </a:lvl1pPr>
              <a:lvl2pPr marL="457184" algn="l" rtl="0" fontAlgn="base">
                <a:spcBef>
                  <a:spcPct val="0"/>
                </a:spcBef>
                <a:spcAft>
                  <a:spcPct val="0"/>
                </a:spcAft>
                <a:defRPr sz="1200" kern="1200">
                  <a:solidFill>
                    <a:schemeClr val="bg1"/>
                  </a:solidFill>
                  <a:latin typeface="FrutigerNext LT Regular" pitchFamily="34" charset="0"/>
                  <a:ea typeface="MS PGothic" pitchFamily="34" charset="-128"/>
                  <a:cs typeface="+mn-cs"/>
                </a:defRPr>
              </a:lvl2pPr>
              <a:lvl3pPr marL="914368" algn="l" rtl="0" fontAlgn="base">
                <a:spcBef>
                  <a:spcPct val="0"/>
                </a:spcBef>
                <a:spcAft>
                  <a:spcPct val="0"/>
                </a:spcAft>
                <a:defRPr sz="1200" kern="1200">
                  <a:solidFill>
                    <a:schemeClr val="bg1"/>
                  </a:solidFill>
                  <a:latin typeface="FrutigerNext LT Regular" pitchFamily="34" charset="0"/>
                  <a:ea typeface="MS PGothic" pitchFamily="34" charset="-128"/>
                  <a:cs typeface="+mn-cs"/>
                </a:defRPr>
              </a:lvl3pPr>
              <a:lvl4pPr marL="1371553" algn="l" rtl="0" fontAlgn="base">
                <a:spcBef>
                  <a:spcPct val="0"/>
                </a:spcBef>
                <a:spcAft>
                  <a:spcPct val="0"/>
                </a:spcAft>
                <a:defRPr sz="1200" kern="1200">
                  <a:solidFill>
                    <a:schemeClr val="bg1"/>
                  </a:solidFill>
                  <a:latin typeface="FrutigerNext LT Regular" pitchFamily="34" charset="0"/>
                  <a:ea typeface="MS PGothic" pitchFamily="34" charset="-128"/>
                  <a:cs typeface="+mn-cs"/>
                </a:defRPr>
              </a:lvl4pPr>
              <a:lvl5pPr marL="1828737" algn="l" rtl="0" fontAlgn="base">
                <a:spcBef>
                  <a:spcPct val="0"/>
                </a:spcBef>
                <a:spcAft>
                  <a:spcPct val="0"/>
                </a:spcAft>
                <a:defRPr sz="1200" kern="1200">
                  <a:solidFill>
                    <a:schemeClr val="bg1"/>
                  </a:solidFill>
                  <a:latin typeface="FrutigerNext LT Regular" pitchFamily="34" charset="0"/>
                  <a:ea typeface="MS PGothic" pitchFamily="34" charset="-128"/>
                  <a:cs typeface="+mn-cs"/>
                </a:defRPr>
              </a:lvl5pPr>
              <a:lvl6pPr marL="2285922" algn="l" defTabSz="914368" rtl="0" eaLnBrk="1" latinLnBrk="0" hangingPunct="1">
                <a:defRPr sz="1200" kern="1200">
                  <a:solidFill>
                    <a:schemeClr val="bg1"/>
                  </a:solidFill>
                  <a:latin typeface="FrutigerNext LT Regular" pitchFamily="34" charset="0"/>
                  <a:ea typeface="MS PGothic" pitchFamily="34" charset="-128"/>
                  <a:cs typeface="+mn-cs"/>
                </a:defRPr>
              </a:lvl6pPr>
              <a:lvl7pPr marL="2743106" algn="l" defTabSz="914368" rtl="0" eaLnBrk="1" latinLnBrk="0" hangingPunct="1">
                <a:defRPr sz="1200" kern="1200">
                  <a:solidFill>
                    <a:schemeClr val="bg1"/>
                  </a:solidFill>
                  <a:latin typeface="FrutigerNext LT Regular" pitchFamily="34" charset="0"/>
                  <a:ea typeface="MS PGothic" pitchFamily="34" charset="-128"/>
                  <a:cs typeface="+mn-cs"/>
                </a:defRPr>
              </a:lvl7pPr>
              <a:lvl8pPr marL="3200290" algn="l" defTabSz="914368" rtl="0" eaLnBrk="1" latinLnBrk="0" hangingPunct="1">
                <a:defRPr sz="1200" kern="1200">
                  <a:solidFill>
                    <a:schemeClr val="bg1"/>
                  </a:solidFill>
                  <a:latin typeface="FrutigerNext LT Regular" pitchFamily="34" charset="0"/>
                  <a:ea typeface="MS PGothic" pitchFamily="34" charset="-128"/>
                  <a:cs typeface="+mn-cs"/>
                </a:defRPr>
              </a:lvl8pPr>
              <a:lvl9pPr marL="3657475" algn="l" defTabSz="914368" rtl="0" eaLnBrk="1" latinLnBrk="0" hangingPunct="1">
                <a:defRPr sz="1200" kern="1200">
                  <a:solidFill>
                    <a:schemeClr val="bg1"/>
                  </a:solidFill>
                  <a:latin typeface="FrutigerNext LT Regular" pitchFamily="34" charset="0"/>
                  <a:ea typeface="MS PGothic" pitchFamily="34" charset="-128"/>
                  <a:cs typeface="+mn-cs"/>
                </a:defRPr>
              </a:lvl9pPr>
            </a:lstStyle>
            <a:p>
              <a:pPr defTabSz="914045" fontAlgn="auto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zh-CN" altLang="en-US" sz="1599" b="1" dirty="0">
                  <a:solidFill>
                    <a:srgbClr val="E9002F"/>
                  </a:solidFill>
                  <a:latin typeface="微软雅黑" pitchFamily="34" charset="-122"/>
                  <a:ea typeface="微软雅黑" pitchFamily="34" charset="-122"/>
                </a:rPr>
                <a:t>仓颉</a:t>
              </a:r>
              <a:endParaRPr lang="zh-CN" altLang="en-US" sz="1799" b="1" dirty="0">
                <a:solidFill>
                  <a:srgbClr val="E9002F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52" name="椭圆 51">
              <a:extLst>
                <a:ext uri="{FF2B5EF4-FFF2-40B4-BE49-F238E27FC236}">
                  <a16:creationId xmlns:a16="http://schemas.microsoft.com/office/drawing/2014/main" id="{4F940AA9-6A89-4009-C0D1-21D66AD1ED8F}"/>
                </a:ext>
              </a:extLst>
            </p:cNvPr>
            <p:cNvSpPr/>
            <p:nvPr/>
          </p:nvSpPr>
          <p:spPr bwMode="auto">
            <a:xfrm>
              <a:off x="3763059" y="3469327"/>
              <a:ext cx="143960" cy="143960"/>
            </a:xfrm>
            <a:prstGeom prst="ellipse">
              <a:avLst/>
            </a:prstGeom>
            <a:solidFill>
              <a:srgbClr val="0000FF"/>
            </a:solidFill>
            <a:ln w="12700" cap="flat" cmpd="sng" algn="ctr">
              <a:solidFill>
                <a:srgbClr val="1D1D1A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rot="0" spcFirstLastPara="0" vert="horz" wrap="square" lIns="91389" tIns="45694" rIns="91389" bIns="45694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sz="1200" kern="1200">
                  <a:solidFill>
                    <a:schemeClr val="bg1"/>
                  </a:solidFill>
                  <a:latin typeface="FrutigerNext LT Regular" pitchFamily="34" charset="0"/>
                  <a:ea typeface="MS PGothic" pitchFamily="34" charset="-128"/>
                  <a:cs typeface="+mn-cs"/>
                </a:defRPr>
              </a:lvl1pPr>
              <a:lvl2pPr marL="457184" algn="l" rtl="0" fontAlgn="base">
                <a:spcBef>
                  <a:spcPct val="0"/>
                </a:spcBef>
                <a:spcAft>
                  <a:spcPct val="0"/>
                </a:spcAft>
                <a:defRPr sz="1200" kern="1200">
                  <a:solidFill>
                    <a:schemeClr val="bg1"/>
                  </a:solidFill>
                  <a:latin typeface="FrutigerNext LT Regular" pitchFamily="34" charset="0"/>
                  <a:ea typeface="MS PGothic" pitchFamily="34" charset="-128"/>
                  <a:cs typeface="+mn-cs"/>
                </a:defRPr>
              </a:lvl2pPr>
              <a:lvl3pPr marL="914368" algn="l" rtl="0" fontAlgn="base">
                <a:spcBef>
                  <a:spcPct val="0"/>
                </a:spcBef>
                <a:spcAft>
                  <a:spcPct val="0"/>
                </a:spcAft>
                <a:defRPr sz="1200" kern="1200">
                  <a:solidFill>
                    <a:schemeClr val="bg1"/>
                  </a:solidFill>
                  <a:latin typeface="FrutigerNext LT Regular" pitchFamily="34" charset="0"/>
                  <a:ea typeface="MS PGothic" pitchFamily="34" charset="-128"/>
                  <a:cs typeface="+mn-cs"/>
                </a:defRPr>
              </a:lvl3pPr>
              <a:lvl4pPr marL="1371553" algn="l" rtl="0" fontAlgn="base">
                <a:spcBef>
                  <a:spcPct val="0"/>
                </a:spcBef>
                <a:spcAft>
                  <a:spcPct val="0"/>
                </a:spcAft>
                <a:defRPr sz="1200" kern="1200">
                  <a:solidFill>
                    <a:schemeClr val="bg1"/>
                  </a:solidFill>
                  <a:latin typeface="FrutigerNext LT Regular" pitchFamily="34" charset="0"/>
                  <a:ea typeface="MS PGothic" pitchFamily="34" charset="-128"/>
                  <a:cs typeface="+mn-cs"/>
                </a:defRPr>
              </a:lvl4pPr>
              <a:lvl5pPr marL="1828737" algn="l" rtl="0" fontAlgn="base">
                <a:spcBef>
                  <a:spcPct val="0"/>
                </a:spcBef>
                <a:spcAft>
                  <a:spcPct val="0"/>
                </a:spcAft>
                <a:defRPr sz="1200" kern="1200">
                  <a:solidFill>
                    <a:schemeClr val="bg1"/>
                  </a:solidFill>
                  <a:latin typeface="FrutigerNext LT Regular" pitchFamily="34" charset="0"/>
                  <a:ea typeface="MS PGothic" pitchFamily="34" charset="-128"/>
                  <a:cs typeface="+mn-cs"/>
                </a:defRPr>
              </a:lvl5pPr>
              <a:lvl6pPr marL="2285922" algn="l" defTabSz="914368" rtl="0" eaLnBrk="1" latinLnBrk="0" hangingPunct="1">
                <a:defRPr sz="1200" kern="1200">
                  <a:solidFill>
                    <a:schemeClr val="bg1"/>
                  </a:solidFill>
                  <a:latin typeface="FrutigerNext LT Regular" pitchFamily="34" charset="0"/>
                  <a:ea typeface="MS PGothic" pitchFamily="34" charset="-128"/>
                  <a:cs typeface="+mn-cs"/>
                </a:defRPr>
              </a:lvl6pPr>
              <a:lvl7pPr marL="2743106" algn="l" defTabSz="914368" rtl="0" eaLnBrk="1" latinLnBrk="0" hangingPunct="1">
                <a:defRPr sz="1200" kern="1200">
                  <a:solidFill>
                    <a:schemeClr val="bg1"/>
                  </a:solidFill>
                  <a:latin typeface="FrutigerNext LT Regular" pitchFamily="34" charset="0"/>
                  <a:ea typeface="MS PGothic" pitchFamily="34" charset="-128"/>
                  <a:cs typeface="+mn-cs"/>
                </a:defRPr>
              </a:lvl7pPr>
              <a:lvl8pPr marL="3200290" algn="l" defTabSz="914368" rtl="0" eaLnBrk="1" latinLnBrk="0" hangingPunct="1">
                <a:defRPr sz="1200" kern="1200">
                  <a:solidFill>
                    <a:schemeClr val="bg1"/>
                  </a:solidFill>
                  <a:latin typeface="FrutigerNext LT Regular" pitchFamily="34" charset="0"/>
                  <a:ea typeface="MS PGothic" pitchFamily="34" charset="-128"/>
                  <a:cs typeface="+mn-cs"/>
                </a:defRPr>
              </a:lvl8pPr>
              <a:lvl9pPr marL="3657475" algn="l" defTabSz="914368" rtl="0" eaLnBrk="1" latinLnBrk="0" hangingPunct="1">
                <a:defRPr sz="1200" kern="1200">
                  <a:solidFill>
                    <a:schemeClr val="bg1"/>
                  </a:solidFill>
                  <a:latin typeface="FrutigerNext LT Regular" pitchFamily="34" charset="0"/>
                  <a:ea typeface="MS PGothic" pitchFamily="34" charset="-128"/>
                  <a:cs typeface="+mn-cs"/>
                </a:defRPr>
              </a:lvl9pPr>
            </a:lstStyle>
            <a:p>
              <a:pPr algn="ctr" defTabSz="877473" eaLnBrk="0" fontAlgn="auto" hangingPunct="0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 sz="1050" kern="0" dirty="0">
                <a:solidFill>
                  <a:srgbClr val="000000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56" name="文本框 55">
              <a:extLst>
                <a:ext uri="{FF2B5EF4-FFF2-40B4-BE49-F238E27FC236}">
                  <a16:creationId xmlns:a16="http://schemas.microsoft.com/office/drawing/2014/main" id="{64209961-D5AB-3241-EE5A-7E18A13392FA}"/>
                </a:ext>
              </a:extLst>
            </p:cNvPr>
            <p:cNvSpPr txBox="1"/>
            <p:nvPr/>
          </p:nvSpPr>
          <p:spPr>
            <a:xfrm>
              <a:off x="3828730" y="3362789"/>
              <a:ext cx="650960" cy="33842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defTabSz="914112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599" b="0" i="0" u="none" strike="noStrike" kern="0" cap="none" spc="0" normalizeH="0" baseline="0" noProof="0" dirty="0">
                  <a:ln>
                    <a:noFill/>
                  </a:ln>
                  <a:solidFill>
                    <a:srgbClr val="1D1D1A"/>
                  </a:solidFill>
                  <a:effectLst/>
                  <a:uLnTx/>
                  <a:uFillTx/>
                  <a:latin typeface="微软雅黑" pitchFamily="34" charset="-122"/>
                </a:rPr>
                <a:t>C#</a:t>
              </a:r>
              <a:endParaRPr kumimoji="0" lang="zh-CN" altLang="en-US" sz="1799" b="0" i="0" u="none" strike="noStrike" kern="0" cap="none" spc="0" normalizeH="0" baseline="0" noProof="0" dirty="0">
                <a:ln>
                  <a:noFill/>
                </a:ln>
                <a:solidFill>
                  <a:srgbClr val="1D1D1A"/>
                </a:solidFill>
                <a:effectLst/>
                <a:uLnTx/>
                <a:uFillTx/>
                <a:latin typeface="微软雅黑" pitchFamily="34" charset="-122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62101736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34A2508-F30B-5CC1-FEFF-ADAE8B4C2A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类型系统</a:t>
            </a:r>
          </a:p>
        </p:txBody>
      </p:sp>
      <p:sp>
        <p:nvSpPr>
          <p:cNvPr id="4" name="椭圆 3">
            <a:extLst>
              <a:ext uri="{FF2B5EF4-FFF2-40B4-BE49-F238E27FC236}">
                <a16:creationId xmlns:a16="http://schemas.microsoft.com/office/drawing/2014/main" id="{AB6C7D0C-A41D-0FC9-5DF9-D092D23E9C2F}"/>
              </a:ext>
            </a:extLst>
          </p:cNvPr>
          <p:cNvSpPr/>
          <p:nvPr/>
        </p:nvSpPr>
        <p:spPr>
          <a:xfrm>
            <a:off x="5655520" y="119273"/>
            <a:ext cx="1908313" cy="689113"/>
          </a:xfrm>
          <a:prstGeom prst="ellipse">
            <a:avLst/>
          </a:prstGeom>
          <a:solidFill>
            <a:srgbClr val="30B5C5">
              <a:lumMod val="75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914478">
              <a:defRPr/>
            </a:pPr>
            <a:r>
              <a:rPr lang="en-US" altLang="zh-CN" sz="2400" b="1" kern="0" dirty="0">
                <a:solidFill>
                  <a:srgbClr val="FFFFFF"/>
                </a:solidFill>
                <a:ea typeface="黑体" panose="02010609060101010101" pitchFamily="49" charset="-122"/>
              </a:rPr>
              <a:t>Any</a:t>
            </a:r>
            <a:endParaRPr lang="zh-CN" altLang="en-US" b="1" kern="0" dirty="0">
              <a:solidFill>
                <a:srgbClr val="FFFFFF"/>
              </a:solidFill>
              <a:ea typeface="黑体" panose="02010609060101010101" pitchFamily="49" charset="-122"/>
            </a:endParaRPr>
          </a:p>
        </p:txBody>
      </p:sp>
      <p:cxnSp>
        <p:nvCxnSpPr>
          <p:cNvPr id="5" name="直接箭头连接符 4">
            <a:extLst>
              <a:ext uri="{FF2B5EF4-FFF2-40B4-BE49-F238E27FC236}">
                <a16:creationId xmlns:a16="http://schemas.microsoft.com/office/drawing/2014/main" id="{7E5DF3DB-7190-6600-886D-F93A7540B419}"/>
              </a:ext>
            </a:extLst>
          </p:cNvPr>
          <p:cNvCxnSpPr>
            <a:stCxn id="4" idx="3"/>
            <a:endCxn id="6" idx="0"/>
          </p:cNvCxnSpPr>
          <p:nvPr/>
        </p:nvCxnSpPr>
        <p:spPr>
          <a:xfrm flipH="1">
            <a:off x="2554816" y="707468"/>
            <a:ext cx="3380170" cy="1515563"/>
          </a:xfrm>
          <a:prstGeom prst="straightConnector1">
            <a:avLst/>
          </a:prstGeom>
          <a:noFill/>
          <a:ln w="6350" cap="flat" cmpd="sng" algn="ctr">
            <a:solidFill>
              <a:srgbClr val="1D1D1A"/>
            </a:solidFill>
            <a:prstDash val="solid"/>
            <a:miter lim="800000"/>
            <a:tailEnd type="triangle"/>
          </a:ln>
          <a:effectLst/>
        </p:spPr>
      </p:cxnSp>
      <p:sp>
        <p:nvSpPr>
          <p:cNvPr id="6" name="圆角矩形 8">
            <a:extLst>
              <a:ext uri="{FF2B5EF4-FFF2-40B4-BE49-F238E27FC236}">
                <a16:creationId xmlns:a16="http://schemas.microsoft.com/office/drawing/2014/main" id="{0A6C4FEF-3949-E555-EF54-81F0C73692BE}"/>
              </a:ext>
            </a:extLst>
          </p:cNvPr>
          <p:cNvSpPr/>
          <p:nvPr/>
        </p:nvSpPr>
        <p:spPr>
          <a:xfrm>
            <a:off x="212184" y="2223031"/>
            <a:ext cx="4685264" cy="2141752"/>
          </a:xfrm>
          <a:prstGeom prst="roundRect">
            <a:avLst/>
          </a:prstGeom>
          <a:solidFill>
            <a:srgbClr val="FCC800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914478">
              <a:defRPr/>
            </a:pPr>
            <a:r>
              <a:rPr lang="en-US" altLang="zh-CN" b="1" kern="0" dirty="0">
                <a:solidFill>
                  <a:srgbClr val="1D1D1A"/>
                </a:solidFill>
                <a:latin typeface="Courier New" panose="02070309020205020404" pitchFamily="49" charset="0"/>
                <a:ea typeface="黑体" panose="02010609060101010101" pitchFamily="49" charset="-122"/>
                <a:cs typeface="Courier New" panose="02070309020205020404" pitchFamily="49" charset="0"/>
              </a:rPr>
              <a:t>Int8/16/32/64,</a:t>
            </a:r>
          </a:p>
          <a:p>
            <a:pPr algn="ctr" defTabSz="914478">
              <a:defRPr/>
            </a:pPr>
            <a:r>
              <a:rPr lang="en-US" altLang="zh-CN" b="1" kern="0" dirty="0">
                <a:solidFill>
                  <a:srgbClr val="1D1D1A"/>
                </a:solidFill>
                <a:latin typeface="Courier New" panose="02070309020205020404" pitchFamily="49" charset="0"/>
                <a:ea typeface="黑体" panose="02010609060101010101" pitchFamily="49" charset="-122"/>
                <a:cs typeface="Courier New" panose="02070309020205020404" pitchFamily="49" charset="0"/>
              </a:rPr>
              <a:t>Float32/64</a:t>
            </a:r>
            <a:r>
              <a:rPr lang="en-US" altLang="zh-CN" b="1" kern="0" dirty="0">
                <a:solidFill>
                  <a:srgbClr val="666666"/>
                </a:solidFill>
                <a:latin typeface="Courier New" panose="02070309020205020404" pitchFamily="49" charset="0"/>
                <a:ea typeface="黑体" panose="02010609060101010101" pitchFamily="49" charset="-122"/>
                <a:cs typeface="Courier New" panose="02070309020205020404" pitchFamily="49" charset="0"/>
              </a:rPr>
              <a:t>,</a:t>
            </a:r>
          </a:p>
          <a:p>
            <a:pPr algn="ctr" defTabSz="914478">
              <a:defRPr/>
            </a:pPr>
            <a:r>
              <a:rPr lang="en-US" altLang="zh-CN" b="1" kern="0" dirty="0">
                <a:solidFill>
                  <a:srgbClr val="1D1D1A"/>
                </a:solidFill>
                <a:latin typeface="Courier New" panose="02070309020205020404" pitchFamily="49" charset="0"/>
                <a:ea typeface="黑体" panose="02010609060101010101" pitchFamily="49" charset="-122"/>
                <a:cs typeface="Courier New" panose="02070309020205020404" pitchFamily="49" charset="0"/>
              </a:rPr>
              <a:t>Bool, String,</a:t>
            </a:r>
          </a:p>
          <a:p>
            <a:pPr algn="ctr" defTabSz="914478">
              <a:defRPr/>
            </a:pPr>
            <a:r>
              <a:rPr lang="en-US" altLang="zh-CN" b="1" kern="0" dirty="0">
                <a:solidFill>
                  <a:srgbClr val="1D1D1A"/>
                </a:solidFill>
                <a:latin typeface="Courier New" panose="02070309020205020404" pitchFamily="49" charset="0"/>
                <a:ea typeface="黑体" panose="02010609060101010101" pitchFamily="49" charset="-122"/>
                <a:cs typeface="Courier New" panose="02070309020205020404" pitchFamily="49" charset="0"/>
              </a:rPr>
              <a:t>Array&lt;T&gt;, </a:t>
            </a:r>
            <a:r>
              <a:rPr lang="en-US" altLang="zh-CN" b="1" kern="0" dirty="0" err="1">
                <a:solidFill>
                  <a:srgbClr val="1D1D1A"/>
                </a:solidFill>
                <a:latin typeface="Courier New" panose="02070309020205020404" pitchFamily="49" charset="0"/>
                <a:ea typeface="黑体" panose="02010609060101010101" pitchFamily="49" charset="-122"/>
                <a:cs typeface="Courier New" panose="02070309020205020404" pitchFamily="49" charset="0"/>
              </a:rPr>
              <a:t>VArray</a:t>
            </a:r>
            <a:r>
              <a:rPr lang="en-US" altLang="zh-CN" b="1" kern="0" dirty="0">
                <a:solidFill>
                  <a:srgbClr val="1D1D1A"/>
                </a:solidFill>
                <a:latin typeface="Courier New" panose="02070309020205020404" pitchFamily="49" charset="0"/>
                <a:ea typeface="黑体" panose="02010609060101010101" pitchFamily="49" charset="-122"/>
                <a:cs typeface="Courier New" panose="02070309020205020404" pitchFamily="49" charset="0"/>
              </a:rPr>
              <a:t>&lt;T, $N&gt;, …</a:t>
            </a:r>
          </a:p>
          <a:p>
            <a:pPr algn="ctr" defTabSz="914478">
              <a:defRPr/>
            </a:pPr>
            <a:r>
              <a:rPr lang="en-US" altLang="zh-CN" b="1" kern="0" dirty="0">
                <a:solidFill>
                  <a:srgbClr val="1D1D1A"/>
                </a:solidFill>
                <a:latin typeface="Courier New" panose="02070309020205020404" pitchFamily="49" charset="0"/>
                <a:ea typeface="黑体" panose="02010609060101010101" pitchFamily="49" charset="-122"/>
                <a:cs typeface="Courier New" panose="02070309020205020404" pitchFamily="49" charset="0"/>
              </a:rPr>
              <a:t>Tuple: (T1, T2, …, Tn</a:t>
            </a:r>
            <a:r>
              <a:rPr lang="en-US" altLang="zh-CN" b="1" kern="0" dirty="0">
                <a:latin typeface="Courier New" panose="02070309020205020404" pitchFamily="49" charset="0"/>
                <a:ea typeface="黑体" panose="02010609060101010101" pitchFamily="49" charset="-122"/>
                <a:cs typeface="Courier New" panose="02070309020205020404" pitchFamily="49" charset="0"/>
              </a:rPr>
              <a:t>)</a:t>
            </a:r>
          </a:p>
          <a:p>
            <a:pPr algn="ctr" defTabSz="914478">
              <a:defRPr/>
            </a:pPr>
            <a:r>
              <a:rPr lang="en-US" altLang="zh-CN" b="1" kern="0" dirty="0">
                <a:solidFill>
                  <a:srgbClr val="E9002F"/>
                </a:solidFill>
                <a:latin typeface="Courier New" panose="02070309020205020404" pitchFamily="49" charset="0"/>
                <a:ea typeface="黑体" panose="02010609060101010101" pitchFamily="49" charset="-122"/>
                <a:cs typeface="Courier New" panose="02070309020205020404" pitchFamily="49" charset="0"/>
              </a:rPr>
              <a:t>Function: (T1, T2, …, </a:t>
            </a:r>
            <a:r>
              <a:rPr lang="en-US" altLang="zh-CN" b="1" kern="0" dirty="0" err="1">
                <a:solidFill>
                  <a:srgbClr val="E9002F"/>
                </a:solidFill>
                <a:latin typeface="Courier New" panose="02070309020205020404" pitchFamily="49" charset="0"/>
                <a:ea typeface="黑体" panose="02010609060101010101" pitchFamily="49" charset="-122"/>
                <a:cs typeface="Courier New" panose="02070309020205020404" pitchFamily="49" charset="0"/>
              </a:rPr>
              <a:t>Tn</a:t>
            </a:r>
            <a:r>
              <a:rPr lang="en-US" altLang="zh-CN" b="1" kern="0" dirty="0">
                <a:solidFill>
                  <a:srgbClr val="E9002F"/>
                </a:solidFill>
                <a:latin typeface="Courier New" panose="02070309020205020404" pitchFamily="49" charset="0"/>
                <a:ea typeface="黑体" panose="02010609060101010101" pitchFamily="49" charset="-122"/>
                <a:cs typeface="Courier New" panose="02070309020205020404" pitchFamily="49" charset="0"/>
              </a:rPr>
              <a:t>) -&gt; </a:t>
            </a:r>
            <a:r>
              <a:rPr lang="en-US" altLang="zh-CN" b="1" kern="0" dirty="0" err="1">
                <a:solidFill>
                  <a:srgbClr val="E9002F"/>
                </a:solidFill>
                <a:latin typeface="Courier New" panose="02070309020205020404" pitchFamily="49" charset="0"/>
                <a:ea typeface="黑体" panose="02010609060101010101" pitchFamily="49" charset="-122"/>
                <a:cs typeface="Courier New" panose="02070309020205020404" pitchFamily="49" charset="0"/>
              </a:rPr>
              <a:t>Tr</a:t>
            </a:r>
            <a:endParaRPr lang="en-US" altLang="zh-CN" b="1" kern="0" dirty="0">
              <a:solidFill>
                <a:srgbClr val="E9002F"/>
              </a:solidFill>
              <a:latin typeface="Courier New" panose="02070309020205020404" pitchFamily="49" charset="0"/>
              <a:ea typeface="黑体" panose="02010609060101010101" pitchFamily="49" charset="-122"/>
              <a:cs typeface="Courier New" panose="02070309020205020404" pitchFamily="49" charset="0"/>
            </a:endParaRPr>
          </a:p>
        </p:txBody>
      </p:sp>
      <p:sp>
        <p:nvSpPr>
          <p:cNvPr id="7" name="等腰三角形 6">
            <a:extLst>
              <a:ext uri="{FF2B5EF4-FFF2-40B4-BE49-F238E27FC236}">
                <a16:creationId xmlns:a16="http://schemas.microsoft.com/office/drawing/2014/main" id="{839E87F9-8BFE-E7F1-6A9E-433350CC3F79}"/>
              </a:ext>
            </a:extLst>
          </p:cNvPr>
          <p:cNvSpPr/>
          <p:nvPr/>
        </p:nvSpPr>
        <p:spPr>
          <a:xfrm>
            <a:off x="5693313" y="998173"/>
            <a:ext cx="3049967" cy="3113709"/>
          </a:xfrm>
          <a:prstGeom prst="triangle">
            <a:avLst/>
          </a:prstGeom>
          <a:solidFill>
            <a:srgbClr val="30B5C5">
              <a:lumMod val="75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914478">
              <a:defRPr/>
            </a:pPr>
            <a:endParaRPr lang="zh-CN" altLang="en-US" kern="0">
              <a:solidFill>
                <a:srgbClr val="666666"/>
              </a:solidFill>
              <a:ea typeface="黑体" panose="02010609060101010101" pitchFamily="49" charset="-122"/>
            </a:endParaRPr>
          </a:p>
        </p:txBody>
      </p:sp>
      <p:sp>
        <p:nvSpPr>
          <p:cNvPr id="8" name="圆角矩形 23">
            <a:extLst>
              <a:ext uri="{FF2B5EF4-FFF2-40B4-BE49-F238E27FC236}">
                <a16:creationId xmlns:a16="http://schemas.microsoft.com/office/drawing/2014/main" id="{E8CA622A-6515-217A-5390-AB68C367F343}"/>
              </a:ext>
            </a:extLst>
          </p:cNvPr>
          <p:cNvSpPr/>
          <p:nvPr/>
        </p:nvSpPr>
        <p:spPr>
          <a:xfrm>
            <a:off x="2630302" y="4954906"/>
            <a:ext cx="1749906" cy="877697"/>
          </a:xfrm>
          <a:prstGeom prst="roundRect">
            <a:avLst/>
          </a:prstGeom>
          <a:solidFill>
            <a:srgbClr val="FCC800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914478">
              <a:defRPr/>
            </a:pPr>
            <a:r>
              <a:rPr lang="zh-CN" altLang="en-US" b="1" kern="0" dirty="0">
                <a:solidFill>
                  <a:srgbClr val="1D1D1A"/>
                </a:solidFill>
                <a:latin typeface="Courier New" panose="02070309020205020404" pitchFamily="49" charset="0"/>
                <a:ea typeface="黑体" panose="02010609060101010101" pitchFamily="49" charset="-122"/>
                <a:cs typeface="Courier New" panose="02070309020205020404" pitchFamily="49" charset="0"/>
              </a:rPr>
              <a:t>自定义类型：</a:t>
            </a:r>
            <a:r>
              <a:rPr lang="en-US" altLang="zh-CN" b="1" kern="0" dirty="0">
                <a:solidFill>
                  <a:srgbClr val="1D1D1A"/>
                </a:solidFill>
                <a:latin typeface="Courier New" panose="02070309020205020404" pitchFamily="49" charset="0"/>
                <a:ea typeface="黑体" panose="02010609060101010101" pitchFamily="49" charset="-122"/>
                <a:cs typeface="Courier New" panose="02070309020205020404" pitchFamily="49" charset="0"/>
              </a:rPr>
              <a:t>struct</a:t>
            </a:r>
          </a:p>
        </p:txBody>
      </p:sp>
      <p:sp>
        <p:nvSpPr>
          <p:cNvPr id="9" name="圆角矩形 24">
            <a:extLst>
              <a:ext uri="{FF2B5EF4-FFF2-40B4-BE49-F238E27FC236}">
                <a16:creationId xmlns:a16="http://schemas.microsoft.com/office/drawing/2014/main" id="{AC11E2E4-D74F-DB70-FDEB-6B90968A6564}"/>
              </a:ext>
            </a:extLst>
          </p:cNvPr>
          <p:cNvSpPr/>
          <p:nvPr/>
        </p:nvSpPr>
        <p:spPr>
          <a:xfrm>
            <a:off x="4576687" y="4913726"/>
            <a:ext cx="1749906" cy="877697"/>
          </a:xfrm>
          <a:prstGeom prst="roundRect">
            <a:avLst/>
          </a:prstGeom>
          <a:solidFill>
            <a:srgbClr val="FCC800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914478">
              <a:defRPr/>
            </a:pPr>
            <a:r>
              <a:rPr lang="zh-CN" altLang="en-US" b="1" kern="0" dirty="0">
                <a:solidFill>
                  <a:srgbClr val="E9002F"/>
                </a:solidFill>
                <a:latin typeface="Courier New" panose="02070309020205020404" pitchFamily="49" charset="0"/>
                <a:ea typeface="黑体" panose="02010609060101010101" pitchFamily="49" charset="-122"/>
                <a:cs typeface="Courier New" panose="02070309020205020404" pitchFamily="49" charset="0"/>
              </a:rPr>
              <a:t>自定义类型：</a:t>
            </a:r>
            <a:r>
              <a:rPr lang="en-US" altLang="zh-CN" b="1" kern="0" dirty="0" err="1">
                <a:solidFill>
                  <a:srgbClr val="E9002F"/>
                </a:solidFill>
                <a:latin typeface="Courier New" panose="02070309020205020404" pitchFamily="49" charset="0"/>
                <a:ea typeface="黑体" panose="02010609060101010101" pitchFamily="49" charset="-122"/>
                <a:cs typeface="Courier New" panose="02070309020205020404" pitchFamily="49" charset="0"/>
              </a:rPr>
              <a:t>enums</a:t>
            </a:r>
            <a:endParaRPr lang="en-US" altLang="zh-CN" b="1" kern="0" dirty="0">
              <a:solidFill>
                <a:srgbClr val="E9002F"/>
              </a:solidFill>
              <a:latin typeface="Courier New" panose="02070309020205020404" pitchFamily="49" charset="0"/>
              <a:ea typeface="黑体" panose="02010609060101010101" pitchFamily="49" charset="-122"/>
              <a:cs typeface="Courier New" panose="02070309020205020404" pitchFamily="49" charset="0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1DAD3AB3-F46E-46BB-E49E-692D9D52CC6F}"/>
              </a:ext>
            </a:extLst>
          </p:cNvPr>
          <p:cNvSpPr txBox="1"/>
          <p:nvPr/>
        </p:nvSpPr>
        <p:spPr>
          <a:xfrm>
            <a:off x="6677418" y="2156072"/>
            <a:ext cx="437322" cy="276999"/>
          </a:xfrm>
          <a:prstGeom prst="rect">
            <a:avLst/>
          </a:prstGeom>
          <a:noFill/>
          <a:ln w="19050">
            <a:noFill/>
          </a:ln>
        </p:spPr>
        <p:txBody>
          <a:bodyPr wrap="square" lIns="0" tIns="0" rIns="0" bIns="0" rtlCol="0">
            <a:spAutoFit/>
          </a:bodyPr>
          <a:lstStyle/>
          <a:p>
            <a:pPr defTabSz="914478">
              <a:defRPr/>
            </a:pPr>
            <a:r>
              <a:rPr kumimoji="1" lang="en-US" altLang="zh-CN" b="1" dirty="0">
                <a:solidFill>
                  <a:srgbClr val="FFFF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I1</a:t>
            </a:r>
            <a:endParaRPr kumimoji="1" lang="zh-CN" altLang="en-US" sz="3200" b="1" dirty="0">
              <a:solidFill>
                <a:srgbClr val="FFFFFF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D0AC671D-A739-B92A-C8C2-5DBFBC74BF37}"/>
              </a:ext>
            </a:extLst>
          </p:cNvPr>
          <p:cNvSpPr txBox="1"/>
          <p:nvPr/>
        </p:nvSpPr>
        <p:spPr>
          <a:xfrm>
            <a:off x="7485061" y="2156071"/>
            <a:ext cx="437322" cy="276999"/>
          </a:xfrm>
          <a:prstGeom prst="rect">
            <a:avLst/>
          </a:prstGeom>
          <a:noFill/>
          <a:ln w="19050">
            <a:noFill/>
          </a:ln>
        </p:spPr>
        <p:txBody>
          <a:bodyPr wrap="square" lIns="0" tIns="0" rIns="0" bIns="0" rtlCol="0">
            <a:spAutoFit/>
          </a:bodyPr>
          <a:lstStyle/>
          <a:p>
            <a:pPr defTabSz="914478">
              <a:defRPr/>
            </a:pPr>
            <a:r>
              <a:rPr kumimoji="1" lang="en-US" altLang="zh-CN" b="1" dirty="0">
                <a:solidFill>
                  <a:srgbClr val="FFFF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</a:t>
            </a:r>
            <a:endParaRPr kumimoji="1" lang="zh-CN" altLang="en-US" sz="3200" b="1" dirty="0">
              <a:solidFill>
                <a:srgbClr val="FFFFFF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A0E5A34C-9897-A8CA-C2B1-32959BA4E192}"/>
              </a:ext>
            </a:extLst>
          </p:cNvPr>
          <p:cNvSpPr txBox="1"/>
          <p:nvPr/>
        </p:nvSpPr>
        <p:spPr>
          <a:xfrm>
            <a:off x="6992821" y="1957059"/>
            <a:ext cx="438491" cy="430887"/>
          </a:xfrm>
          <a:prstGeom prst="rect">
            <a:avLst/>
          </a:prstGeom>
          <a:noFill/>
          <a:ln w="19050">
            <a:noFill/>
          </a:ln>
        </p:spPr>
        <p:txBody>
          <a:bodyPr wrap="square" lIns="0" tIns="0" rIns="0" bIns="0" rtlCol="0">
            <a:spAutoFit/>
          </a:bodyPr>
          <a:lstStyle/>
          <a:p>
            <a:pPr algn="ctr" defTabSz="914478">
              <a:defRPr/>
            </a:pPr>
            <a:r>
              <a:rPr kumimoji="1" lang="en-US" altLang="zh-CN" sz="2800" dirty="0">
                <a:solidFill>
                  <a:srgbClr val="FFFFFF"/>
                </a:solidFill>
                <a:latin typeface="Microsoft YaHei" panose="020B0503020204020204" pitchFamily="34" charset="-122"/>
              </a:rPr>
              <a:t>…</a:t>
            </a:r>
            <a:endParaRPr kumimoji="1" lang="zh-CN" altLang="en-US" sz="3200" dirty="0">
              <a:solidFill>
                <a:srgbClr val="FFFFFF"/>
              </a:solidFill>
              <a:latin typeface="Microsoft YaHei" panose="020B0503020204020204" pitchFamily="34" charset="-122"/>
            </a:endParaRPr>
          </a:p>
        </p:txBody>
      </p:sp>
      <p:cxnSp>
        <p:nvCxnSpPr>
          <p:cNvPr id="13" name="直接箭头连接符 12">
            <a:extLst>
              <a:ext uri="{FF2B5EF4-FFF2-40B4-BE49-F238E27FC236}">
                <a16:creationId xmlns:a16="http://schemas.microsoft.com/office/drawing/2014/main" id="{0566027F-36EC-0CA0-272B-837308C3CB71}"/>
              </a:ext>
            </a:extLst>
          </p:cNvPr>
          <p:cNvCxnSpPr/>
          <p:nvPr/>
        </p:nvCxnSpPr>
        <p:spPr>
          <a:xfrm flipH="1">
            <a:off x="6477155" y="2433071"/>
            <a:ext cx="218661" cy="402899"/>
          </a:xfrm>
          <a:prstGeom prst="straightConnector1">
            <a:avLst/>
          </a:prstGeom>
          <a:noFill/>
          <a:ln w="19050" cap="flat" cmpd="sng" algn="ctr">
            <a:solidFill>
              <a:srgbClr val="FFFFFF"/>
            </a:solidFill>
            <a:prstDash val="solid"/>
            <a:miter lim="800000"/>
            <a:tailEnd type="triangle"/>
          </a:ln>
          <a:effectLst/>
        </p:spPr>
      </p:cxnSp>
      <p:sp>
        <p:nvSpPr>
          <p:cNvPr id="14" name="文本框 13">
            <a:extLst>
              <a:ext uri="{FF2B5EF4-FFF2-40B4-BE49-F238E27FC236}">
                <a16:creationId xmlns:a16="http://schemas.microsoft.com/office/drawing/2014/main" id="{CC7B6B10-5897-FDD0-F586-A0F06FD105BD}"/>
              </a:ext>
            </a:extLst>
          </p:cNvPr>
          <p:cNvSpPr txBox="1"/>
          <p:nvPr/>
        </p:nvSpPr>
        <p:spPr>
          <a:xfrm>
            <a:off x="6328066" y="2891801"/>
            <a:ext cx="437322" cy="276999"/>
          </a:xfrm>
          <a:prstGeom prst="rect">
            <a:avLst/>
          </a:prstGeom>
          <a:noFill/>
          <a:ln w="19050">
            <a:noFill/>
          </a:ln>
        </p:spPr>
        <p:txBody>
          <a:bodyPr wrap="square" lIns="0" tIns="0" rIns="0" bIns="0" rtlCol="0">
            <a:spAutoFit/>
          </a:bodyPr>
          <a:lstStyle/>
          <a:p>
            <a:pPr defTabSz="914478">
              <a:defRPr/>
            </a:pPr>
            <a:r>
              <a:rPr kumimoji="1" lang="en-US" altLang="zh-CN" b="1" dirty="0">
                <a:solidFill>
                  <a:srgbClr val="FFFF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I11</a:t>
            </a:r>
            <a:endParaRPr kumimoji="1" lang="zh-CN" altLang="en-US" sz="3200" b="1" dirty="0">
              <a:solidFill>
                <a:srgbClr val="FFFFFF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FE451471-6B6D-D293-1ACD-80459316BB3A}"/>
              </a:ext>
            </a:extLst>
          </p:cNvPr>
          <p:cNvSpPr txBox="1"/>
          <p:nvPr/>
        </p:nvSpPr>
        <p:spPr>
          <a:xfrm>
            <a:off x="6993990" y="2869257"/>
            <a:ext cx="437322" cy="276999"/>
          </a:xfrm>
          <a:prstGeom prst="rect">
            <a:avLst/>
          </a:prstGeom>
          <a:noFill/>
          <a:ln w="19050">
            <a:noFill/>
          </a:ln>
        </p:spPr>
        <p:txBody>
          <a:bodyPr wrap="square" lIns="0" tIns="0" rIns="0" bIns="0" rtlCol="0">
            <a:spAutoFit/>
          </a:bodyPr>
          <a:lstStyle/>
          <a:p>
            <a:pPr defTabSz="914478">
              <a:defRPr/>
            </a:pPr>
            <a:r>
              <a:rPr kumimoji="1" lang="en-US" altLang="zh-CN" b="1" dirty="0">
                <a:solidFill>
                  <a:srgbClr val="FFFF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I1n</a:t>
            </a:r>
            <a:endParaRPr kumimoji="1" lang="zh-CN" altLang="en-US" sz="3200" b="1" dirty="0">
              <a:solidFill>
                <a:srgbClr val="FFFFFF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2C359076-9303-6625-5C74-FBB736551D44}"/>
              </a:ext>
            </a:extLst>
          </p:cNvPr>
          <p:cNvSpPr txBox="1"/>
          <p:nvPr/>
        </p:nvSpPr>
        <p:spPr>
          <a:xfrm>
            <a:off x="6640351" y="2679489"/>
            <a:ext cx="438491" cy="430887"/>
          </a:xfrm>
          <a:prstGeom prst="rect">
            <a:avLst/>
          </a:prstGeom>
          <a:noFill/>
          <a:ln w="19050">
            <a:noFill/>
          </a:ln>
        </p:spPr>
        <p:txBody>
          <a:bodyPr wrap="square" lIns="0" tIns="0" rIns="0" bIns="0" rtlCol="0">
            <a:spAutoFit/>
          </a:bodyPr>
          <a:lstStyle/>
          <a:p>
            <a:pPr algn="ctr" defTabSz="914478">
              <a:defRPr/>
            </a:pPr>
            <a:r>
              <a:rPr kumimoji="1" lang="en-US" altLang="zh-CN" sz="2800" dirty="0">
                <a:solidFill>
                  <a:srgbClr val="FFFFFF"/>
                </a:solidFill>
                <a:latin typeface="Microsoft YaHei" panose="020B0503020204020204" pitchFamily="34" charset="-122"/>
              </a:rPr>
              <a:t>…</a:t>
            </a:r>
            <a:endParaRPr kumimoji="1" lang="zh-CN" altLang="en-US" sz="3200" dirty="0">
              <a:solidFill>
                <a:srgbClr val="FFFFFF"/>
              </a:solidFill>
              <a:latin typeface="Microsoft YaHei" panose="020B0503020204020204" pitchFamily="34" charset="-122"/>
            </a:endParaRPr>
          </a:p>
        </p:txBody>
      </p:sp>
      <p:cxnSp>
        <p:nvCxnSpPr>
          <p:cNvPr id="17" name="直接箭头连接符 16">
            <a:extLst>
              <a:ext uri="{FF2B5EF4-FFF2-40B4-BE49-F238E27FC236}">
                <a16:creationId xmlns:a16="http://schemas.microsoft.com/office/drawing/2014/main" id="{87AEB4C1-EF64-B4C4-093A-CA885BFF07A6}"/>
              </a:ext>
            </a:extLst>
          </p:cNvPr>
          <p:cNvCxnSpPr>
            <a:stCxn id="10" idx="2"/>
            <a:endCxn id="15" idx="0"/>
          </p:cNvCxnSpPr>
          <p:nvPr/>
        </p:nvCxnSpPr>
        <p:spPr>
          <a:xfrm>
            <a:off x="6896079" y="2433071"/>
            <a:ext cx="316572" cy="436186"/>
          </a:xfrm>
          <a:prstGeom prst="straightConnector1">
            <a:avLst/>
          </a:prstGeom>
          <a:noFill/>
          <a:ln w="19050" cap="flat" cmpd="sng" algn="ctr">
            <a:solidFill>
              <a:srgbClr val="FFFFFF"/>
            </a:solidFill>
            <a:prstDash val="solid"/>
            <a:miter lim="800000"/>
            <a:tailEnd type="triangle"/>
          </a:ln>
          <a:effectLst/>
        </p:spPr>
      </p:cxnSp>
      <p:cxnSp>
        <p:nvCxnSpPr>
          <p:cNvPr id="18" name="直接箭头连接符 17">
            <a:extLst>
              <a:ext uri="{FF2B5EF4-FFF2-40B4-BE49-F238E27FC236}">
                <a16:creationId xmlns:a16="http://schemas.microsoft.com/office/drawing/2014/main" id="{CC227585-1D93-C750-B06A-E39030624704}"/>
              </a:ext>
            </a:extLst>
          </p:cNvPr>
          <p:cNvCxnSpPr/>
          <p:nvPr/>
        </p:nvCxnSpPr>
        <p:spPr>
          <a:xfrm flipH="1">
            <a:off x="7485061" y="2433071"/>
            <a:ext cx="105278" cy="458730"/>
          </a:xfrm>
          <a:prstGeom prst="straightConnector1">
            <a:avLst/>
          </a:prstGeom>
          <a:noFill/>
          <a:ln w="19050" cap="flat" cmpd="sng" algn="ctr">
            <a:solidFill>
              <a:srgbClr val="FFFFFF"/>
            </a:solidFill>
            <a:prstDash val="solid"/>
            <a:miter lim="800000"/>
            <a:tailEnd type="triangle"/>
          </a:ln>
          <a:effectLst/>
        </p:spPr>
      </p:cxnSp>
      <p:cxnSp>
        <p:nvCxnSpPr>
          <p:cNvPr id="19" name="直接箭头连接符 18">
            <a:extLst>
              <a:ext uri="{FF2B5EF4-FFF2-40B4-BE49-F238E27FC236}">
                <a16:creationId xmlns:a16="http://schemas.microsoft.com/office/drawing/2014/main" id="{1E140E69-E814-BA26-79BA-C0A4A25CBC50}"/>
              </a:ext>
            </a:extLst>
          </p:cNvPr>
          <p:cNvCxnSpPr>
            <a:stCxn id="11" idx="2"/>
          </p:cNvCxnSpPr>
          <p:nvPr/>
        </p:nvCxnSpPr>
        <p:spPr>
          <a:xfrm>
            <a:off x="7703722" y="2433070"/>
            <a:ext cx="270441" cy="436187"/>
          </a:xfrm>
          <a:prstGeom prst="straightConnector1">
            <a:avLst/>
          </a:prstGeom>
          <a:noFill/>
          <a:ln w="19050" cap="flat" cmpd="sng" algn="ctr">
            <a:solidFill>
              <a:srgbClr val="FFFFFF"/>
            </a:solidFill>
            <a:prstDash val="solid"/>
            <a:miter lim="800000"/>
            <a:tailEnd type="triangle"/>
          </a:ln>
          <a:effectLst/>
        </p:spPr>
      </p:cxnSp>
      <p:sp>
        <p:nvSpPr>
          <p:cNvPr id="20" name="文本框 19">
            <a:extLst>
              <a:ext uri="{FF2B5EF4-FFF2-40B4-BE49-F238E27FC236}">
                <a16:creationId xmlns:a16="http://schemas.microsoft.com/office/drawing/2014/main" id="{CF49F72C-CF10-BDC7-3CA3-FF75BBECCEFF}"/>
              </a:ext>
            </a:extLst>
          </p:cNvPr>
          <p:cNvSpPr txBox="1"/>
          <p:nvPr/>
        </p:nvSpPr>
        <p:spPr>
          <a:xfrm>
            <a:off x="7528461" y="2676357"/>
            <a:ext cx="438491" cy="430887"/>
          </a:xfrm>
          <a:prstGeom prst="rect">
            <a:avLst/>
          </a:prstGeom>
          <a:noFill/>
          <a:ln w="19050">
            <a:noFill/>
          </a:ln>
        </p:spPr>
        <p:txBody>
          <a:bodyPr wrap="square" lIns="0" tIns="0" rIns="0" bIns="0" rtlCol="0">
            <a:spAutoFit/>
          </a:bodyPr>
          <a:lstStyle/>
          <a:p>
            <a:pPr algn="ctr" defTabSz="914478">
              <a:defRPr/>
            </a:pPr>
            <a:r>
              <a:rPr kumimoji="1" lang="en-US" altLang="zh-CN" sz="2800" dirty="0">
                <a:solidFill>
                  <a:srgbClr val="FFFFFF"/>
                </a:solidFill>
                <a:latin typeface="Microsoft YaHei" panose="020B0503020204020204" pitchFamily="34" charset="-122"/>
              </a:rPr>
              <a:t>…</a:t>
            </a:r>
            <a:endParaRPr kumimoji="1" lang="zh-CN" altLang="en-US" sz="3200" dirty="0">
              <a:solidFill>
                <a:srgbClr val="FFFFFF"/>
              </a:solidFill>
              <a:latin typeface="Microsoft YaHei" panose="020B0503020204020204" pitchFamily="34" charset="-122"/>
            </a:endParaRPr>
          </a:p>
        </p:txBody>
      </p:sp>
      <p:cxnSp>
        <p:nvCxnSpPr>
          <p:cNvPr id="21" name="直接箭头连接符 20">
            <a:extLst>
              <a:ext uri="{FF2B5EF4-FFF2-40B4-BE49-F238E27FC236}">
                <a16:creationId xmlns:a16="http://schemas.microsoft.com/office/drawing/2014/main" id="{21DE6AF6-1367-C2AB-4031-FE970A3AD621}"/>
              </a:ext>
            </a:extLst>
          </p:cNvPr>
          <p:cNvCxnSpPr/>
          <p:nvPr/>
        </p:nvCxnSpPr>
        <p:spPr>
          <a:xfrm flipH="1">
            <a:off x="6212113" y="3185155"/>
            <a:ext cx="265042" cy="419442"/>
          </a:xfrm>
          <a:prstGeom prst="straightConnector1">
            <a:avLst/>
          </a:prstGeom>
          <a:noFill/>
          <a:ln w="19050" cap="flat" cmpd="sng" algn="ctr">
            <a:solidFill>
              <a:srgbClr val="FFFFFF"/>
            </a:solidFill>
            <a:prstDash val="solid"/>
            <a:miter lim="800000"/>
            <a:tailEnd type="triangle"/>
          </a:ln>
          <a:effectLst/>
        </p:spPr>
      </p:cxnSp>
      <p:cxnSp>
        <p:nvCxnSpPr>
          <p:cNvPr id="22" name="直接箭头连接符 21">
            <a:extLst>
              <a:ext uri="{FF2B5EF4-FFF2-40B4-BE49-F238E27FC236}">
                <a16:creationId xmlns:a16="http://schemas.microsoft.com/office/drawing/2014/main" id="{922A1E23-2DE1-50B8-0817-392845C5874D}"/>
              </a:ext>
            </a:extLst>
          </p:cNvPr>
          <p:cNvCxnSpPr/>
          <p:nvPr/>
        </p:nvCxnSpPr>
        <p:spPr>
          <a:xfrm>
            <a:off x="6640351" y="3185155"/>
            <a:ext cx="125037" cy="419442"/>
          </a:xfrm>
          <a:prstGeom prst="straightConnector1">
            <a:avLst/>
          </a:prstGeom>
          <a:noFill/>
          <a:ln w="19050" cap="flat" cmpd="sng" algn="ctr">
            <a:solidFill>
              <a:srgbClr val="FFFFFF"/>
            </a:solidFill>
            <a:prstDash val="solid"/>
            <a:miter lim="800000"/>
            <a:tailEnd type="triangle"/>
          </a:ln>
          <a:effectLst/>
        </p:spPr>
      </p:cxnSp>
      <p:cxnSp>
        <p:nvCxnSpPr>
          <p:cNvPr id="23" name="直接箭头连接符 22">
            <a:extLst>
              <a:ext uri="{FF2B5EF4-FFF2-40B4-BE49-F238E27FC236}">
                <a16:creationId xmlns:a16="http://schemas.microsoft.com/office/drawing/2014/main" id="{23EDA07B-51AA-EF0F-D3F1-B93B94FBA4B0}"/>
              </a:ext>
            </a:extLst>
          </p:cNvPr>
          <p:cNvCxnSpPr/>
          <p:nvPr/>
        </p:nvCxnSpPr>
        <p:spPr>
          <a:xfrm flipH="1">
            <a:off x="6940241" y="3146256"/>
            <a:ext cx="114124" cy="391332"/>
          </a:xfrm>
          <a:prstGeom prst="straightConnector1">
            <a:avLst/>
          </a:prstGeom>
          <a:noFill/>
          <a:ln w="19050" cap="flat" cmpd="sng" algn="ctr">
            <a:solidFill>
              <a:srgbClr val="FFFFFF"/>
            </a:solidFill>
            <a:prstDash val="solid"/>
            <a:miter lim="800000"/>
            <a:tailEnd type="triangle"/>
          </a:ln>
          <a:effectLst/>
        </p:spPr>
      </p:cxnSp>
      <p:cxnSp>
        <p:nvCxnSpPr>
          <p:cNvPr id="24" name="直接箭头连接符 23">
            <a:extLst>
              <a:ext uri="{FF2B5EF4-FFF2-40B4-BE49-F238E27FC236}">
                <a16:creationId xmlns:a16="http://schemas.microsoft.com/office/drawing/2014/main" id="{B53D660F-A72C-A266-37DF-01E3A35367F0}"/>
              </a:ext>
            </a:extLst>
          </p:cNvPr>
          <p:cNvCxnSpPr/>
          <p:nvPr/>
        </p:nvCxnSpPr>
        <p:spPr>
          <a:xfrm>
            <a:off x="7336578" y="3125183"/>
            <a:ext cx="148483" cy="457259"/>
          </a:xfrm>
          <a:prstGeom prst="straightConnector1">
            <a:avLst/>
          </a:prstGeom>
          <a:noFill/>
          <a:ln w="19050" cap="flat" cmpd="sng" algn="ctr">
            <a:solidFill>
              <a:srgbClr val="FFFFFF"/>
            </a:solidFill>
            <a:prstDash val="solid"/>
            <a:miter lim="800000"/>
            <a:tailEnd type="triangle"/>
          </a:ln>
          <a:effectLst/>
        </p:spPr>
      </p:cxnSp>
      <p:sp>
        <p:nvSpPr>
          <p:cNvPr id="25" name="文本框 24">
            <a:extLst>
              <a:ext uri="{FF2B5EF4-FFF2-40B4-BE49-F238E27FC236}">
                <a16:creationId xmlns:a16="http://schemas.microsoft.com/office/drawing/2014/main" id="{C3251A32-7B28-7E29-0683-4B898C4CA1D9}"/>
              </a:ext>
            </a:extLst>
          </p:cNvPr>
          <p:cNvSpPr txBox="1"/>
          <p:nvPr/>
        </p:nvSpPr>
        <p:spPr>
          <a:xfrm>
            <a:off x="7806324" y="3187891"/>
            <a:ext cx="438491" cy="430887"/>
          </a:xfrm>
          <a:prstGeom prst="rect">
            <a:avLst/>
          </a:prstGeom>
          <a:noFill/>
          <a:ln w="19050">
            <a:noFill/>
          </a:ln>
        </p:spPr>
        <p:txBody>
          <a:bodyPr wrap="square" lIns="0" tIns="0" rIns="0" bIns="0" rtlCol="0">
            <a:spAutoFit/>
          </a:bodyPr>
          <a:lstStyle/>
          <a:p>
            <a:pPr algn="ctr" defTabSz="914478">
              <a:defRPr/>
            </a:pPr>
            <a:r>
              <a:rPr kumimoji="1" lang="en-US" altLang="zh-CN" sz="2800" dirty="0">
                <a:solidFill>
                  <a:srgbClr val="FFFFFF"/>
                </a:solidFill>
                <a:latin typeface="Microsoft YaHei" panose="020B0503020204020204" pitchFamily="34" charset="-122"/>
              </a:rPr>
              <a:t>…</a:t>
            </a:r>
            <a:endParaRPr kumimoji="1" lang="zh-CN" altLang="en-US" sz="3200" dirty="0">
              <a:solidFill>
                <a:srgbClr val="FFFFFF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26" name="文本框 25">
            <a:extLst>
              <a:ext uri="{FF2B5EF4-FFF2-40B4-BE49-F238E27FC236}">
                <a16:creationId xmlns:a16="http://schemas.microsoft.com/office/drawing/2014/main" id="{5E34AE5B-2428-D5B9-2832-B664372E68F4}"/>
              </a:ext>
            </a:extLst>
          </p:cNvPr>
          <p:cNvSpPr txBox="1"/>
          <p:nvPr/>
        </p:nvSpPr>
        <p:spPr>
          <a:xfrm>
            <a:off x="6279999" y="3316991"/>
            <a:ext cx="438491" cy="430887"/>
          </a:xfrm>
          <a:prstGeom prst="rect">
            <a:avLst/>
          </a:prstGeom>
          <a:noFill/>
          <a:ln w="19050">
            <a:noFill/>
          </a:ln>
        </p:spPr>
        <p:txBody>
          <a:bodyPr wrap="square" lIns="0" tIns="0" rIns="0" bIns="0" rtlCol="0">
            <a:spAutoFit/>
          </a:bodyPr>
          <a:lstStyle/>
          <a:p>
            <a:pPr algn="ctr" defTabSz="914478">
              <a:defRPr/>
            </a:pPr>
            <a:r>
              <a:rPr kumimoji="1" lang="en-US" altLang="zh-CN" sz="2800" dirty="0">
                <a:solidFill>
                  <a:srgbClr val="FFFFFF"/>
                </a:solidFill>
                <a:latin typeface="Microsoft YaHei" panose="020B0503020204020204" pitchFamily="34" charset="-122"/>
              </a:rPr>
              <a:t>…</a:t>
            </a:r>
            <a:endParaRPr kumimoji="1" lang="zh-CN" altLang="en-US" sz="3200" dirty="0">
              <a:solidFill>
                <a:srgbClr val="FFFFFF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27" name="文本框 26">
            <a:extLst>
              <a:ext uri="{FF2B5EF4-FFF2-40B4-BE49-F238E27FC236}">
                <a16:creationId xmlns:a16="http://schemas.microsoft.com/office/drawing/2014/main" id="{680ED00A-5E15-9E33-0E8B-556550F602BA}"/>
              </a:ext>
            </a:extLst>
          </p:cNvPr>
          <p:cNvSpPr txBox="1"/>
          <p:nvPr/>
        </p:nvSpPr>
        <p:spPr>
          <a:xfrm>
            <a:off x="6976226" y="3284790"/>
            <a:ext cx="438491" cy="430887"/>
          </a:xfrm>
          <a:prstGeom prst="rect">
            <a:avLst/>
          </a:prstGeom>
          <a:noFill/>
          <a:ln w="19050">
            <a:noFill/>
          </a:ln>
        </p:spPr>
        <p:txBody>
          <a:bodyPr wrap="square" lIns="0" tIns="0" rIns="0" bIns="0" rtlCol="0">
            <a:spAutoFit/>
          </a:bodyPr>
          <a:lstStyle/>
          <a:p>
            <a:pPr algn="ctr" defTabSz="914478">
              <a:defRPr/>
            </a:pPr>
            <a:r>
              <a:rPr kumimoji="1" lang="en-US" altLang="zh-CN" sz="2800" dirty="0">
                <a:solidFill>
                  <a:srgbClr val="FFFFFF"/>
                </a:solidFill>
                <a:latin typeface="Microsoft YaHei" panose="020B0503020204020204" pitchFamily="34" charset="-122"/>
              </a:rPr>
              <a:t>…</a:t>
            </a:r>
            <a:endParaRPr kumimoji="1" lang="zh-CN" altLang="en-US" sz="3200" dirty="0">
              <a:solidFill>
                <a:srgbClr val="FFFFFF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28" name="等腰三角形 27">
            <a:extLst>
              <a:ext uri="{FF2B5EF4-FFF2-40B4-BE49-F238E27FC236}">
                <a16:creationId xmlns:a16="http://schemas.microsoft.com/office/drawing/2014/main" id="{19E12A57-9922-D74B-CD82-BE92C415F148}"/>
              </a:ext>
            </a:extLst>
          </p:cNvPr>
          <p:cNvSpPr/>
          <p:nvPr/>
        </p:nvSpPr>
        <p:spPr>
          <a:xfrm>
            <a:off x="9013260" y="2570405"/>
            <a:ext cx="3049967" cy="3113709"/>
          </a:xfrm>
          <a:prstGeom prst="triangle">
            <a:avLst/>
          </a:prstGeom>
          <a:solidFill>
            <a:srgbClr val="61B230">
              <a:lumMod val="40000"/>
              <a:lumOff val="60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914478">
              <a:defRPr/>
            </a:pPr>
            <a:endParaRPr lang="zh-CN" altLang="en-US" kern="0">
              <a:solidFill>
                <a:srgbClr val="666666"/>
              </a:solidFill>
              <a:ea typeface="黑体" panose="02010609060101010101" pitchFamily="49" charset="-122"/>
            </a:endParaRPr>
          </a:p>
        </p:txBody>
      </p:sp>
      <p:sp>
        <p:nvSpPr>
          <p:cNvPr id="29" name="文本框 28">
            <a:extLst>
              <a:ext uri="{FF2B5EF4-FFF2-40B4-BE49-F238E27FC236}">
                <a16:creationId xmlns:a16="http://schemas.microsoft.com/office/drawing/2014/main" id="{37C630ED-D814-B8F5-F96C-545F0AB35115}"/>
              </a:ext>
            </a:extLst>
          </p:cNvPr>
          <p:cNvSpPr txBox="1"/>
          <p:nvPr/>
        </p:nvSpPr>
        <p:spPr>
          <a:xfrm>
            <a:off x="10010619" y="3886954"/>
            <a:ext cx="437322" cy="2769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defTabSz="914478">
              <a:defRPr/>
            </a:pPr>
            <a:r>
              <a:rPr kumimoji="1" lang="en-US" altLang="zh-CN" b="1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O1</a:t>
            </a:r>
            <a:endParaRPr kumimoji="1" lang="zh-CN" altLang="en-US" sz="3200" b="1" dirty="0">
              <a:solidFill>
                <a:srgbClr val="00000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30" name="文本框 29">
            <a:extLst>
              <a:ext uri="{FF2B5EF4-FFF2-40B4-BE49-F238E27FC236}">
                <a16:creationId xmlns:a16="http://schemas.microsoft.com/office/drawing/2014/main" id="{E6C2070A-D539-B66D-2146-6832FE450DDD}"/>
              </a:ext>
            </a:extLst>
          </p:cNvPr>
          <p:cNvSpPr txBox="1"/>
          <p:nvPr/>
        </p:nvSpPr>
        <p:spPr>
          <a:xfrm>
            <a:off x="10818262" y="3886953"/>
            <a:ext cx="437322" cy="2769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defTabSz="914478">
              <a:defRPr/>
            </a:pPr>
            <a:r>
              <a:rPr kumimoji="1" lang="en-US" altLang="zh-CN" b="1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On</a:t>
            </a:r>
            <a:endParaRPr kumimoji="1" lang="zh-CN" altLang="en-US" sz="3200" b="1" dirty="0">
              <a:solidFill>
                <a:srgbClr val="00000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31" name="文本框 30">
            <a:extLst>
              <a:ext uri="{FF2B5EF4-FFF2-40B4-BE49-F238E27FC236}">
                <a16:creationId xmlns:a16="http://schemas.microsoft.com/office/drawing/2014/main" id="{FE0FE18B-E297-4ECF-DD4E-2435BEA031F8}"/>
              </a:ext>
            </a:extLst>
          </p:cNvPr>
          <p:cNvSpPr txBox="1"/>
          <p:nvPr/>
        </p:nvSpPr>
        <p:spPr>
          <a:xfrm>
            <a:off x="10326022" y="3687941"/>
            <a:ext cx="438491" cy="43088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 defTabSz="914478">
              <a:defRPr/>
            </a:pPr>
            <a:r>
              <a:rPr kumimoji="1" lang="en-US" altLang="zh-CN" sz="2800" dirty="0">
                <a:solidFill>
                  <a:srgbClr val="000000"/>
                </a:solidFill>
                <a:latin typeface="Microsoft YaHei" panose="020B0503020204020204" pitchFamily="34" charset="-122"/>
              </a:rPr>
              <a:t>…</a:t>
            </a:r>
            <a:endParaRPr kumimoji="1" lang="zh-CN" altLang="en-US" sz="3200" dirty="0">
              <a:solidFill>
                <a:srgbClr val="000000"/>
              </a:solidFill>
              <a:latin typeface="Microsoft YaHei" panose="020B0503020204020204" pitchFamily="34" charset="-122"/>
            </a:endParaRPr>
          </a:p>
        </p:txBody>
      </p:sp>
      <p:cxnSp>
        <p:nvCxnSpPr>
          <p:cNvPr id="32" name="直接箭头连接符 31">
            <a:extLst>
              <a:ext uri="{FF2B5EF4-FFF2-40B4-BE49-F238E27FC236}">
                <a16:creationId xmlns:a16="http://schemas.microsoft.com/office/drawing/2014/main" id="{A06886E5-D391-6CD6-5B94-228A289EBF20}"/>
              </a:ext>
            </a:extLst>
          </p:cNvPr>
          <p:cNvCxnSpPr/>
          <p:nvPr/>
        </p:nvCxnSpPr>
        <p:spPr>
          <a:xfrm flipH="1">
            <a:off x="9810356" y="4163953"/>
            <a:ext cx="218661" cy="402899"/>
          </a:xfrm>
          <a:prstGeom prst="straightConnector1">
            <a:avLst/>
          </a:prstGeom>
          <a:noFill/>
          <a:ln w="6350" cap="flat" cmpd="sng" algn="ctr">
            <a:solidFill>
              <a:srgbClr val="1D1D1A"/>
            </a:solidFill>
            <a:prstDash val="solid"/>
            <a:miter lim="800000"/>
            <a:tailEnd type="triangle"/>
          </a:ln>
          <a:effectLst/>
        </p:spPr>
      </p:cxnSp>
      <p:sp>
        <p:nvSpPr>
          <p:cNvPr id="33" name="文本框 32">
            <a:extLst>
              <a:ext uri="{FF2B5EF4-FFF2-40B4-BE49-F238E27FC236}">
                <a16:creationId xmlns:a16="http://schemas.microsoft.com/office/drawing/2014/main" id="{7F030280-2524-07CC-15D3-F15DD98E142D}"/>
              </a:ext>
            </a:extLst>
          </p:cNvPr>
          <p:cNvSpPr txBox="1"/>
          <p:nvPr/>
        </p:nvSpPr>
        <p:spPr>
          <a:xfrm>
            <a:off x="9661267" y="4622683"/>
            <a:ext cx="437322" cy="2769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defTabSz="914478">
              <a:defRPr/>
            </a:pPr>
            <a:r>
              <a:rPr kumimoji="1" lang="en-US" altLang="zh-CN" b="1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O11</a:t>
            </a:r>
            <a:endParaRPr kumimoji="1" lang="zh-CN" altLang="en-US" sz="3200" b="1" dirty="0">
              <a:solidFill>
                <a:srgbClr val="00000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34" name="文本框 33">
            <a:extLst>
              <a:ext uri="{FF2B5EF4-FFF2-40B4-BE49-F238E27FC236}">
                <a16:creationId xmlns:a16="http://schemas.microsoft.com/office/drawing/2014/main" id="{1DB343CC-DCF2-CEDB-7545-D7F06CBBC856}"/>
              </a:ext>
            </a:extLst>
          </p:cNvPr>
          <p:cNvSpPr txBox="1"/>
          <p:nvPr/>
        </p:nvSpPr>
        <p:spPr>
          <a:xfrm>
            <a:off x="10327191" y="4600139"/>
            <a:ext cx="437322" cy="2769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defTabSz="914478">
              <a:defRPr/>
            </a:pPr>
            <a:r>
              <a:rPr kumimoji="1" lang="en-US" altLang="zh-CN" b="1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O1n</a:t>
            </a:r>
            <a:endParaRPr kumimoji="1" lang="zh-CN" altLang="en-US" sz="3200" b="1" dirty="0">
              <a:solidFill>
                <a:srgbClr val="00000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35" name="文本框 34">
            <a:extLst>
              <a:ext uri="{FF2B5EF4-FFF2-40B4-BE49-F238E27FC236}">
                <a16:creationId xmlns:a16="http://schemas.microsoft.com/office/drawing/2014/main" id="{93DC7CF3-3BEB-6CF6-2111-6E1D679590EE}"/>
              </a:ext>
            </a:extLst>
          </p:cNvPr>
          <p:cNvSpPr txBox="1"/>
          <p:nvPr/>
        </p:nvSpPr>
        <p:spPr>
          <a:xfrm>
            <a:off x="9973552" y="4410371"/>
            <a:ext cx="438491" cy="43088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 defTabSz="914478">
              <a:defRPr/>
            </a:pPr>
            <a:r>
              <a:rPr kumimoji="1" lang="en-US" altLang="zh-CN" sz="2800" dirty="0">
                <a:solidFill>
                  <a:srgbClr val="000000"/>
                </a:solidFill>
                <a:latin typeface="Microsoft YaHei" panose="020B0503020204020204" pitchFamily="34" charset="-122"/>
              </a:rPr>
              <a:t>…</a:t>
            </a:r>
            <a:endParaRPr kumimoji="1" lang="zh-CN" altLang="en-US" sz="3200" dirty="0">
              <a:solidFill>
                <a:srgbClr val="000000"/>
              </a:solidFill>
              <a:latin typeface="Microsoft YaHei" panose="020B0503020204020204" pitchFamily="34" charset="-122"/>
            </a:endParaRPr>
          </a:p>
        </p:txBody>
      </p:sp>
      <p:cxnSp>
        <p:nvCxnSpPr>
          <p:cNvPr id="36" name="直接箭头连接符 35">
            <a:extLst>
              <a:ext uri="{FF2B5EF4-FFF2-40B4-BE49-F238E27FC236}">
                <a16:creationId xmlns:a16="http://schemas.microsoft.com/office/drawing/2014/main" id="{E09A780A-EBA0-52EF-1929-EDA9694DF2F3}"/>
              </a:ext>
            </a:extLst>
          </p:cNvPr>
          <p:cNvCxnSpPr>
            <a:stCxn id="29" idx="2"/>
            <a:endCxn id="34" idx="0"/>
          </p:cNvCxnSpPr>
          <p:nvPr/>
        </p:nvCxnSpPr>
        <p:spPr>
          <a:xfrm>
            <a:off x="10229280" y="4163953"/>
            <a:ext cx="316572" cy="436186"/>
          </a:xfrm>
          <a:prstGeom prst="straightConnector1">
            <a:avLst/>
          </a:prstGeom>
          <a:noFill/>
          <a:ln w="6350" cap="flat" cmpd="sng" algn="ctr">
            <a:solidFill>
              <a:srgbClr val="1D1D1A"/>
            </a:solidFill>
            <a:prstDash val="solid"/>
            <a:miter lim="800000"/>
            <a:tailEnd type="triangle"/>
          </a:ln>
          <a:effectLst/>
        </p:spPr>
      </p:cxnSp>
      <p:cxnSp>
        <p:nvCxnSpPr>
          <p:cNvPr id="37" name="直接箭头连接符 36">
            <a:extLst>
              <a:ext uri="{FF2B5EF4-FFF2-40B4-BE49-F238E27FC236}">
                <a16:creationId xmlns:a16="http://schemas.microsoft.com/office/drawing/2014/main" id="{EB0ADB5A-E7DE-CCA0-0175-F6249C88ED2F}"/>
              </a:ext>
            </a:extLst>
          </p:cNvPr>
          <p:cNvCxnSpPr/>
          <p:nvPr/>
        </p:nvCxnSpPr>
        <p:spPr>
          <a:xfrm flipH="1">
            <a:off x="10818262" y="4163953"/>
            <a:ext cx="105278" cy="458730"/>
          </a:xfrm>
          <a:prstGeom prst="straightConnector1">
            <a:avLst/>
          </a:prstGeom>
          <a:noFill/>
          <a:ln w="6350" cap="flat" cmpd="sng" algn="ctr">
            <a:solidFill>
              <a:srgbClr val="1D1D1A"/>
            </a:solidFill>
            <a:prstDash val="solid"/>
            <a:miter lim="800000"/>
            <a:tailEnd type="triangle"/>
          </a:ln>
          <a:effectLst/>
        </p:spPr>
      </p:cxnSp>
      <p:cxnSp>
        <p:nvCxnSpPr>
          <p:cNvPr id="38" name="直接箭头连接符 37">
            <a:extLst>
              <a:ext uri="{FF2B5EF4-FFF2-40B4-BE49-F238E27FC236}">
                <a16:creationId xmlns:a16="http://schemas.microsoft.com/office/drawing/2014/main" id="{9FAD540C-C2BB-D462-7DCA-558D3435EAC3}"/>
              </a:ext>
            </a:extLst>
          </p:cNvPr>
          <p:cNvCxnSpPr>
            <a:stCxn id="30" idx="2"/>
          </p:cNvCxnSpPr>
          <p:nvPr/>
        </p:nvCxnSpPr>
        <p:spPr>
          <a:xfrm>
            <a:off x="11036923" y="4163952"/>
            <a:ext cx="270441" cy="436187"/>
          </a:xfrm>
          <a:prstGeom prst="straightConnector1">
            <a:avLst/>
          </a:prstGeom>
          <a:noFill/>
          <a:ln w="6350" cap="flat" cmpd="sng" algn="ctr">
            <a:solidFill>
              <a:srgbClr val="1D1D1A"/>
            </a:solidFill>
            <a:prstDash val="solid"/>
            <a:miter lim="800000"/>
            <a:tailEnd type="triangle"/>
          </a:ln>
          <a:effectLst/>
        </p:spPr>
      </p:cxnSp>
      <p:sp>
        <p:nvSpPr>
          <p:cNvPr id="39" name="文本框 38">
            <a:extLst>
              <a:ext uri="{FF2B5EF4-FFF2-40B4-BE49-F238E27FC236}">
                <a16:creationId xmlns:a16="http://schemas.microsoft.com/office/drawing/2014/main" id="{056DEC02-0749-581D-DA80-83408FE6E97D}"/>
              </a:ext>
            </a:extLst>
          </p:cNvPr>
          <p:cNvSpPr txBox="1"/>
          <p:nvPr/>
        </p:nvSpPr>
        <p:spPr>
          <a:xfrm>
            <a:off x="10861662" y="4407239"/>
            <a:ext cx="438491" cy="43088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 defTabSz="914478">
              <a:defRPr/>
            </a:pPr>
            <a:r>
              <a:rPr kumimoji="1" lang="en-US" altLang="zh-CN" sz="2800" dirty="0">
                <a:solidFill>
                  <a:srgbClr val="000000"/>
                </a:solidFill>
                <a:latin typeface="Microsoft YaHei" panose="020B0503020204020204" pitchFamily="34" charset="-122"/>
              </a:rPr>
              <a:t>…</a:t>
            </a:r>
            <a:endParaRPr kumimoji="1" lang="zh-CN" altLang="en-US" sz="3200" dirty="0">
              <a:solidFill>
                <a:srgbClr val="000000"/>
              </a:solidFill>
              <a:latin typeface="Microsoft YaHei" panose="020B0503020204020204" pitchFamily="34" charset="-122"/>
            </a:endParaRPr>
          </a:p>
        </p:txBody>
      </p:sp>
      <p:cxnSp>
        <p:nvCxnSpPr>
          <p:cNvPr id="40" name="直接箭头连接符 39">
            <a:extLst>
              <a:ext uri="{FF2B5EF4-FFF2-40B4-BE49-F238E27FC236}">
                <a16:creationId xmlns:a16="http://schemas.microsoft.com/office/drawing/2014/main" id="{B662DEEF-5C39-9953-531A-E9F92DE5E954}"/>
              </a:ext>
            </a:extLst>
          </p:cNvPr>
          <p:cNvCxnSpPr/>
          <p:nvPr/>
        </p:nvCxnSpPr>
        <p:spPr>
          <a:xfrm flipH="1">
            <a:off x="9545314" y="4916037"/>
            <a:ext cx="265042" cy="419442"/>
          </a:xfrm>
          <a:prstGeom prst="straightConnector1">
            <a:avLst/>
          </a:prstGeom>
          <a:noFill/>
          <a:ln w="6350" cap="flat" cmpd="sng" algn="ctr">
            <a:solidFill>
              <a:srgbClr val="1D1D1A"/>
            </a:solidFill>
            <a:prstDash val="solid"/>
            <a:miter lim="800000"/>
            <a:tailEnd type="triangle"/>
          </a:ln>
          <a:effectLst/>
        </p:spPr>
      </p:cxnSp>
      <p:cxnSp>
        <p:nvCxnSpPr>
          <p:cNvPr id="41" name="直接箭头连接符 40">
            <a:extLst>
              <a:ext uri="{FF2B5EF4-FFF2-40B4-BE49-F238E27FC236}">
                <a16:creationId xmlns:a16="http://schemas.microsoft.com/office/drawing/2014/main" id="{FA3C38D3-7901-3CE0-FE00-7F2283163CA5}"/>
              </a:ext>
            </a:extLst>
          </p:cNvPr>
          <p:cNvCxnSpPr/>
          <p:nvPr/>
        </p:nvCxnSpPr>
        <p:spPr>
          <a:xfrm>
            <a:off x="9973552" y="4916037"/>
            <a:ext cx="125037" cy="419442"/>
          </a:xfrm>
          <a:prstGeom prst="straightConnector1">
            <a:avLst/>
          </a:prstGeom>
          <a:noFill/>
          <a:ln w="6350" cap="flat" cmpd="sng" algn="ctr">
            <a:solidFill>
              <a:srgbClr val="1D1D1A"/>
            </a:solidFill>
            <a:prstDash val="solid"/>
            <a:miter lim="800000"/>
            <a:tailEnd type="triangle"/>
          </a:ln>
          <a:effectLst/>
        </p:spPr>
      </p:cxnSp>
      <p:cxnSp>
        <p:nvCxnSpPr>
          <p:cNvPr id="42" name="直接箭头连接符 41">
            <a:extLst>
              <a:ext uri="{FF2B5EF4-FFF2-40B4-BE49-F238E27FC236}">
                <a16:creationId xmlns:a16="http://schemas.microsoft.com/office/drawing/2014/main" id="{E8A0FBED-F97A-F96A-61D1-4BA605025FF5}"/>
              </a:ext>
            </a:extLst>
          </p:cNvPr>
          <p:cNvCxnSpPr/>
          <p:nvPr/>
        </p:nvCxnSpPr>
        <p:spPr>
          <a:xfrm flipH="1">
            <a:off x="10273442" y="4877138"/>
            <a:ext cx="114124" cy="391332"/>
          </a:xfrm>
          <a:prstGeom prst="straightConnector1">
            <a:avLst/>
          </a:prstGeom>
          <a:noFill/>
          <a:ln w="6350" cap="flat" cmpd="sng" algn="ctr">
            <a:solidFill>
              <a:srgbClr val="1D1D1A"/>
            </a:solidFill>
            <a:prstDash val="solid"/>
            <a:miter lim="800000"/>
            <a:tailEnd type="triangle"/>
          </a:ln>
          <a:effectLst/>
        </p:spPr>
      </p:cxnSp>
      <p:cxnSp>
        <p:nvCxnSpPr>
          <p:cNvPr id="43" name="直接箭头连接符 42">
            <a:extLst>
              <a:ext uri="{FF2B5EF4-FFF2-40B4-BE49-F238E27FC236}">
                <a16:creationId xmlns:a16="http://schemas.microsoft.com/office/drawing/2014/main" id="{12C011DF-FCE1-3F69-E6F7-DFC9794EAC31}"/>
              </a:ext>
            </a:extLst>
          </p:cNvPr>
          <p:cNvCxnSpPr/>
          <p:nvPr/>
        </p:nvCxnSpPr>
        <p:spPr>
          <a:xfrm>
            <a:off x="10669779" y="4856065"/>
            <a:ext cx="148483" cy="457259"/>
          </a:xfrm>
          <a:prstGeom prst="straightConnector1">
            <a:avLst/>
          </a:prstGeom>
          <a:noFill/>
          <a:ln w="6350" cap="flat" cmpd="sng" algn="ctr">
            <a:solidFill>
              <a:srgbClr val="1D1D1A"/>
            </a:solidFill>
            <a:prstDash val="solid"/>
            <a:miter lim="800000"/>
            <a:tailEnd type="triangle"/>
          </a:ln>
          <a:effectLst/>
        </p:spPr>
      </p:cxnSp>
      <p:sp>
        <p:nvSpPr>
          <p:cNvPr id="44" name="文本框 43">
            <a:extLst>
              <a:ext uri="{FF2B5EF4-FFF2-40B4-BE49-F238E27FC236}">
                <a16:creationId xmlns:a16="http://schemas.microsoft.com/office/drawing/2014/main" id="{893F0755-96C7-DCCE-9346-DF0D50070C3C}"/>
              </a:ext>
            </a:extLst>
          </p:cNvPr>
          <p:cNvSpPr txBox="1"/>
          <p:nvPr/>
        </p:nvSpPr>
        <p:spPr>
          <a:xfrm>
            <a:off x="11139525" y="4918773"/>
            <a:ext cx="438491" cy="43088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 defTabSz="914478">
              <a:defRPr/>
            </a:pPr>
            <a:r>
              <a:rPr kumimoji="1" lang="en-US" altLang="zh-CN" sz="2800" dirty="0">
                <a:solidFill>
                  <a:srgbClr val="000000"/>
                </a:solidFill>
                <a:latin typeface="Microsoft YaHei" panose="020B0503020204020204" pitchFamily="34" charset="-122"/>
              </a:rPr>
              <a:t>…</a:t>
            </a:r>
            <a:endParaRPr kumimoji="1" lang="zh-CN" altLang="en-US" sz="3200" dirty="0">
              <a:solidFill>
                <a:srgbClr val="000000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45" name="文本框 44">
            <a:extLst>
              <a:ext uri="{FF2B5EF4-FFF2-40B4-BE49-F238E27FC236}">
                <a16:creationId xmlns:a16="http://schemas.microsoft.com/office/drawing/2014/main" id="{B3D698AE-F9C8-D81B-52E7-7BA8123886AB}"/>
              </a:ext>
            </a:extLst>
          </p:cNvPr>
          <p:cNvSpPr txBox="1"/>
          <p:nvPr/>
        </p:nvSpPr>
        <p:spPr>
          <a:xfrm>
            <a:off x="9613200" y="5047873"/>
            <a:ext cx="438491" cy="43088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 defTabSz="914478">
              <a:defRPr/>
            </a:pPr>
            <a:r>
              <a:rPr kumimoji="1" lang="en-US" altLang="zh-CN" sz="2800" dirty="0">
                <a:solidFill>
                  <a:srgbClr val="000000"/>
                </a:solidFill>
                <a:latin typeface="Microsoft YaHei" panose="020B0503020204020204" pitchFamily="34" charset="-122"/>
              </a:rPr>
              <a:t>…</a:t>
            </a:r>
            <a:endParaRPr kumimoji="1" lang="zh-CN" altLang="en-US" sz="3200" dirty="0">
              <a:solidFill>
                <a:srgbClr val="000000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46" name="文本框 45">
            <a:extLst>
              <a:ext uri="{FF2B5EF4-FFF2-40B4-BE49-F238E27FC236}">
                <a16:creationId xmlns:a16="http://schemas.microsoft.com/office/drawing/2014/main" id="{4F61B47F-3CC7-1EA4-D29D-1C78F5293B40}"/>
              </a:ext>
            </a:extLst>
          </p:cNvPr>
          <p:cNvSpPr txBox="1"/>
          <p:nvPr/>
        </p:nvSpPr>
        <p:spPr>
          <a:xfrm>
            <a:off x="10309427" y="5015672"/>
            <a:ext cx="438491" cy="43088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 defTabSz="914478">
              <a:defRPr/>
            </a:pPr>
            <a:r>
              <a:rPr kumimoji="1" lang="en-US" altLang="zh-CN" sz="2800" dirty="0">
                <a:solidFill>
                  <a:srgbClr val="000000"/>
                </a:solidFill>
                <a:latin typeface="Microsoft YaHei" panose="020B0503020204020204" pitchFamily="34" charset="-122"/>
              </a:rPr>
              <a:t>…</a:t>
            </a:r>
            <a:endParaRPr kumimoji="1" lang="zh-CN" altLang="en-US" sz="3200" dirty="0">
              <a:solidFill>
                <a:srgbClr val="000000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47" name="文本框 46">
            <a:extLst>
              <a:ext uri="{FF2B5EF4-FFF2-40B4-BE49-F238E27FC236}">
                <a16:creationId xmlns:a16="http://schemas.microsoft.com/office/drawing/2014/main" id="{A8AF22E8-64D5-4B74-AAD1-0C70864016AA}"/>
              </a:ext>
            </a:extLst>
          </p:cNvPr>
          <p:cNvSpPr txBox="1"/>
          <p:nvPr/>
        </p:nvSpPr>
        <p:spPr>
          <a:xfrm>
            <a:off x="10153314" y="3287125"/>
            <a:ext cx="1032929" cy="2769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defTabSz="914478">
              <a:defRPr/>
            </a:pPr>
            <a:r>
              <a:rPr kumimoji="1" lang="en-US" altLang="zh-CN" b="1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Object</a:t>
            </a:r>
            <a:endParaRPr kumimoji="1" lang="zh-CN" altLang="en-US" sz="3200" b="1" dirty="0">
              <a:solidFill>
                <a:srgbClr val="00000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cxnSp>
        <p:nvCxnSpPr>
          <p:cNvPr id="48" name="直接箭头连接符 47">
            <a:extLst>
              <a:ext uri="{FF2B5EF4-FFF2-40B4-BE49-F238E27FC236}">
                <a16:creationId xmlns:a16="http://schemas.microsoft.com/office/drawing/2014/main" id="{ACC698C5-8F59-2B8C-E51A-E5D1D82EB48C}"/>
              </a:ext>
            </a:extLst>
          </p:cNvPr>
          <p:cNvCxnSpPr/>
          <p:nvPr/>
        </p:nvCxnSpPr>
        <p:spPr>
          <a:xfrm flipH="1">
            <a:off x="10192797" y="3564124"/>
            <a:ext cx="194769" cy="322829"/>
          </a:xfrm>
          <a:prstGeom prst="straightConnector1">
            <a:avLst/>
          </a:prstGeom>
          <a:noFill/>
          <a:ln w="6350" cap="flat" cmpd="sng" algn="ctr">
            <a:solidFill>
              <a:srgbClr val="1D1D1A"/>
            </a:solidFill>
            <a:prstDash val="solid"/>
            <a:miter lim="800000"/>
            <a:tailEnd type="triangle"/>
          </a:ln>
          <a:effectLst/>
        </p:spPr>
      </p:cxnSp>
      <p:cxnSp>
        <p:nvCxnSpPr>
          <p:cNvPr id="49" name="直接箭头连接符 48">
            <a:extLst>
              <a:ext uri="{FF2B5EF4-FFF2-40B4-BE49-F238E27FC236}">
                <a16:creationId xmlns:a16="http://schemas.microsoft.com/office/drawing/2014/main" id="{0FFFC9B5-E205-294C-48BF-1E7D072ED31C}"/>
              </a:ext>
            </a:extLst>
          </p:cNvPr>
          <p:cNvCxnSpPr>
            <a:stCxn id="47" idx="2"/>
          </p:cNvCxnSpPr>
          <p:nvPr/>
        </p:nvCxnSpPr>
        <p:spPr>
          <a:xfrm>
            <a:off x="10669779" y="3564124"/>
            <a:ext cx="201122" cy="325380"/>
          </a:xfrm>
          <a:prstGeom prst="straightConnector1">
            <a:avLst/>
          </a:prstGeom>
          <a:noFill/>
          <a:ln w="6350" cap="flat" cmpd="sng" algn="ctr">
            <a:solidFill>
              <a:srgbClr val="1D1D1A"/>
            </a:solidFill>
            <a:prstDash val="solid"/>
            <a:miter lim="800000"/>
            <a:tailEnd type="triangle"/>
          </a:ln>
          <a:effectLst/>
        </p:spPr>
      </p:cxnSp>
      <p:cxnSp>
        <p:nvCxnSpPr>
          <p:cNvPr id="50" name="直接箭头连接符 49">
            <a:extLst>
              <a:ext uri="{FF2B5EF4-FFF2-40B4-BE49-F238E27FC236}">
                <a16:creationId xmlns:a16="http://schemas.microsoft.com/office/drawing/2014/main" id="{CDB4691B-788A-E1E0-4D01-2F1C427B6ABD}"/>
              </a:ext>
            </a:extLst>
          </p:cNvPr>
          <p:cNvCxnSpPr>
            <a:stCxn id="4" idx="3"/>
            <a:endCxn id="8" idx="0"/>
          </p:cNvCxnSpPr>
          <p:nvPr/>
        </p:nvCxnSpPr>
        <p:spPr>
          <a:xfrm flipH="1">
            <a:off x="3505255" y="707468"/>
            <a:ext cx="2429731" cy="4247438"/>
          </a:xfrm>
          <a:prstGeom prst="straightConnector1">
            <a:avLst/>
          </a:prstGeom>
          <a:noFill/>
          <a:ln w="6350" cap="flat" cmpd="sng" algn="ctr">
            <a:solidFill>
              <a:srgbClr val="1D1D1A"/>
            </a:solidFill>
            <a:prstDash val="solid"/>
            <a:miter lim="800000"/>
            <a:tailEnd type="triangle"/>
          </a:ln>
          <a:effectLst/>
        </p:spPr>
      </p:cxnSp>
      <p:cxnSp>
        <p:nvCxnSpPr>
          <p:cNvPr id="51" name="直接箭头连接符 50">
            <a:extLst>
              <a:ext uri="{FF2B5EF4-FFF2-40B4-BE49-F238E27FC236}">
                <a16:creationId xmlns:a16="http://schemas.microsoft.com/office/drawing/2014/main" id="{1C9E2016-5E28-2AA7-6F5C-3DCCE316B34A}"/>
              </a:ext>
            </a:extLst>
          </p:cNvPr>
          <p:cNvCxnSpPr>
            <a:stCxn id="4" idx="3"/>
            <a:endCxn id="9" idx="0"/>
          </p:cNvCxnSpPr>
          <p:nvPr/>
        </p:nvCxnSpPr>
        <p:spPr>
          <a:xfrm flipH="1">
            <a:off x="5451640" y="707468"/>
            <a:ext cx="483346" cy="4206258"/>
          </a:xfrm>
          <a:prstGeom prst="straightConnector1">
            <a:avLst/>
          </a:prstGeom>
          <a:noFill/>
          <a:ln w="6350" cap="flat" cmpd="sng" algn="ctr">
            <a:solidFill>
              <a:srgbClr val="1D1D1A"/>
            </a:solidFill>
            <a:prstDash val="solid"/>
            <a:miter lim="800000"/>
            <a:tailEnd type="triangle"/>
          </a:ln>
          <a:effectLst/>
        </p:spPr>
      </p:cxnSp>
      <p:cxnSp>
        <p:nvCxnSpPr>
          <p:cNvPr id="52" name="直接箭头连接符 51">
            <a:extLst>
              <a:ext uri="{FF2B5EF4-FFF2-40B4-BE49-F238E27FC236}">
                <a16:creationId xmlns:a16="http://schemas.microsoft.com/office/drawing/2014/main" id="{508553CD-D50C-01FA-AB1C-3ABA6D62F2E1}"/>
              </a:ext>
            </a:extLst>
          </p:cNvPr>
          <p:cNvCxnSpPr>
            <a:stCxn id="4" idx="4"/>
            <a:endCxn id="7" idx="0"/>
          </p:cNvCxnSpPr>
          <p:nvPr/>
        </p:nvCxnSpPr>
        <p:spPr>
          <a:xfrm>
            <a:off x="6609677" y="808386"/>
            <a:ext cx="608620" cy="189787"/>
          </a:xfrm>
          <a:prstGeom prst="straightConnector1">
            <a:avLst/>
          </a:prstGeom>
          <a:noFill/>
          <a:ln w="6350" cap="flat" cmpd="sng" algn="ctr">
            <a:solidFill>
              <a:srgbClr val="1D1D1A"/>
            </a:solidFill>
            <a:prstDash val="solid"/>
            <a:miter lim="800000"/>
            <a:tailEnd type="triangle"/>
          </a:ln>
          <a:effectLst/>
        </p:spPr>
      </p:cxnSp>
      <p:cxnSp>
        <p:nvCxnSpPr>
          <p:cNvPr id="53" name="直接箭头连接符 52">
            <a:extLst>
              <a:ext uri="{FF2B5EF4-FFF2-40B4-BE49-F238E27FC236}">
                <a16:creationId xmlns:a16="http://schemas.microsoft.com/office/drawing/2014/main" id="{C577E256-5DE6-81F5-DCDD-524F606F6B7B}"/>
              </a:ext>
            </a:extLst>
          </p:cNvPr>
          <p:cNvCxnSpPr>
            <a:stCxn id="4" idx="5"/>
            <a:endCxn id="28" idx="0"/>
          </p:cNvCxnSpPr>
          <p:nvPr/>
        </p:nvCxnSpPr>
        <p:spPr>
          <a:xfrm>
            <a:off x="7284367" y="707468"/>
            <a:ext cx="3253877" cy="1862937"/>
          </a:xfrm>
          <a:prstGeom prst="straightConnector1">
            <a:avLst/>
          </a:prstGeom>
          <a:noFill/>
          <a:ln w="6350" cap="flat" cmpd="sng" algn="ctr">
            <a:solidFill>
              <a:srgbClr val="1D1D1A"/>
            </a:solidFill>
            <a:prstDash val="solid"/>
            <a:miter lim="800000"/>
            <a:tailEnd type="triangle"/>
          </a:ln>
          <a:effectLst/>
        </p:spPr>
      </p:cxnSp>
      <p:sp>
        <p:nvSpPr>
          <p:cNvPr id="54" name="文本框 53">
            <a:extLst>
              <a:ext uri="{FF2B5EF4-FFF2-40B4-BE49-F238E27FC236}">
                <a16:creationId xmlns:a16="http://schemas.microsoft.com/office/drawing/2014/main" id="{94949A0D-59AC-CDFC-D75C-B84B29254A4C}"/>
              </a:ext>
            </a:extLst>
          </p:cNvPr>
          <p:cNvSpPr txBox="1"/>
          <p:nvPr/>
        </p:nvSpPr>
        <p:spPr>
          <a:xfrm>
            <a:off x="7253238" y="4183858"/>
            <a:ext cx="696227" cy="37477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defTabSz="914478">
              <a:defRPr/>
            </a:pPr>
            <a:r>
              <a:rPr kumimoji="1" lang="zh-CN" altLang="en-US" sz="2400" b="1" dirty="0">
                <a:solidFill>
                  <a:srgbClr val="000000"/>
                </a:solidFill>
                <a:latin typeface="Microsoft YaHei" panose="020B0503020204020204" pitchFamily="34" charset="-122"/>
              </a:rPr>
              <a:t>接口</a:t>
            </a:r>
            <a:endParaRPr kumimoji="1" lang="zh-CN" altLang="en-US" sz="3200" b="1" dirty="0">
              <a:solidFill>
                <a:srgbClr val="000000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55" name="文本框 54">
            <a:extLst>
              <a:ext uri="{FF2B5EF4-FFF2-40B4-BE49-F238E27FC236}">
                <a16:creationId xmlns:a16="http://schemas.microsoft.com/office/drawing/2014/main" id="{D343B962-514B-504E-6849-CC1F6B9EBFB9}"/>
              </a:ext>
            </a:extLst>
          </p:cNvPr>
          <p:cNvSpPr txBox="1"/>
          <p:nvPr/>
        </p:nvSpPr>
        <p:spPr>
          <a:xfrm>
            <a:off x="11429947" y="3725538"/>
            <a:ext cx="696227" cy="37477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defTabSz="914478">
              <a:defRPr/>
            </a:pPr>
            <a:r>
              <a:rPr kumimoji="1" lang="zh-CN" altLang="en-US" sz="2400" b="1" dirty="0">
                <a:solidFill>
                  <a:srgbClr val="000000"/>
                </a:solidFill>
                <a:latin typeface="Microsoft YaHei" panose="020B0503020204020204" pitchFamily="34" charset="-122"/>
              </a:rPr>
              <a:t>类</a:t>
            </a:r>
            <a:endParaRPr kumimoji="1" lang="zh-CN" altLang="en-US" sz="3200" b="1" dirty="0">
              <a:solidFill>
                <a:srgbClr val="000000"/>
              </a:solidFill>
              <a:latin typeface="Microsoft YaHei" panose="020B0503020204020204" pitchFamily="34" charset="-122"/>
            </a:endParaRPr>
          </a:p>
        </p:txBody>
      </p:sp>
      <p:cxnSp>
        <p:nvCxnSpPr>
          <p:cNvPr id="56" name="直接箭头连接符 55">
            <a:extLst>
              <a:ext uri="{FF2B5EF4-FFF2-40B4-BE49-F238E27FC236}">
                <a16:creationId xmlns:a16="http://schemas.microsoft.com/office/drawing/2014/main" id="{C197BD41-8FD0-8365-2E3D-4FA5F4632954}"/>
              </a:ext>
            </a:extLst>
          </p:cNvPr>
          <p:cNvCxnSpPr>
            <a:stCxn id="7" idx="1"/>
            <a:endCxn id="6" idx="3"/>
          </p:cNvCxnSpPr>
          <p:nvPr/>
        </p:nvCxnSpPr>
        <p:spPr>
          <a:xfrm flipH="1">
            <a:off x="4897448" y="2555028"/>
            <a:ext cx="1558357" cy="738879"/>
          </a:xfrm>
          <a:prstGeom prst="straightConnector1">
            <a:avLst/>
          </a:prstGeom>
          <a:noFill/>
          <a:ln w="6350" cap="flat" cmpd="sng" algn="ctr">
            <a:solidFill>
              <a:srgbClr val="1D1D1A"/>
            </a:solidFill>
            <a:prstDash val="solid"/>
            <a:miter lim="800000"/>
            <a:tailEnd type="triangle"/>
          </a:ln>
          <a:effectLst/>
        </p:spPr>
      </p:cxnSp>
      <p:cxnSp>
        <p:nvCxnSpPr>
          <p:cNvPr id="57" name="直接箭头连接符 56">
            <a:extLst>
              <a:ext uri="{FF2B5EF4-FFF2-40B4-BE49-F238E27FC236}">
                <a16:creationId xmlns:a16="http://schemas.microsoft.com/office/drawing/2014/main" id="{7292329C-B1FF-10BC-D442-230020C09BC5}"/>
              </a:ext>
            </a:extLst>
          </p:cNvPr>
          <p:cNvCxnSpPr>
            <a:stCxn id="7" idx="1"/>
            <a:endCxn id="8" idx="0"/>
          </p:cNvCxnSpPr>
          <p:nvPr/>
        </p:nvCxnSpPr>
        <p:spPr>
          <a:xfrm flipH="1">
            <a:off x="3505255" y="2555028"/>
            <a:ext cx="2950550" cy="2399878"/>
          </a:xfrm>
          <a:prstGeom prst="straightConnector1">
            <a:avLst/>
          </a:prstGeom>
          <a:noFill/>
          <a:ln w="6350" cap="flat" cmpd="sng" algn="ctr">
            <a:solidFill>
              <a:srgbClr val="1D1D1A"/>
            </a:solidFill>
            <a:prstDash val="solid"/>
            <a:miter lim="800000"/>
            <a:tailEnd type="triangle"/>
          </a:ln>
          <a:effectLst/>
        </p:spPr>
      </p:cxnSp>
      <p:cxnSp>
        <p:nvCxnSpPr>
          <p:cNvPr id="58" name="直接箭头连接符 57">
            <a:extLst>
              <a:ext uri="{FF2B5EF4-FFF2-40B4-BE49-F238E27FC236}">
                <a16:creationId xmlns:a16="http://schemas.microsoft.com/office/drawing/2014/main" id="{93397DE3-E8FF-180E-A748-08F7CA040628}"/>
              </a:ext>
            </a:extLst>
          </p:cNvPr>
          <p:cNvCxnSpPr>
            <a:stCxn id="7" idx="1"/>
            <a:endCxn id="9" idx="0"/>
          </p:cNvCxnSpPr>
          <p:nvPr/>
        </p:nvCxnSpPr>
        <p:spPr>
          <a:xfrm flipH="1">
            <a:off x="5451640" y="2555028"/>
            <a:ext cx="1004165" cy="2358698"/>
          </a:xfrm>
          <a:prstGeom prst="straightConnector1">
            <a:avLst/>
          </a:prstGeom>
          <a:noFill/>
          <a:ln w="6350" cap="flat" cmpd="sng" algn="ctr">
            <a:solidFill>
              <a:srgbClr val="1D1D1A"/>
            </a:solidFill>
            <a:prstDash val="solid"/>
            <a:miter lim="800000"/>
            <a:tailEnd type="triangle"/>
          </a:ln>
          <a:effectLst/>
        </p:spPr>
      </p:cxnSp>
      <p:cxnSp>
        <p:nvCxnSpPr>
          <p:cNvPr id="59" name="直接箭头连接符 58">
            <a:extLst>
              <a:ext uri="{FF2B5EF4-FFF2-40B4-BE49-F238E27FC236}">
                <a16:creationId xmlns:a16="http://schemas.microsoft.com/office/drawing/2014/main" id="{821DC66F-7871-136E-E71E-DBB93022FBD6}"/>
              </a:ext>
            </a:extLst>
          </p:cNvPr>
          <p:cNvCxnSpPr>
            <a:stCxn id="7" idx="5"/>
            <a:endCxn id="28" idx="1"/>
          </p:cNvCxnSpPr>
          <p:nvPr/>
        </p:nvCxnSpPr>
        <p:spPr>
          <a:xfrm>
            <a:off x="7980788" y="2555028"/>
            <a:ext cx="1794964" cy="1572232"/>
          </a:xfrm>
          <a:prstGeom prst="straightConnector1">
            <a:avLst/>
          </a:prstGeom>
          <a:noFill/>
          <a:ln w="6350" cap="flat" cmpd="sng" algn="ctr">
            <a:solidFill>
              <a:srgbClr val="1D1D1A"/>
            </a:solidFill>
            <a:prstDash val="solid"/>
            <a:miter lim="800000"/>
            <a:tailEnd type="triangle"/>
          </a:ln>
          <a:effectLst/>
        </p:spPr>
      </p:cxnSp>
      <p:sp>
        <p:nvSpPr>
          <p:cNvPr id="60" name="椭圆 59">
            <a:extLst>
              <a:ext uri="{FF2B5EF4-FFF2-40B4-BE49-F238E27FC236}">
                <a16:creationId xmlns:a16="http://schemas.microsoft.com/office/drawing/2014/main" id="{8A5509C3-5145-80AD-7212-44A8C8E782C1}"/>
              </a:ext>
            </a:extLst>
          </p:cNvPr>
          <p:cNvSpPr/>
          <p:nvPr/>
        </p:nvSpPr>
        <p:spPr>
          <a:xfrm>
            <a:off x="5953722" y="6321287"/>
            <a:ext cx="2291093" cy="437322"/>
          </a:xfrm>
          <a:prstGeom prst="ellipse">
            <a:avLst/>
          </a:prstGeom>
          <a:solidFill>
            <a:srgbClr val="1D1D1A">
              <a:lumMod val="50000"/>
              <a:lumOff val="50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914478">
              <a:defRPr/>
            </a:pPr>
            <a:r>
              <a:rPr lang="en-US" altLang="zh-CN" sz="2400" b="1" kern="0" dirty="0">
                <a:solidFill>
                  <a:srgbClr val="FFFFFF"/>
                </a:solidFill>
                <a:ea typeface="黑体" panose="02010609060101010101" pitchFamily="49" charset="-122"/>
              </a:rPr>
              <a:t>Nothing</a:t>
            </a:r>
            <a:endParaRPr lang="zh-CN" altLang="en-US" b="1" kern="0" dirty="0">
              <a:solidFill>
                <a:srgbClr val="FFFFFF"/>
              </a:solidFill>
              <a:ea typeface="黑体" panose="02010609060101010101" pitchFamily="49" charset="-122"/>
            </a:endParaRPr>
          </a:p>
        </p:txBody>
      </p:sp>
      <p:cxnSp>
        <p:nvCxnSpPr>
          <p:cNvPr id="61" name="直接箭头连接符 60">
            <a:extLst>
              <a:ext uri="{FF2B5EF4-FFF2-40B4-BE49-F238E27FC236}">
                <a16:creationId xmlns:a16="http://schemas.microsoft.com/office/drawing/2014/main" id="{C0DB9FA0-CF8E-B0D5-57B4-7E0B5FAC467B}"/>
              </a:ext>
            </a:extLst>
          </p:cNvPr>
          <p:cNvCxnSpPr>
            <a:stCxn id="60" idx="0"/>
            <a:endCxn id="6" idx="2"/>
          </p:cNvCxnSpPr>
          <p:nvPr/>
        </p:nvCxnSpPr>
        <p:spPr>
          <a:xfrm flipH="1" flipV="1">
            <a:off x="2554816" y="4364783"/>
            <a:ext cx="4544453" cy="1956504"/>
          </a:xfrm>
          <a:prstGeom prst="straightConnector1">
            <a:avLst/>
          </a:prstGeom>
          <a:noFill/>
          <a:ln w="6350" cap="flat" cmpd="sng" algn="ctr">
            <a:solidFill>
              <a:srgbClr val="1D1D1A"/>
            </a:solidFill>
            <a:prstDash val="solid"/>
            <a:miter lim="800000"/>
            <a:headEnd type="triangle"/>
            <a:tailEnd type="none"/>
          </a:ln>
          <a:effectLst/>
        </p:spPr>
      </p:cxnSp>
      <p:cxnSp>
        <p:nvCxnSpPr>
          <p:cNvPr id="62" name="直接箭头连接符 61">
            <a:extLst>
              <a:ext uri="{FF2B5EF4-FFF2-40B4-BE49-F238E27FC236}">
                <a16:creationId xmlns:a16="http://schemas.microsoft.com/office/drawing/2014/main" id="{9ED8F8A8-EE5B-1B51-F22C-B102BAE967A3}"/>
              </a:ext>
            </a:extLst>
          </p:cNvPr>
          <p:cNvCxnSpPr>
            <a:stCxn id="60" idx="0"/>
            <a:endCxn id="8" idx="2"/>
          </p:cNvCxnSpPr>
          <p:nvPr/>
        </p:nvCxnSpPr>
        <p:spPr>
          <a:xfrm flipH="1" flipV="1">
            <a:off x="3505255" y="5832603"/>
            <a:ext cx="3594014" cy="488684"/>
          </a:xfrm>
          <a:prstGeom prst="straightConnector1">
            <a:avLst/>
          </a:prstGeom>
          <a:noFill/>
          <a:ln w="6350" cap="flat" cmpd="sng" algn="ctr">
            <a:solidFill>
              <a:srgbClr val="1D1D1A"/>
            </a:solidFill>
            <a:prstDash val="solid"/>
            <a:miter lim="800000"/>
            <a:headEnd type="triangle"/>
            <a:tailEnd type="none"/>
          </a:ln>
          <a:effectLst/>
        </p:spPr>
      </p:cxnSp>
      <p:cxnSp>
        <p:nvCxnSpPr>
          <p:cNvPr id="63" name="直接箭头连接符 62">
            <a:extLst>
              <a:ext uri="{FF2B5EF4-FFF2-40B4-BE49-F238E27FC236}">
                <a16:creationId xmlns:a16="http://schemas.microsoft.com/office/drawing/2014/main" id="{129AE90D-5218-D105-C7B9-4B4A3DEED324}"/>
              </a:ext>
            </a:extLst>
          </p:cNvPr>
          <p:cNvCxnSpPr>
            <a:stCxn id="60" idx="0"/>
            <a:endCxn id="9" idx="2"/>
          </p:cNvCxnSpPr>
          <p:nvPr/>
        </p:nvCxnSpPr>
        <p:spPr>
          <a:xfrm flipH="1" flipV="1">
            <a:off x="5451640" y="5791423"/>
            <a:ext cx="1647629" cy="529864"/>
          </a:xfrm>
          <a:prstGeom prst="straightConnector1">
            <a:avLst/>
          </a:prstGeom>
          <a:noFill/>
          <a:ln w="6350" cap="flat" cmpd="sng" algn="ctr">
            <a:solidFill>
              <a:srgbClr val="1D1D1A"/>
            </a:solidFill>
            <a:prstDash val="solid"/>
            <a:miter lim="800000"/>
            <a:headEnd type="triangle"/>
            <a:tailEnd type="none"/>
          </a:ln>
          <a:effectLst/>
        </p:spPr>
      </p:cxnSp>
      <p:cxnSp>
        <p:nvCxnSpPr>
          <p:cNvPr id="64" name="直接箭头连接符 63">
            <a:extLst>
              <a:ext uri="{FF2B5EF4-FFF2-40B4-BE49-F238E27FC236}">
                <a16:creationId xmlns:a16="http://schemas.microsoft.com/office/drawing/2014/main" id="{51E13175-27F8-C8A9-6100-AE11B84B858A}"/>
              </a:ext>
            </a:extLst>
          </p:cNvPr>
          <p:cNvCxnSpPr>
            <a:stCxn id="60" idx="0"/>
            <a:endCxn id="7" idx="3"/>
          </p:cNvCxnSpPr>
          <p:nvPr/>
        </p:nvCxnSpPr>
        <p:spPr>
          <a:xfrm flipV="1">
            <a:off x="7099269" y="4111882"/>
            <a:ext cx="119028" cy="2209405"/>
          </a:xfrm>
          <a:prstGeom prst="straightConnector1">
            <a:avLst/>
          </a:prstGeom>
          <a:noFill/>
          <a:ln w="6350" cap="flat" cmpd="sng" algn="ctr">
            <a:solidFill>
              <a:srgbClr val="1D1D1A"/>
            </a:solidFill>
            <a:prstDash val="solid"/>
            <a:miter lim="800000"/>
            <a:headEnd type="triangle"/>
            <a:tailEnd type="none"/>
          </a:ln>
          <a:effectLst/>
        </p:spPr>
      </p:cxnSp>
      <p:cxnSp>
        <p:nvCxnSpPr>
          <p:cNvPr id="65" name="直接箭头连接符 64">
            <a:extLst>
              <a:ext uri="{FF2B5EF4-FFF2-40B4-BE49-F238E27FC236}">
                <a16:creationId xmlns:a16="http://schemas.microsoft.com/office/drawing/2014/main" id="{E7696CD7-9773-E87B-7093-9B7B3B000DAB}"/>
              </a:ext>
            </a:extLst>
          </p:cNvPr>
          <p:cNvCxnSpPr>
            <a:stCxn id="60" idx="0"/>
            <a:endCxn id="28" idx="3"/>
          </p:cNvCxnSpPr>
          <p:nvPr/>
        </p:nvCxnSpPr>
        <p:spPr>
          <a:xfrm flipV="1">
            <a:off x="7099269" y="5684114"/>
            <a:ext cx="3438975" cy="637173"/>
          </a:xfrm>
          <a:prstGeom prst="straightConnector1">
            <a:avLst/>
          </a:prstGeom>
          <a:noFill/>
          <a:ln w="6350" cap="flat" cmpd="sng" algn="ctr">
            <a:solidFill>
              <a:srgbClr val="1D1D1A"/>
            </a:solidFill>
            <a:prstDash val="solid"/>
            <a:miter lim="800000"/>
            <a:headEnd type="triangle"/>
            <a:tailEnd type="none"/>
          </a:ln>
          <a:effectLst/>
        </p:spPr>
      </p:cxnSp>
      <p:sp>
        <p:nvSpPr>
          <p:cNvPr id="66" name="文本框 65">
            <a:extLst>
              <a:ext uri="{FF2B5EF4-FFF2-40B4-BE49-F238E27FC236}">
                <a16:creationId xmlns:a16="http://schemas.microsoft.com/office/drawing/2014/main" id="{A13C9627-ED5A-3566-BC9D-0E16F107FA40}"/>
              </a:ext>
            </a:extLst>
          </p:cNvPr>
          <p:cNvSpPr txBox="1"/>
          <p:nvPr/>
        </p:nvSpPr>
        <p:spPr>
          <a:xfrm>
            <a:off x="1792325" y="6231506"/>
            <a:ext cx="371899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b="1" dirty="0"/>
              <a:t>函数式    </a:t>
            </a:r>
            <a:r>
              <a:rPr lang="en-US" altLang="zh-CN" b="1" dirty="0"/>
              <a:t>	</a:t>
            </a:r>
            <a:r>
              <a:rPr lang="zh-CN" altLang="en-US" b="1" dirty="0"/>
              <a:t>命令式</a:t>
            </a:r>
          </a:p>
        </p:txBody>
      </p:sp>
      <p:sp>
        <p:nvSpPr>
          <p:cNvPr id="67" name="文本框 66">
            <a:extLst>
              <a:ext uri="{FF2B5EF4-FFF2-40B4-BE49-F238E27FC236}">
                <a16:creationId xmlns:a16="http://schemas.microsoft.com/office/drawing/2014/main" id="{1BE958D6-A194-E8AE-5B06-82500F5A93DA}"/>
              </a:ext>
            </a:extLst>
          </p:cNvPr>
          <p:cNvSpPr txBox="1"/>
          <p:nvPr/>
        </p:nvSpPr>
        <p:spPr>
          <a:xfrm>
            <a:off x="10010619" y="6231506"/>
            <a:ext cx="127129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b="1" dirty="0"/>
              <a:t>面向对象</a:t>
            </a:r>
          </a:p>
        </p:txBody>
      </p:sp>
    </p:spTree>
    <p:extLst>
      <p:ext uri="{BB962C8B-B14F-4D97-AF65-F5344CB8AC3E}">
        <p14:creationId xmlns:p14="http://schemas.microsoft.com/office/powerpoint/2010/main" val="265687397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DC1D696-7181-42FF-9A50-F53ABE3B5F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主要语言特性</a:t>
            </a: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0E26079C-F071-4F25-917E-B7BFADFBD41D}"/>
              </a:ext>
            </a:extLst>
          </p:cNvPr>
          <p:cNvSpPr txBox="1"/>
          <p:nvPr/>
        </p:nvSpPr>
        <p:spPr>
          <a:xfrm>
            <a:off x="1216054" y="1635069"/>
            <a:ext cx="658933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000" b="1" dirty="0"/>
              <a:t>OO</a:t>
            </a:r>
            <a:r>
              <a:rPr lang="zh-CN" altLang="en-US" sz="2000" b="1" dirty="0"/>
              <a:t>特性：</a:t>
            </a:r>
            <a:r>
              <a:rPr lang="zh-CN" altLang="en-US" sz="2000" dirty="0"/>
              <a:t>接口、类、继承、子类型、属性</a:t>
            </a: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09DC3691-8723-4AF1-9FE8-D4D70318C5AE}"/>
              </a:ext>
            </a:extLst>
          </p:cNvPr>
          <p:cNvSpPr txBox="1"/>
          <p:nvPr/>
        </p:nvSpPr>
        <p:spPr>
          <a:xfrm>
            <a:off x="1216054" y="2150213"/>
            <a:ext cx="812590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 b="1" dirty="0"/>
              <a:t>函数式特性：</a:t>
            </a:r>
            <a:r>
              <a:rPr lang="zh-CN" altLang="en-US" sz="2000" dirty="0"/>
              <a:t>高阶函数、代数数据类型、模式匹配、不可变变量等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973DEAD3-A648-47BF-A708-BEEA6B0A32F6}"/>
              </a:ext>
            </a:extLst>
          </p:cNvPr>
          <p:cNvSpPr txBox="1"/>
          <p:nvPr/>
        </p:nvSpPr>
        <p:spPr>
          <a:xfrm>
            <a:off x="1216054" y="3180501"/>
            <a:ext cx="287517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 dirty="0"/>
              <a:t>泛型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DD55AAC5-27EC-4F4E-94A7-BC6474E61251}"/>
              </a:ext>
            </a:extLst>
          </p:cNvPr>
          <p:cNvSpPr txBox="1"/>
          <p:nvPr/>
        </p:nvSpPr>
        <p:spPr>
          <a:xfrm>
            <a:off x="1216054" y="3695645"/>
            <a:ext cx="242268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 dirty="0"/>
              <a:t>类型扩展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4D27EE67-AADC-4EBE-9E7D-42E39D2F26B3}"/>
              </a:ext>
            </a:extLst>
          </p:cNvPr>
          <p:cNvSpPr txBox="1"/>
          <p:nvPr/>
        </p:nvSpPr>
        <p:spPr>
          <a:xfrm>
            <a:off x="1216054" y="2665357"/>
            <a:ext cx="287517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 dirty="0"/>
              <a:t>函数重载、操作符重载</a:t>
            </a: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E0C58895-1BA2-4E30-A85C-204D47A892C3}"/>
              </a:ext>
            </a:extLst>
          </p:cNvPr>
          <p:cNvSpPr txBox="1"/>
          <p:nvPr/>
        </p:nvSpPr>
        <p:spPr>
          <a:xfrm>
            <a:off x="1216054" y="5241080"/>
            <a:ext cx="242268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 dirty="0"/>
              <a:t>反射</a:t>
            </a:r>
            <a:r>
              <a:rPr lang="en-US" altLang="zh-CN" sz="2000" dirty="0"/>
              <a:t>/</a:t>
            </a:r>
            <a:r>
              <a:rPr lang="zh-CN" altLang="en-US" sz="2000" dirty="0"/>
              <a:t>注解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33050495-9CCC-4BB5-BFA9-86D3FBC5E1F6}"/>
              </a:ext>
            </a:extLst>
          </p:cNvPr>
          <p:cNvSpPr txBox="1"/>
          <p:nvPr/>
        </p:nvSpPr>
        <p:spPr>
          <a:xfrm>
            <a:off x="1216054" y="4210789"/>
            <a:ext cx="242268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 dirty="0"/>
              <a:t>并发</a:t>
            </a: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5B8093BA-52E9-49C5-B380-55755AEACE50}"/>
              </a:ext>
            </a:extLst>
          </p:cNvPr>
          <p:cNvSpPr txBox="1"/>
          <p:nvPr/>
        </p:nvSpPr>
        <p:spPr>
          <a:xfrm>
            <a:off x="1216054" y="4725933"/>
            <a:ext cx="242268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 dirty="0"/>
              <a:t>宏</a:t>
            </a: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2B09C6BD-0D93-4EAA-921D-617AAB0CF3AF}"/>
              </a:ext>
            </a:extLst>
          </p:cNvPr>
          <p:cNvSpPr txBox="1"/>
          <p:nvPr/>
        </p:nvSpPr>
        <p:spPr>
          <a:xfrm>
            <a:off x="1216054" y="5756227"/>
            <a:ext cx="242268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000" dirty="0"/>
              <a:t>…</a:t>
            </a:r>
            <a:endParaRPr lang="zh-CN" altLang="en-US" sz="2000" dirty="0"/>
          </a:p>
        </p:txBody>
      </p:sp>
    </p:spTree>
    <p:extLst>
      <p:ext uri="{BB962C8B-B14F-4D97-AF65-F5344CB8AC3E}">
        <p14:creationId xmlns:p14="http://schemas.microsoft.com/office/powerpoint/2010/main" val="255411102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DC1D696-7181-42FF-9A50-F53ABE3B5F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轻量化用户态线程（</a:t>
            </a:r>
            <a:r>
              <a:rPr lang="en-US" altLang="zh-CN" dirty="0" err="1"/>
              <a:t>a.k.a</a:t>
            </a:r>
            <a:r>
              <a:rPr lang="en-US" altLang="zh-CN" dirty="0"/>
              <a:t> </a:t>
            </a:r>
            <a:r>
              <a:rPr lang="zh-CN" altLang="en-US" dirty="0"/>
              <a:t>协程）</a:t>
            </a:r>
          </a:p>
        </p:txBody>
      </p:sp>
      <p:sp>
        <p:nvSpPr>
          <p:cNvPr id="12" name="Content Placeholder 1">
            <a:extLst>
              <a:ext uri="{FF2B5EF4-FFF2-40B4-BE49-F238E27FC236}">
                <a16:creationId xmlns:a16="http://schemas.microsoft.com/office/drawing/2014/main" id="{56E869B7-A5F4-48BB-B9C4-D3BEBFBD1983}"/>
              </a:ext>
            </a:extLst>
          </p:cNvPr>
          <p:cNvSpPr txBox="1">
            <a:spLocks/>
          </p:cNvSpPr>
          <p:nvPr/>
        </p:nvSpPr>
        <p:spPr>
          <a:xfrm>
            <a:off x="726022" y="1782504"/>
            <a:ext cx="4590258" cy="4690459"/>
          </a:xfrm>
          <a:prstGeom prst="rect">
            <a:avLst/>
          </a:prstGeom>
        </p:spPr>
        <p:txBody>
          <a:bodyPr lIns="0" tIns="0" rIns="0" bIns="0"/>
          <a:lstStyle>
            <a:lvl1pPr marL="179388" marR="0" indent="-168275" algn="l" defTabSz="118779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rgbClr val="000000"/>
              </a:buClr>
              <a:buSzTx/>
              <a:buFont typeface="Arial" panose="020B0604020202020204" pitchFamily="34" charset="0"/>
              <a:buChar char="•"/>
              <a:tabLst>
                <a:tab pos="1208088" algn="ctr"/>
              </a:tabLst>
              <a:defRPr sz="1800" kern="1200" baseline="0">
                <a:solidFill>
                  <a:schemeClr val="tx1"/>
                </a:solidFill>
                <a:latin typeface="+mn-lt"/>
                <a:ea typeface="Microsoft YaHei" panose="020B0503020204020204" pitchFamily="34" charset="-122"/>
                <a:cs typeface="Arial" panose="020B0604020202020204" pitchFamily="34" charset="0"/>
              </a:defRPr>
            </a:lvl1pPr>
            <a:lvl2pPr marL="446501" marR="0" indent="-285750" algn="l" defTabSz="118779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tx1"/>
              </a:buClr>
              <a:buSzTx/>
              <a:buFont typeface=".AppleSystemUIFont"/>
              <a:buChar char="&gt;"/>
              <a:tabLst>
                <a:tab pos="1208088" algn="ctr"/>
              </a:tabLst>
              <a:defRPr sz="1600" kern="1200" baseline="0">
                <a:solidFill>
                  <a:schemeClr val="tx1"/>
                </a:solidFill>
                <a:latin typeface="+mn-lt"/>
                <a:ea typeface="Microsoft YaHei" panose="020B0503020204020204" pitchFamily="34" charset="-122"/>
                <a:cs typeface="+mn-cs"/>
              </a:defRPr>
            </a:lvl2pPr>
            <a:lvl3pPr marL="1098575" marR="0" indent="-168275" algn="l" defTabSz="118779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tx1"/>
              </a:buClr>
              <a:buSzTx/>
              <a:buFont typeface=".AppleSystemUIFont"/>
              <a:buChar char="-"/>
              <a:tabLst>
                <a:tab pos="1208088" algn="ctr"/>
              </a:tabLst>
              <a:defRPr sz="1299" kern="1200" baseline="0">
                <a:solidFill>
                  <a:schemeClr val="tx1"/>
                </a:solidFill>
                <a:latin typeface="+mn-lt"/>
                <a:ea typeface="Microsoft YaHei" panose="020B0503020204020204" pitchFamily="34" charset="-122"/>
                <a:cs typeface="+mn-cs"/>
              </a:defRPr>
            </a:lvl3pPr>
            <a:lvl4pPr marL="525850" indent="-171159" algn="l" defTabSz="1187798" rtl="0" eaLnBrk="1" latinLnBrk="0" hangingPunct="1">
              <a:lnSpc>
                <a:spcPct val="90000"/>
              </a:lnSpc>
              <a:spcBef>
                <a:spcPts val="650"/>
              </a:spcBef>
              <a:buFont typeface="Arial" panose="020B0604020202020204" pitchFamily="34" charset="0"/>
              <a:buChar char="•"/>
              <a:tabLst>
                <a:tab pos="1208420" algn="ctr"/>
              </a:tabLst>
              <a:defRPr sz="1299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525850" indent="-171159" algn="l" defTabSz="1187798" rtl="0" eaLnBrk="1" latinLnBrk="0" hangingPunct="1">
              <a:lnSpc>
                <a:spcPct val="90000"/>
              </a:lnSpc>
              <a:spcBef>
                <a:spcPts val="650"/>
              </a:spcBef>
              <a:buFont typeface="Arial" panose="020B0604020202020204" pitchFamily="34" charset="0"/>
              <a:buChar char="•"/>
              <a:tabLst>
                <a:tab pos="1208420" algn="ctr"/>
              </a:tabLst>
              <a:defRPr sz="1299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266447" indent="-296950" algn="l" defTabSz="1187798" rtl="0" eaLnBrk="1" latinLnBrk="0" hangingPunct="1">
              <a:lnSpc>
                <a:spcPct val="90000"/>
              </a:lnSpc>
              <a:spcBef>
                <a:spcPts val="650"/>
              </a:spcBef>
              <a:buFont typeface="Arial" panose="020B0604020202020204" pitchFamily="34" charset="0"/>
              <a:buChar char="•"/>
              <a:defRPr sz="233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860346" indent="-296950" algn="l" defTabSz="1187798" rtl="0" eaLnBrk="1" latinLnBrk="0" hangingPunct="1">
              <a:lnSpc>
                <a:spcPct val="90000"/>
              </a:lnSpc>
              <a:spcBef>
                <a:spcPts val="650"/>
              </a:spcBef>
              <a:buFont typeface="Arial" panose="020B0604020202020204" pitchFamily="34" charset="0"/>
              <a:buChar char="•"/>
              <a:defRPr sz="233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454245" indent="-296950" algn="l" defTabSz="1187798" rtl="0" eaLnBrk="1" latinLnBrk="0" hangingPunct="1">
              <a:lnSpc>
                <a:spcPct val="90000"/>
              </a:lnSpc>
              <a:spcBef>
                <a:spcPts val="650"/>
              </a:spcBef>
              <a:buFont typeface="Arial" panose="020B0604020202020204" pitchFamily="34" charset="0"/>
              <a:buChar char="•"/>
              <a:defRPr sz="233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048144" indent="-296950" algn="l" defTabSz="1187798" rtl="0" eaLnBrk="1" latinLnBrk="0" hangingPunct="1">
              <a:lnSpc>
                <a:spcPct val="90000"/>
              </a:lnSpc>
              <a:spcBef>
                <a:spcPts val="650"/>
              </a:spcBef>
              <a:buFont typeface="Arial" panose="020B0604020202020204" pitchFamily="34" charset="0"/>
              <a:buChar char="•"/>
              <a:defRPr sz="233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1113" marR="0" lvl="0" indent="0" algn="l" defTabSz="118779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rgbClr val="000000"/>
              </a:buClr>
              <a:buSzTx/>
              <a:buFont typeface="Arial" panose="020B0604020202020204" pitchFamily="34" charset="0"/>
              <a:buNone/>
              <a:tabLst>
                <a:tab pos="1208088" algn="ctr"/>
              </a:tabLst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rial" panose="020B0604020202020204"/>
                <a:ea typeface="Microsoft YaHei" panose="020B0503020204020204" pitchFamily="34" charset="-122"/>
                <a:cs typeface="Arial" panose="020B0604020202020204" pitchFamily="34" charset="0"/>
              </a:rPr>
              <a:t>M:N </a:t>
            </a: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rial" panose="020B0604020202020204"/>
                <a:ea typeface="Microsoft YaHei" panose="020B0503020204020204" pitchFamily="34" charset="-122"/>
                <a:cs typeface="Arial" panose="020B0604020202020204" pitchFamily="34" charset="0"/>
              </a:rPr>
              <a:t>轻量化线程模型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Arial" panose="020B0604020202020204"/>
              <a:ea typeface="Microsoft YaHei" panose="020B0503020204020204" pitchFamily="34" charset="-122"/>
              <a:cs typeface="Arial" panose="020B0604020202020204" pitchFamily="34" charset="0"/>
            </a:endParaRPr>
          </a:p>
        </p:txBody>
      </p:sp>
      <p:sp>
        <p:nvSpPr>
          <p:cNvPr id="13" name="Rectangle 9">
            <a:extLst>
              <a:ext uri="{FF2B5EF4-FFF2-40B4-BE49-F238E27FC236}">
                <a16:creationId xmlns:a16="http://schemas.microsoft.com/office/drawing/2014/main" id="{10C1BF3C-3145-40A9-A872-7B1E27F2A80B}"/>
              </a:ext>
            </a:extLst>
          </p:cNvPr>
          <p:cNvSpPr/>
          <p:nvPr/>
        </p:nvSpPr>
        <p:spPr>
          <a:xfrm>
            <a:off x="5815687" y="1543833"/>
            <a:ext cx="6096000" cy="2954655"/>
          </a:xfrm>
          <a:prstGeom prst="rect">
            <a:avLst/>
          </a:prstGeom>
          <a:solidFill>
            <a:schemeClr val="tx1"/>
          </a:solidFill>
        </p:spPr>
        <p:txBody>
          <a:bodyPr>
            <a:spAutoFit/>
          </a:bodyPr>
          <a:lstStyle/>
          <a:p>
            <a:r>
              <a:rPr lang="en-GB" altLang="zh-CN" dirty="0" err="1">
                <a:solidFill>
                  <a:srgbClr val="C586C0"/>
                </a:solidFill>
                <a:latin typeface="Consolas" panose="020B0609020204030204" pitchFamily="49" charset="0"/>
              </a:rPr>
              <a:t>func</a:t>
            </a:r>
            <a:r>
              <a:rPr lang="en-GB" altLang="zh-CN" dirty="0">
                <a:solidFill>
                  <a:srgbClr val="DCDCAA"/>
                </a:solidFill>
                <a:latin typeface="Consolas" panose="020B0609020204030204" pitchFamily="49" charset="0"/>
              </a:rPr>
              <a:t> concurrency</a:t>
            </a:r>
            <a:r>
              <a:rPr lang="en-GB" altLang="zh-CN" dirty="0">
                <a:solidFill>
                  <a:srgbClr val="CCCCCC"/>
                </a:solidFill>
                <a:latin typeface="Consolas" panose="020B0609020204030204" pitchFamily="49" charset="0"/>
              </a:rPr>
              <a:t>() {</a:t>
            </a:r>
          </a:p>
          <a:p>
            <a:r>
              <a:rPr lang="en-GB" altLang="zh-CN" dirty="0">
                <a:solidFill>
                  <a:srgbClr val="CCCCCC"/>
                </a:solidFill>
                <a:latin typeface="Consolas" panose="020B0609020204030204" pitchFamily="49" charset="0"/>
              </a:rPr>
              <a:t>    </a:t>
            </a:r>
            <a:r>
              <a:rPr lang="en-GB" altLang="zh-CN" dirty="0">
                <a:solidFill>
                  <a:srgbClr val="C586C0"/>
                </a:solidFill>
                <a:latin typeface="Consolas" panose="020B0609020204030204" pitchFamily="49" charset="0"/>
              </a:rPr>
              <a:t>let</a:t>
            </a:r>
            <a:r>
              <a:rPr lang="en-GB" altLang="zh-CN" dirty="0">
                <a:solidFill>
                  <a:srgbClr val="9CDCFE"/>
                </a:solidFill>
                <a:latin typeface="Consolas" panose="020B0609020204030204" pitchFamily="49" charset="0"/>
              </a:rPr>
              <a:t> f</a:t>
            </a:r>
            <a:r>
              <a:rPr lang="en-GB" altLang="zh-CN" dirty="0">
                <a:solidFill>
                  <a:srgbClr val="CCCCCC"/>
                </a:solidFill>
                <a:latin typeface="Consolas" panose="020B0609020204030204" pitchFamily="49" charset="0"/>
              </a:rPr>
              <a:t> = </a:t>
            </a:r>
            <a:r>
              <a:rPr lang="en-GB" altLang="zh-CN" sz="2400" dirty="0">
                <a:solidFill>
                  <a:srgbClr val="C586C0"/>
                </a:solidFill>
                <a:latin typeface="Consolas" panose="020B0609020204030204" pitchFamily="49" charset="0"/>
              </a:rPr>
              <a:t>spawn</a:t>
            </a:r>
            <a:r>
              <a:rPr lang="en-GB" altLang="zh-CN" dirty="0">
                <a:solidFill>
                  <a:srgbClr val="CCCCCC"/>
                </a:solidFill>
                <a:latin typeface="Consolas" panose="020B0609020204030204" pitchFamily="49" charset="0"/>
              </a:rPr>
              <a:t> {</a:t>
            </a:r>
          </a:p>
          <a:p>
            <a:r>
              <a:rPr lang="en-GB" altLang="zh-CN" dirty="0">
                <a:solidFill>
                  <a:srgbClr val="CCCCCC"/>
                </a:solidFill>
                <a:latin typeface="Consolas" panose="020B0609020204030204" pitchFamily="49" charset="0"/>
              </a:rPr>
              <a:t>        </a:t>
            </a:r>
            <a:r>
              <a:rPr lang="en-GB" altLang="zh-CN" dirty="0">
                <a:solidFill>
                  <a:srgbClr val="C586C0"/>
                </a:solidFill>
                <a:latin typeface="Consolas" panose="020B0609020204030204" pitchFamily="49" charset="0"/>
              </a:rPr>
              <a:t>for</a:t>
            </a:r>
            <a:r>
              <a:rPr lang="en-GB" altLang="zh-CN" dirty="0">
                <a:solidFill>
                  <a:srgbClr val="CCCCCC"/>
                </a:solidFill>
                <a:latin typeface="Consolas" panose="020B0609020204030204" pitchFamily="49" charset="0"/>
              </a:rPr>
              <a:t> (</a:t>
            </a:r>
            <a:r>
              <a:rPr lang="en-GB" altLang="zh-CN" dirty="0">
                <a:solidFill>
                  <a:srgbClr val="9CDCFE"/>
                </a:solidFill>
                <a:latin typeface="Consolas" panose="020B0609020204030204" pitchFamily="49" charset="0"/>
              </a:rPr>
              <a:t>i</a:t>
            </a:r>
            <a:r>
              <a:rPr lang="en-GB" altLang="zh-CN" dirty="0">
                <a:solidFill>
                  <a:srgbClr val="CCCCCC"/>
                </a:solidFill>
                <a:latin typeface="Consolas" panose="020B0609020204030204" pitchFamily="49" charset="0"/>
              </a:rPr>
              <a:t> </a:t>
            </a:r>
            <a:r>
              <a:rPr lang="en-GB" altLang="zh-CN" dirty="0">
                <a:solidFill>
                  <a:srgbClr val="C586C0"/>
                </a:solidFill>
                <a:latin typeface="Consolas" panose="020B0609020204030204" pitchFamily="49" charset="0"/>
              </a:rPr>
              <a:t>in</a:t>
            </a:r>
            <a:r>
              <a:rPr lang="en-GB" altLang="zh-CN" dirty="0">
                <a:solidFill>
                  <a:srgbClr val="CCCCCC"/>
                </a:solidFill>
                <a:latin typeface="Consolas" panose="020B0609020204030204" pitchFamily="49" charset="0"/>
              </a:rPr>
              <a:t> </a:t>
            </a:r>
            <a:r>
              <a:rPr lang="en-GB" altLang="zh-CN" dirty="0">
                <a:solidFill>
                  <a:srgbClr val="B5CEA8"/>
                </a:solidFill>
                <a:latin typeface="Consolas" panose="020B0609020204030204" pitchFamily="49" charset="0"/>
              </a:rPr>
              <a:t>0</a:t>
            </a:r>
            <a:r>
              <a:rPr lang="en-GB" altLang="zh-CN" dirty="0">
                <a:solidFill>
                  <a:srgbClr val="CCCCCC"/>
                </a:solidFill>
                <a:latin typeface="Consolas" panose="020B0609020204030204" pitchFamily="49" charset="0"/>
              </a:rPr>
              <a:t>..</a:t>
            </a:r>
            <a:r>
              <a:rPr lang="en-GB" altLang="zh-CN" dirty="0">
                <a:solidFill>
                  <a:srgbClr val="B5CEA8"/>
                </a:solidFill>
                <a:latin typeface="Consolas" panose="020B0609020204030204" pitchFamily="49" charset="0"/>
              </a:rPr>
              <a:t>100</a:t>
            </a:r>
            <a:r>
              <a:rPr lang="en-GB" altLang="zh-CN" dirty="0">
                <a:solidFill>
                  <a:srgbClr val="CCCCCC"/>
                </a:solidFill>
                <a:latin typeface="Consolas" panose="020B0609020204030204" pitchFamily="49" charset="0"/>
              </a:rPr>
              <a:t>) {</a:t>
            </a:r>
          </a:p>
          <a:p>
            <a:r>
              <a:rPr lang="en-GB" altLang="zh-CN" dirty="0">
                <a:solidFill>
                  <a:srgbClr val="CCCCCC"/>
                </a:solidFill>
                <a:latin typeface="Consolas" panose="020B0609020204030204" pitchFamily="49" charset="0"/>
              </a:rPr>
              <a:t>            </a:t>
            </a:r>
            <a:r>
              <a:rPr lang="en-GB" altLang="zh-CN" dirty="0" err="1">
                <a:solidFill>
                  <a:srgbClr val="DCDCAA"/>
                </a:solidFill>
                <a:latin typeface="Consolas" panose="020B0609020204030204" pitchFamily="49" charset="0"/>
              </a:rPr>
              <a:t>println</a:t>
            </a:r>
            <a:r>
              <a:rPr lang="en-GB" altLang="zh-CN" dirty="0">
                <a:solidFill>
                  <a:srgbClr val="CCCCCC"/>
                </a:solidFill>
                <a:latin typeface="Consolas" panose="020B0609020204030204" pitchFamily="49" charset="0"/>
              </a:rPr>
              <a:t>(</a:t>
            </a:r>
            <a:r>
              <a:rPr lang="en-GB" altLang="zh-CN" dirty="0">
                <a:solidFill>
                  <a:srgbClr val="CE9178"/>
                </a:solidFill>
                <a:latin typeface="Consolas" panose="020B0609020204030204" pitchFamily="49" charset="0"/>
              </a:rPr>
              <a:t>"Hello from another thread"</a:t>
            </a:r>
            <a:r>
              <a:rPr lang="en-GB" altLang="zh-CN" dirty="0">
                <a:solidFill>
                  <a:srgbClr val="CCCCCC"/>
                </a:solidFill>
                <a:latin typeface="Consolas" panose="020B0609020204030204" pitchFamily="49" charset="0"/>
              </a:rPr>
              <a:t>)</a:t>
            </a:r>
          </a:p>
          <a:p>
            <a:r>
              <a:rPr lang="en-GB" altLang="zh-CN" dirty="0">
                <a:solidFill>
                  <a:srgbClr val="CCCCCC"/>
                </a:solidFill>
                <a:latin typeface="Consolas" panose="020B0609020204030204" pitchFamily="49" charset="0"/>
              </a:rPr>
              <a:t>            </a:t>
            </a:r>
            <a:r>
              <a:rPr lang="en-GB" altLang="zh-CN" dirty="0">
                <a:solidFill>
                  <a:srgbClr val="DCDCAA"/>
                </a:solidFill>
                <a:latin typeface="Consolas" panose="020B0609020204030204" pitchFamily="49" charset="0"/>
              </a:rPr>
              <a:t>sleep</a:t>
            </a:r>
            <a:r>
              <a:rPr lang="en-GB" altLang="zh-CN" dirty="0">
                <a:solidFill>
                  <a:srgbClr val="CCCCCC"/>
                </a:solidFill>
                <a:latin typeface="Consolas" panose="020B0609020204030204" pitchFamily="49" charset="0"/>
              </a:rPr>
              <a:t>(</a:t>
            </a:r>
            <a:r>
              <a:rPr lang="en-GB" altLang="zh-CN" dirty="0" err="1">
                <a:solidFill>
                  <a:srgbClr val="9CDCFE"/>
                </a:solidFill>
                <a:latin typeface="Consolas" panose="020B0609020204030204" pitchFamily="49" charset="0"/>
              </a:rPr>
              <a:t>Duration</a:t>
            </a:r>
            <a:r>
              <a:rPr lang="en-GB" altLang="zh-CN" dirty="0" err="1">
                <a:solidFill>
                  <a:srgbClr val="CCCCCC"/>
                </a:solidFill>
                <a:latin typeface="Consolas" panose="020B0609020204030204" pitchFamily="49" charset="0"/>
              </a:rPr>
              <a:t>.</a:t>
            </a:r>
            <a:r>
              <a:rPr lang="en-GB" altLang="zh-CN" dirty="0" err="1">
                <a:solidFill>
                  <a:srgbClr val="9CDCFE"/>
                </a:solidFill>
                <a:latin typeface="Consolas" panose="020B0609020204030204" pitchFamily="49" charset="0"/>
              </a:rPr>
              <a:t>second</a:t>
            </a:r>
            <a:r>
              <a:rPr lang="en-GB" altLang="zh-CN" dirty="0">
                <a:solidFill>
                  <a:srgbClr val="CCCCCC"/>
                </a:solidFill>
                <a:latin typeface="Consolas" panose="020B0609020204030204" pitchFamily="49" charset="0"/>
              </a:rPr>
              <a:t> * </a:t>
            </a:r>
            <a:r>
              <a:rPr lang="en-GB" altLang="zh-CN" dirty="0">
                <a:solidFill>
                  <a:srgbClr val="B5CEA8"/>
                </a:solidFill>
                <a:latin typeface="Consolas" panose="020B0609020204030204" pitchFamily="49" charset="0"/>
              </a:rPr>
              <a:t>1</a:t>
            </a:r>
            <a:r>
              <a:rPr lang="en-GB" altLang="zh-CN" dirty="0">
                <a:solidFill>
                  <a:srgbClr val="CCCCCC"/>
                </a:solidFill>
                <a:latin typeface="Consolas" panose="020B0609020204030204" pitchFamily="49" charset="0"/>
              </a:rPr>
              <a:t>)</a:t>
            </a:r>
          </a:p>
          <a:p>
            <a:r>
              <a:rPr lang="en-GB" altLang="zh-CN" dirty="0">
                <a:solidFill>
                  <a:srgbClr val="CCCCCC"/>
                </a:solidFill>
                <a:latin typeface="Consolas" panose="020B0609020204030204" pitchFamily="49" charset="0"/>
              </a:rPr>
              <a:t>        }</a:t>
            </a:r>
          </a:p>
          <a:p>
            <a:r>
              <a:rPr lang="en-GB" altLang="zh-CN" dirty="0">
                <a:solidFill>
                  <a:srgbClr val="CCCCCC"/>
                </a:solidFill>
                <a:latin typeface="Consolas" panose="020B0609020204030204" pitchFamily="49" charset="0"/>
              </a:rPr>
              <a:t>    }</a:t>
            </a:r>
          </a:p>
          <a:p>
            <a:br>
              <a:rPr lang="en-GB" altLang="zh-CN" dirty="0">
                <a:solidFill>
                  <a:srgbClr val="CCCCCC"/>
                </a:solidFill>
                <a:latin typeface="Consolas" panose="020B0609020204030204" pitchFamily="49" charset="0"/>
              </a:rPr>
            </a:br>
            <a:r>
              <a:rPr lang="en-GB" altLang="zh-CN" dirty="0">
                <a:solidFill>
                  <a:srgbClr val="CCCCCC"/>
                </a:solidFill>
                <a:latin typeface="Consolas" panose="020B0609020204030204" pitchFamily="49" charset="0"/>
              </a:rPr>
              <a:t>    </a:t>
            </a:r>
            <a:r>
              <a:rPr lang="en-GB" altLang="zh-CN" dirty="0" err="1">
                <a:solidFill>
                  <a:srgbClr val="9CDCFE"/>
                </a:solidFill>
                <a:latin typeface="Consolas" panose="020B0609020204030204" pitchFamily="49" charset="0"/>
              </a:rPr>
              <a:t>f</a:t>
            </a:r>
            <a:r>
              <a:rPr lang="en-GB" altLang="zh-CN" dirty="0" err="1">
                <a:solidFill>
                  <a:srgbClr val="CCCCCC"/>
                </a:solidFill>
                <a:latin typeface="Consolas" panose="020B0609020204030204" pitchFamily="49" charset="0"/>
              </a:rPr>
              <a:t>.</a:t>
            </a:r>
            <a:r>
              <a:rPr lang="en-GB" altLang="zh-CN" dirty="0" err="1">
                <a:solidFill>
                  <a:srgbClr val="DCDCAA"/>
                </a:solidFill>
                <a:latin typeface="Consolas" panose="020B0609020204030204" pitchFamily="49" charset="0"/>
              </a:rPr>
              <a:t>get</a:t>
            </a:r>
            <a:r>
              <a:rPr lang="en-GB" altLang="zh-CN" dirty="0">
                <a:solidFill>
                  <a:srgbClr val="CCCCCC"/>
                </a:solidFill>
                <a:latin typeface="Consolas" panose="020B0609020204030204" pitchFamily="49" charset="0"/>
              </a:rPr>
              <a:t>()</a:t>
            </a:r>
          </a:p>
          <a:p>
            <a:r>
              <a:rPr lang="en-GB" altLang="zh-CN" dirty="0">
                <a:solidFill>
                  <a:srgbClr val="CCCCCC"/>
                </a:solidFill>
                <a:latin typeface="Consolas" panose="020B0609020204030204" pitchFamily="49" charset="0"/>
              </a:rPr>
              <a:t>}</a:t>
            </a:r>
          </a:p>
        </p:txBody>
      </p:sp>
      <p:grpSp>
        <p:nvGrpSpPr>
          <p:cNvPr id="14" name="组合 79">
            <a:extLst>
              <a:ext uri="{FF2B5EF4-FFF2-40B4-BE49-F238E27FC236}">
                <a16:creationId xmlns:a16="http://schemas.microsoft.com/office/drawing/2014/main" id="{7EC366FD-15AC-436E-8D75-E5F07B390725}"/>
              </a:ext>
            </a:extLst>
          </p:cNvPr>
          <p:cNvGrpSpPr/>
          <p:nvPr/>
        </p:nvGrpSpPr>
        <p:grpSpPr>
          <a:xfrm>
            <a:off x="726022" y="2547480"/>
            <a:ext cx="5161028" cy="3160505"/>
            <a:chOff x="4427175" y="2227004"/>
            <a:chExt cx="3525329" cy="2158837"/>
          </a:xfrm>
        </p:grpSpPr>
        <p:grpSp>
          <p:nvGrpSpPr>
            <p:cNvPr id="15" name="组合 80">
              <a:extLst>
                <a:ext uri="{FF2B5EF4-FFF2-40B4-BE49-F238E27FC236}">
                  <a16:creationId xmlns:a16="http://schemas.microsoft.com/office/drawing/2014/main" id="{85E086AF-D1A0-4288-AF19-FC15A156604D}"/>
                </a:ext>
              </a:extLst>
            </p:cNvPr>
            <p:cNvGrpSpPr/>
            <p:nvPr/>
          </p:nvGrpSpPr>
          <p:grpSpPr>
            <a:xfrm>
              <a:off x="4427175" y="2227004"/>
              <a:ext cx="2589354" cy="1347465"/>
              <a:chOff x="705632" y="3160998"/>
              <a:chExt cx="2004473" cy="1043101"/>
            </a:xfrm>
          </p:grpSpPr>
          <p:sp>
            <p:nvSpPr>
              <p:cNvPr id="25" name="椭圆 90">
                <a:extLst>
                  <a:ext uri="{FF2B5EF4-FFF2-40B4-BE49-F238E27FC236}">
                    <a16:creationId xmlns:a16="http://schemas.microsoft.com/office/drawing/2014/main" id="{6D038236-44CD-4231-B2C2-E1306B577BE8}"/>
                  </a:ext>
                </a:extLst>
              </p:cNvPr>
              <p:cNvSpPr/>
              <p:nvPr/>
            </p:nvSpPr>
            <p:spPr>
              <a:xfrm>
                <a:off x="705632" y="3325842"/>
                <a:ext cx="322068" cy="322068"/>
              </a:xfrm>
              <a:prstGeom prst="ellipse">
                <a:avLst/>
              </a:prstGeom>
              <a:solidFill>
                <a:srgbClr val="61B230">
                  <a:lumMod val="40000"/>
                  <a:lumOff val="60000"/>
                </a:srgbClr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ot="0" spcFirstLastPara="0" vertOverflow="overflow" horzOverflow="overflow" vert="horz" wrap="square" lIns="121446" tIns="60723" rIns="121446" bIns="60723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 defTabSz="1214326">
                  <a:defRPr/>
                </a:pPr>
                <a:r>
                  <a:rPr lang="en-US" altLang="zh-CN" sz="2125" kern="0">
                    <a:latin typeface="FZLanTingHeiS-B-GB"/>
                    <a:ea typeface="FZLanTingHeiS-B-GB"/>
                    <a:sym typeface="FZLanTingHeiS-R-GB"/>
                  </a:rPr>
                  <a:t>1</a:t>
                </a:r>
                <a:endParaRPr lang="zh-CN" altLang="en-US" sz="2125" kern="0">
                  <a:latin typeface="FZLanTingHeiS-B-GB"/>
                  <a:ea typeface="FZLanTingHeiS-B-GB"/>
                  <a:sym typeface="FZLanTingHeiS-R-GB"/>
                </a:endParaRPr>
              </a:p>
            </p:txBody>
          </p:sp>
          <p:sp>
            <p:nvSpPr>
              <p:cNvPr id="26" name="椭圆 91">
                <a:extLst>
                  <a:ext uri="{FF2B5EF4-FFF2-40B4-BE49-F238E27FC236}">
                    <a16:creationId xmlns:a16="http://schemas.microsoft.com/office/drawing/2014/main" id="{992D6E12-4B62-4C16-B698-D4C3D937C4C7}"/>
                  </a:ext>
                </a:extLst>
              </p:cNvPr>
              <p:cNvSpPr/>
              <p:nvPr/>
            </p:nvSpPr>
            <p:spPr>
              <a:xfrm>
                <a:off x="1058847" y="3553763"/>
                <a:ext cx="432048" cy="432048"/>
              </a:xfrm>
              <a:prstGeom prst="ellipse">
                <a:avLst/>
              </a:prstGeom>
              <a:solidFill>
                <a:srgbClr val="FCC800">
                  <a:lumMod val="40000"/>
                  <a:lumOff val="60000"/>
                </a:srgbClr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ot="0" spcFirstLastPara="0" vertOverflow="overflow" horzOverflow="overflow" vert="horz" wrap="square" lIns="121446" tIns="60723" rIns="121446" bIns="60723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 defTabSz="1214326">
                  <a:defRPr/>
                </a:pPr>
                <a:r>
                  <a:rPr lang="en-US" altLang="zh-CN" sz="2125" kern="0" dirty="0">
                    <a:latin typeface="FZLanTingHeiS-B-GB"/>
                    <a:ea typeface="FZLanTingHeiS-B-GB"/>
                    <a:sym typeface="FZLanTingHeiS-R-GB"/>
                  </a:rPr>
                  <a:t>1</a:t>
                </a:r>
                <a:endParaRPr lang="zh-CN" altLang="en-US" sz="2125" kern="0" dirty="0">
                  <a:latin typeface="FZLanTingHeiS-B-GB"/>
                  <a:ea typeface="FZLanTingHeiS-B-GB"/>
                  <a:sym typeface="FZLanTingHeiS-R-GB"/>
                </a:endParaRPr>
              </a:p>
            </p:txBody>
          </p:sp>
          <p:sp>
            <p:nvSpPr>
              <p:cNvPr id="27" name="椭圆 92">
                <a:extLst>
                  <a:ext uri="{FF2B5EF4-FFF2-40B4-BE49-F238E27FC236}">
                    <a16:creationId xmlns:a16="http://schemas.microsoft.com/office/drawing/2014/main" id="{46D6B96E-D46D-4ED5-832B-7DB64DF4BBE1}"/>
                  </a:ext>
                </a:extLst>
              </p:cNvPr>
              <p:cNvSpPr/>
              <p:nvPr/>
            </p:nvSpPr>
            <p:spPr>
              <a:xfrm>
                <a:off x="1123324" y="3164808"/>
                <a:ext cx="322068" cy="322068"/>
              </a:xfrm>
              <a:prstGeom prst="ellipse">
                <a:avLst/>
              </a:prstGeom>
              <a:solidFill>
                <a:srgbClr val="61B230">
                  <a:lumMod val="40000"/>
                  <a:lumOff val="60000"/>
                </a:srgbClr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ot="0" spcFirstLastPara="0" vertOverflow="overflow" horzOverflow="overflow" vert="horz" wrap="square" lIns="121446" tIns="60723" rIns="121446" bIns="60723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 defTabSz="1214326">
                  <a:defRPr/>
                </a:pPr>
                <a:r>
                  <a:rPr lang="en-US" altLang="zh-CN" sz="2125" kern="0">
                    <a:latin typeface="FZLanTingHeiS-B-GB"/>
                    <a:ea typeface="FZLanTingHeiS-B-GB"/>
                    <a:sym typeface="FZLanTingHeiS-R-GB"/>
                  </a:rPr>
                  <a:t>2</a:t>
                </a:r>
                <a:endParaRPr lang="zh-CN" altLang="en-US" sz="2125" kern="0">
                  <a:latin typeface="FZLanTingHeiS-B-GB"/>
                  <a:ea typeface="FZLanTingHeiS-B-GB"/>
                  <a:sym typeface="FZLanTingHeiS-R-GB"/>
                </a:endParaRPr>
              </a:p>
            </p:txBody>
          </p:sp>
          <p:sp>
            <p:nvSpPr>
              <p:cNvPr id="28" name="椭圆 93">
                <a:extLst>
                  <a:ext uri="{FF2B5EF4-FFF2-40B4-BE49-F238E27FC236}">
                    <a16:creationId xmlns:a16="http://schemas.microsoft.com/office/drawing/2014/main" id="{49ACAA1E-B638-421F-84EE-39EB93641252}"/>
                  </a:ext>
                </a:extLst>
              </p:cNvPr>
              <p:cNvSpPr/>
              <p:nvPr/>
            </p:nvSpPr>
            <p:spPr>
              <a:xfrm>
                <a:off x="1542558" y="3335455"/>
                <a:ext cx="322068" cy="322068"/>
              </a:xfrm>
              <a:prstGeom prst="ellipse">
                <a:avLst/>
              </a:prstGeom>
              <a:solidFill>
                <a:srgbClr val="61B230">
                  <a:lumMod val="40000"/>
                  <a:lumOff val="60000"/>
                </a:srgbClr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ot="0" spcFirstLastPara="0" vertOverflow="overflow" horzOverflow="overflow" vert="horz" wrap="square" lIns="121446" tIns="60723" rIns="121446" bIns="60723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 defTabSz="1214326">
                  <a:defRPr/>
                </a:pPr>
                <a:r>
                  <a:rPr lang="en-US" altLang="zh-CN" sz="2125" kern="0">
                    <a:latin typeface="FZLanTingHeiS-B-GB"/>
                    <a:ea typeface="FZLanTingHeiS-B-GB"/>
                    <a:sym typeface="FZLanTingHeiS-R-GB"/>
                  </a:rPr>
                  <a:t>3</a:t>
                </a:r>
                <a:endParaRPr lang="zh-CN" altLang="en-US" sz="2125" kern="0">
                  <a:latin typeface="FZLanTingHeiS-B-GB"/>
                  <a:ea typeface="FZLanTingHeiS-B-GB"/>
                  <a:sym typeface="FZLanTingHeiS-R-GB"/>
                </a:endParaRPr>
              </a:p>
            </p:txBody>
          </p:sp>
          <p:sp>
            <p:nvSpPr>
              <p:cNvPr id="29" name="椭圆 94">
                <a:extLst>
                  <a:ext uri="{FF2B5EF4-FFF2-40B4-BE49-F238E27FC236}">
                    <a16:creationId xmlns:a16="http://schemas.microsoft.com/office/drawing/2014/main" id="{918C67B2-8FF6-4FB0-BACC-410A2040DC73}"/>
                  </a:ext>
                </a:extLst>
              </p:cNvPr>
              <p:cNvSpPr/>
              <p:nvPr/>
            </p:nvSpPr>
            <p:spPr>
              <a:xfrm>
                <a:off x="1967435" y="3160998"/>
                <a:ext cx="322068" cy="322068"/>
              </a:xfrm>
              <a:prstGeom prst="ellipse">
                <a:avLst/>
              </a:prstGeom>
              <a:solidFill>
                <a:srgbClr val="61B230">
                  <a:lumMod val="40000"/>
                  <a:lumOff val="60000"/>
                </a:srgbClr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ot="0" spcFirstLastPara="0" vertOverflow="overflow" horzOverflow="overflow" vert="horz" wrap="square" lIns="121446" tIns="60723" rIns="121446" bIns="60723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 defTabSz="1214326">
                  <a:defRPr/>
                </a:pPr>
                <a:r>
                  <a:rPr lang="en-US" altLang="zh-CN" sz="2125" b="1" kern="0">
                    <a:latin typeface="FZLanTingHeiS-B-GB"/>
                    <a:ea typeface="FZLanTingHeiS-B-GB"/>
                    <a:sym typeface="FZLanTingHeiS-R-GB"/>
                  </a:rPr>
                  <a:t>…</a:t>
                </a:r>
                <a:endParaRPr lang="zh-CN" altLang="en-US" sz="2125" b="1" kern="0">
                  <a:latin typeface="FZLanTingHeiS-B-GB"/>
                  <a:ea typeface="FZLanTingHeiS-B-GB"/>
                  <a:sym typeface="FZLanTingHeiS-R-GB"/>
                </a:endParaRPr>
              </a:p>
            </p:txBody>
          </p:sp>
          <p:sp>
            <p:nvSpPr>
              <p:cNvPr id="30" name="椭圆 95">
                <a:extLst>
                  <a:ext uri="{FF2B5EF4-FFF2-40B4-BE49-F238E27FC236}">
                    <a16:creationId xmlns:a16="http://schemas.microsoft.com/office/drawing/2014/main" id="{ED0D9451-C142-42EC-A752-1F63F0DC33B9}"/>
                  </a:ext>
                </a:extLst>
              </p:cNvPr>
              <p:cNvSpPr/>
              <p:nvPr/>
            </p:nvSpPr>
            <p:spPr>
              <a:xfrm>
                <a:off x="1912445" y="3553763"/>
                <a:ext cx="432048" cy="432048"/>
              </a:xfrm>
              <a:prstGeom prst="ellipse">
                <a:avLst/>
              </a:prstGeom>
              <a:solidFill>
                <a:srgbClr val="FCC800">
                  <a:lumMod val="40000"/>
                  <a:lumOff val="60000"/>
                </a:srgbClr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ot="0" spcFirstLastPara="0" vertOverflow="overflow" horzOverflow="overflow" vert="horz" wrap="square" lIns="121446" tIns="60723" rIns="121446" bIns="60723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 defTabSz="1214326">
                  <a:defRPr/>
                </a:pPr>
                <a:r>
                  <a:rPr lang="en-US" altLang="zh-CN" sz="2125" kern="0">
                    <a:latin typeface="FZLanTingHeiS-B-GB"/>
                    <a:ea typeface="FZLanTingHeiS-B-GB"/>
                    <a:sym typeface="FZLanTingHeiS-R-GB"/>
                  </a:rPr>
                  <a:t>M</a:t>
                </a:r>
                <a:endParaRPr lang="zh-CN" altLang="en-US" sz="2125" kern="0">
                  <a:latin typeface="FZLanTingHeiS-B-GB"/>
                  <a:ea typeface="FZLanTingHeiS-B-GB"/>
                  <a:sym typeface="FZLanTingHeiS-R-GB"/>
                </a:endParaRPr>
              </a:p>
            </p:txBody>
          </p:sp>
          <p:sp>
            <p:nvSpPr>
              <p:cNvPr id="31" name="椭圆 96">
                <a:extLst>
                  <a:ext uri="{FF2B5EF4-FFF2-40B4-BE49-F238E27FC236}">
                    <a16:creationId xmlns:a16="http://schemas.microsoft.com/office/drawing/2014/main" id="{5D236170-D2D9-46BD-8CF3-E94ADCFC1E74}"/>
                  </a:ext>
                </a:extLst>
              </p:cNvPr>
              <p:cNvSpPr/>
              <p:nvPr/>
            </p:nvSpPr>
            <p:spPr>
              <a:xfrm>
                <a:off x="2388037" y="3342097"/>
                <a:ext cx="322068" cy="322068"/>
              </a:xfrm>
              <a:prstGeom prst="ellipse">
                <a:avLst/>
              </a:prstGeom>
              <a:solidFill>
                <a:srgbClr val="61B230">
                  <a:lumMod val="40000"/>
                  <a:lumOff val="60000"/>
                </a:srgbClr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ot="0" spcFirstLastPara="0" vertOverflow="overflow" horzOverflow="overflow" vert="horz" wrap="square" lIns="121446" tIns="60723" rIns="121446" bIns="60723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 defTabSz="1214326">
                  <a:defRPr/>
                </a:pPr>
                <a:r>
                  <a:rPr lang="en-US" altLang="zh-CN" sz="2125" kern="0">
                    <a:latin typeface="FZLanTingHeiS-B-GB"/>
                    <a:ea typeface="FZLanTingHeiS-B-GB"/>
                    <a:sym typeface="FZLanTingHeiS-R-GB"/>
                  </a:rPr>
                  <a:t>N</a:t>
                </a:r>
                <a:endParaRPr lang="zh-CN" altLang="en-US" sz="2125" kern="0">
                  <a:latin typeface="FZLanTingHeiS-B-GB"/>
                  <a:ea typeface="FZLanTingHeiS-B-GB"/>
                  <a:sym typeface="FZLanTingHeiS-R-GB"/>
                </a:endParaRPr>
              </a:p>
            </p:txBody>
          </p:sp>
          <p:sp>
            <p:nvSpPr>
              <p:cNvPr id="32" name="椭圆 97">
                <a:extLst>
                  <a:ext uri="{FF2B5EF4-FFF2-40B4-BE49-F238E27FC236}">
                    <a16:creationId xmlns:a16="http://schemas.microsoft.com/office/drawing/2014/main" id="{C96EC560-38ED-42DD-BC4A-3706B794B200}"/>
                  </a:ext>
                </a:extLst>
              </p:cNvPr>
              <p:cNvSpPr/>
              <p:nvPr/>
            </p:nvSpPr>
            <p:spPr>
              <a:xfrm>
                <a:off x="1485646" y="3772051"/>
                <a:ext cx="432048" cy="432048"/>
              </a:xfrm>
              <a:prstGeom prst="ellipse">
                <a:avLst/>
              </a:prstGeom>
              <a:solidFill>
                <a:srgbClr val="FCC800">
                  <a:lumMod val="40000"/>
                  <a:lumOff val="60000"/>
                </a:srgbClr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ot="0" spcFirstLastPara="0" vertOverflow="overflow" horzOverflow="overflow" vert="horz" wrap="square" lIns="121446" tIns="60723" rIns="121446" bIns="60723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 defTabSz="1214326">
                  <a:defRPr/>
                </a:pPr>
                <a:r>
                  <a:rPr lang="en-US" altLang="zh-CN" sz="2125" b="1" kern="0">
                    <a:latin typeface="FZLanTingHeiS-B-GB"/>
                    <a:ea typeface="FZLanTingHeiS-B-GB"/>
                    <a:sym typeface="FZLanTingHeiS-R-GB"/>
                  </a:rPr>
                  <a:t>…</a:t>
                </a:r>
                <a:endParaRPr lang="zh-CN" altLang="en-US" sz="2125" b="1" kern="0">
                  <a:latin typeface="FZLanTingHeiS-B-GB"/>
                  <a:ea typeface="FZLanTingHeiS-B-GB"/>
                  <a:sym typeface="FZLanTingHeiS-R-GB"/>
                </a:endParaRPr>
              </a:p>
            </p:txBody>
          </p:sp>
        </p:grpSp>
        <p:sp>
          <p:nvSpPr>
            <p:cNvPr id="16" name="椭圆 81">
              <a:extLst>
                <a:ext uri="{FF2B5EF4-FFF2-40B4-BE49-F238E27FC236}">
                  <a16:creationId xmlns:a16="http://schemas.microsoft.com/office/drawing/2014/main" id="{B3B4658B-044C-479A-9692-F45E17894642}"/>
                </a:ext>
              </a:extLst>
            </p:cNvPr>
            <p:cNvSpPr/>
            <p:nvPr/>
          </p:nvSpPr>
          <p:spPr>
            <a:xfrm>
              <a:off x="6260506" y="3776350"/>
              <a:ext cx="225802" cy="225802"/>
            </a:xfrm>
            <a:prstGeom prst="ellipse">
              <a:avLst/>
            </a:prstGeom>
            <a:solidFill>
              <a:srgbClr val="BEE7A6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ot="0" spcFirstLastPara="0" vertOverflow="overflow" horzOverflow="overflow" vert="horz" wrap="square" lIns="121446" tIns="60723" rIns="121446" bIns="60723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1214326">
                <a:defRPr/>
              </a:pPr>
              <a:endParaRPr lang="zh-CN" altLang="en-US" sz="2391" kern="0">
                <a:latin typeface="FZLanTingHeiS-B-GB"/>
                <a:ea typeface="FZLanTingHeiS-B-GB"/>
                <a:sym typeface="FZLanTingHeiS-R-GB"/>
              </a:endParaRPr>
            </a:p>
          </p:txBody>
        </p:sp>
        <p:sp>
          <p:nvSpPr>
            <p:cNvPr id="17" name="文本框 82">
              <a:extLst>
                <a:ext uri="{FF2B5EF4-FFF2-40B4-BE49-F238E27FC236}">
                  <a16:creationId xmlns:a16="http://schemas.microsoft.com/office/drawing/2014/main" id="{3D8683AA-6826-4C7E-A7AF-B88DBF78BD19}"/>
                </a:ext>
              </a:extLst>
            </p:cNvPr>
            <p:cNvSpPr txBox="1"/>
            <p:nvPr/>
          </p:nvSpPr>
          <p:spPr>
            <a:xfrm>
              <a:off x="6550957" y="3780810"/>
              <a:ext cx="1401547" cy="210232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algn="ctr" defTabSz="1214518">
                <a:defRPr/>
              </a:pPr>
              <a:r>
                <a:rPr kumimoji="1" lang="zh-CN" altLang="en-US" sz="2000" dirty="0">
                  <a:latin typeface="+mn-ea"/>
                  <a:sym typeface="FZLanTingHeiS-R-GB"/>
                </a:rPr>
                <a:t>轻量化用户态线程</a:t>
              </a:r>
              <a:endParaRPr kumimoji="1" lang="zh-CN" altLang="en-US" sz="2000" spc="-150" dirty="0">
                <a:latin typeface="+mn-ea"/>
                <a:sym typeface="FZLanTingHeiS-R-GB"/>
              </a:endParaRPr>
            </a:p>
          </p:txBody>
        </p:sp>
        <p:sp>
          <p:nvSpPr>
            <p:cNvPr id="18" name="椭圆 83">
              <a:extLst>
                <a:ext uri="{FF2B5EF4-FFF2-40B4-BE49-F238E27FC236}">
                  <a16:creationId xmlns:a16="http://schemas.microsoft.com/office/drawing/2014/main" id="{5AF0351A-6802-41E9-92FD-7AC9EE7190B3}"/>
                </a:ext>
              </a:extLst>
            </p:cNvPr>
            <p:cNvSpPr/>
            <p:nvPr/>
          </p:nvSpPr>
          <p:spPr>
            <a:xfrm>
              <a:off x="6260506" y="4135894"/>
              <a:ext cx="225802" cy="225802"/>
            </a:xfrm>
            <a:prstGeom prst="ellipse">
              <a:avLst/>
            </a:prstGeom>
            <a:solidFill>
              <a:srgbClr val="FFEA98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ot="0" spcFirstLastPara="0" vertOverflow="overflow" horzOverflow="overflow" vert="horz" wrap="square" lIns="121446" tIns="60723" rIns="121446" bIns="60723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1214326">
                <a:defRPr/>
              </a:pPr>
              <a:endParaRPr lang="zh-CN" altLang="en-US" sz="2391" kern="0">
                <a:latin typeface="FZLanTingHeiS-B-GB"/>
                <a:ea typeface="FZLanTingHeiS-B-GB"/>
                <a:sym typeface="FZLanTingHeiS-R-GB"/>
              </a:endParaRPr>
            </a:p>
          </p:txBody>
        </p:sp>
        <p:sp>
          <p:nvSpPr>
            <p:cNvPr id="19" name="文本框 84">
              <a:extLst>
                <a:ext uri="{FF2B5EF4-FFF2-40B4-BE49-F238E27FC236}">
                  <a16:creationId xmlns:a16="http://schemas.microsoft.com/office/drawing/2014/main" id="{4D4FBA87-C1C6-4511-A342-AC054B955443}"/>
                </a:ext>
              </a:extLst>
            </p:cNvPr>
            <p:cNvSpPr txBox="1"/>
            <p:nvPr/>
          </p:nvSpPr>
          <p:spPr>
            <a:xfrm>
              <a:off x="6550957" y="4149730"/>
              <a:ext cx="700774" cy="210232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algn="ctr" defTabSz="1214518" hangingPunct="0">
                <a:defRPr/>
              </a:pPr>
              <a:r>
                <a:rPr kumimoji="1" lang="zh-CN" altLang="en-US" sz="2000" dirty="0">
                  <a:latin typeface="+mn-ea"/>
                  <a:sym typeface="FZLanTingHeiS-R-GB"/>
                </a:rPr>
                <a:t>系统线程</a:t>
              </a:r>
            </a:p>
          </p:txBody>
        </p:sp>
        <p:sp>
          <p:nvSpPr>
            <p:cNvPr id="20" name="矩形 85">
              <a:extLst>
                <a:ext uri="{FF2B5EF4-FFF2-40B4-BE49-F238E27FC236}">
                  <a16:creationId xmlns:a16="http://schemas.microsoft.com/office/drawing/2014/main" id="{1F88A701-FF7A-4DCD-A073-B1A6C5642049}"/>
                </a:ext>
              </a:extLst>
            </p:cNvPr>
            <p:cNvSpPr/>
            <p:nvPr/>
          </p:nvSpPr>
          <p:spPr>
            <a:xfrm>
              <a:off x="5382789" y="3697703"/>
              <a:ext cx="319607" cy="319607"/>
            </a:xfrm>
            <a:prstGeom prst="rect">
              <a:avLst/>
            </a:prstGeom>
            <a:solidFill>
              <a:srgbClr val="1D1D1A">
                <a:lumMod val="50000"/>
                <a:lumOff val="50000"/>
              </a:srgbClr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ot="0" spcFirstLastPara="0" vertOverflow="overflow" horzOverflow="overflow" vert="horz" wrap="square" lIns="121446" tIns="60723" rIns="121446" bIns="60723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1214326">
                <a:defRPr/>
              </a:pPr>
              <a:endParaRPr lang="zh-CN" altLang="en-US" sz="797" kern="0">
                <a:latin typeface="FZLanTingHeiS-B-GB"/>
                <a:ea typeface="FZLanTingHeiS-B-GB"/>
                <a:sym typeface="FZLanTingHeiS-R-GB"/>
              </a:endParaRPr>
            </a:p>
          </p:txBody>
        </p:sp>
        <p:sp>
          <p:nvSpPr>
            <p:cNvPr id="21" name="矩形 86">
              <a:extLst>
                <a:ext uri="{FF2B5EF4-FFF2-40B4-BE49-F238E27FC236}">
                  <a16:creationId xmlns:a16="http://schemas.microsoft.com/office/drawing/2014/main" id="{34217C3A-4625-4AD3-9F4A-14DA3385031C}"/>
                </a:ext>
              </a:extLst>
            </p:cNvPr>
            <p:cNvSpPr/>
            <p:nvPr/>
          </p:nvSpPr>
          <p:spPr>
            <a:xfrm>
              <a:off x="5746890" y="3697703"/>
              <a:ext cx="319607" cy="319607"/>
            </a:xfrm>
            <a:prstGeom prst="rect">
              <a:avLst/>
            </a:prstGeom>
            <a:solidFill>
              <a:srgbClr val="1D1D1A">
                <a:lumMod val="50000"/>
                <a:lumOff val="50000"/>
              </a:srgbClr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ot="0" spcFirstLastPara="0" vertOverflow="overflow" horzOverflow="overflow" vert="horz" wrap="square" lIns="121446" tIns="60723" rIns="121446" bIns="60723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1214326">
                <a:defRPr/>
              </a:pPr>
              <a:endParaRPr lang="zh-CN" altLang="en-US" sz="2125" kern="0">
                <a:latin typeface="FZLanTingHeiS-B-GB"/>
                <a:ea typeface="FZLanTingHeiS-B-GB"/>
                <a:sym typeface="FZLanTingHeiS-R-GB"/>
              </a:endParaRPr>
            </a:p>
          </p:txBody>
        </p:sp>
        <p:sp>
          <p:nvSpPr>
            <p:cNvPr id="22" name="矩形 87">
              <a:extLst>
                <a:ext uri="{FF2B5EF4-FFF2-40B4-BE49-F238E27FC236}">
                  <a16:creationId xmlns:a16="http://schemas.microsoft.com/office/drawing/2014/main" id="{00C2BEFD-AC77-4091-AAD3-BAEFDE73D669}"/>
                </a:ext>
              </a:extLst>
            </p:cNvPr>
            <p:cNvSpPr/>
            <p:nvPr/>
          </p:nvSpPr>
          <p:spPr>
            <a:xfrm>
              <a:off x="5382788" y="4066234"/>
              <a:ext cx="319607" cy="319607"/>
            </a:xfrm>
            <a:prstGeom prst="rect">
              <a:avLst/>
            </a:prstGeom>
            <a:solidFill>
              <a:srgbClr val="1D1D1A">
                <a:lumMod val="50000"/>
                <a:lumOff val="50000"/>
              </a:srgbClr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ot="0" spcFirstLastPara="0" vertOverflow="overflow" horzOverflow="overflow" vert="horz" wrap="square" lIns="121446" tIns="60723" rIns="121446" bIns="60723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1214326">
                <a:defRPr/>
              </a:pPr>
              <a:endParaRPr lang="zh-CN" altLang="en-US" sz="2125" kern="0">
                <a:latin typeface="FZLanTingHeiS-B-GB"/>
                <a:ea typeface="FZLanTingHeiS-B-GB"/>
                <a:sym typeface="FZLanTingHeiS-R-GB"/>
              </a:endParaRPr>
            </a:p>
          </p:txBody>
        </p:sp>
        <p:sp>
          <p:nvSpPr>
            <p:cNvPr id="23" name="矩形 88">
              <a:extLst>
                <a:ext uri="{FF2B5EF4-FFF2-40B4-BE49-F238E27FC236}">
                  <a16:creationId xmlns:a16="http://schemas.microsoft.com/office/drawing/2014/main" id="{37D0391E-DA00-4020-80C2-AB22F824C0A3}"/>
                </a:ext>
              </a:extLst>
            </p:cNvPr>
            <p:cNvSpPr/>
            <p:nvPr/>
          </p:nvSpPr>
          <p:spPr>
            <a:xfrm>
              <a:off x="5746889" y="4066233"/>
              <a:ext cx="319607" cy="319607"/>
            </a:xfrm>
            <a:prstGeom prst="rect">
              <a:avLst/>
            </a:prstGeom>
            <a:solidFill>
              <a:srgbClr val="1D1D1A">
                <a:lumMod val="50000"/>
                <a:lumOff val="50000"/>
              </a:srgbClr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ot="0" spcFirstLastPara="0" vertOverflow="overflow" horzOverflow="overflow" vert="horz" wrap="square" lIns="121446" tIns="60723" rIns="121446" bIns="60723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1214326">
                <a:defRPr/>
              </a:pPr>
              <a:endParaRPr lang="zh-CN" altLang="en-US" sz="2125" kern="0">
                <a:latin typeface="FZLanTingHeiS-B-GB"/>
                <a:ea typeface="FZLanTingHeiS-B-GB"/>
                <a:sym typeface="FZLanTingHeiS-R-GB"/>
              </a:endParaRPr>
            </a:p>
          </p:txBody>
        </p:sp>
        <p:sp>
          <p:nvSpPr>
            <p:cNvPr id="24" name="矩形: 圆角 89">
              <a:extLst>
                <a:ext uri="{FF2B5EF4-FFF2-40B4-BE49-F238E27FC236}">
                  <a16:creationId xmlns:a16="http://schemas.microsoft.com/office/drawing/2014/main" id="{A1B7C36C-1E88-4DC5-87D3-660AE8FB0216}"/>
                </a:ext>
              </a:extLst>
            </p:cNvPr>
            <p:cNvSpPr/>
            <p:nvPr/>
          </p:nvSpPr>
          <p:spPr>
            <a:xfrm>
              <a:off x="5514134" y="3940545"/>
              <a:ext cx="423949" cy="199505"/>
            </a:xfrm>
            <a:prstGeom prst="roundRect">
              <a:avLst>
                <a:gd name="adj" fmla="val 24297"/>
              </a:avLst>
            </a:prstGeom>
            <a:solidFill>
              <a:srgbClr val="1D1D1A">
                <a:lumMod val="50000"/>
                <a:lumOff val="50000"/>
              </a:srgbClr>
            </a:solidFill>
            <a:ln w="9525" cap="flat" cmpd="sng" algn="ctr">
              <a:solidFill>
                <a:srgbClr val="F2F2F2"/>
              </a:solidFill>
              <a:prstDash val="solid"/>
              <a:miter lim="800000"/>
            </a:ln>
            <a:effectLst/>
          </p:spPr>
          <p:txBody>
            <a:bodyPr lIns="47813" rIns="47813" rtlCol="0" anchor="ctr"/>
            <a:lstStyle/>
            <a:p>
              <a:pPr algn="ctr" defTabSz="1214518">
                <a:defRPr/>
              </a:pPr>
              <a:r>
                <a:rPr lang="en-US" altLang="zh-CN" sz="1594" kern="0">
                  <a:latin typeface="FZLanTingHeiS-B-GB"/>
                  <a:ea typeface="FZLanTingHeiS-B-GB"/>
                  <a:sym typeface="FZLanTingHeiS-R-GB"/>
                </a:rPr>
                <a:t>CPU</a:t>
              </a:r>
              <a:endParaRPr lang="zh-CN" altLang="en-US" sz="1594" kern="0">
                <a:latin typeface="FZLanTingHeiS-B-GB"/>
                <a:ea typeface="FZLanTingHeiS-B-GB"/>
                <a:sym typeface="FZLanTingHeiS-R-GB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58888335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DC1D696-7181-42FF-9A50-F53ABE3B5F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并发数据对象</a:t>
            </a: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F56811F4-661B-4A0D-8767-07ACE22E68E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007428"/>
            <a:ext cx="6096528" cy="3429297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4" name="矩形 3">
            <a:extLst>
              <a:ext uri="{FF2B5EF4-FFF2-40B4-BE49-F238E27FC236}">
                <a16:creationId xmlns:a16="http://schemas.microsoft.com/office/drawing/2014/main" id="{DF075DDF-DECE-4218-A212-2EEE70E99E4A}"/>
              </a:ext>
            </a:extLst>
          </p:cNvPr>
          <p:cNvSpPr/>
          <p:nvPr/>
        </p:nvSpPr>
        <p:spPr>
          <a:xfrm>
            <a:off x="5322276" y="2007428"/>
            <a:ext cx="679939" cy="363416"/>
          </a:xfrm>
          <a:prstGeom prst="rect">
            <a:avLst/>
          </a:prstGeom>
          <a:solidFill>
            <a:srgbClr val="9EEEF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863ACA7E-1AD1-4C42-8CB6-B0B34723324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5472" y="2007428"/>
            <a:ext cx="6096528" cy="3429297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33" name="矩形 32">
            <a:extLst>
              <a:ext uri="{FF2B5EF4-FFF2-40B4-BE49-F238E27FC236}">
                <a16:creationId xmlns:a16="http://schemas.microsoft.com/office/drawing/2014/main" id="{33C39F8B-899E-4F60-BF5B-60D0809FC386}"/>
              </a:ext>
            </a:extLst>
          </p:cNvPr>
          <p:cNvSpPr/>
          <p:nvPr/>
        </p:nvSpPr>
        <p:spPr>
          <a:xfrm>
            <a:off x="11418804" y="2007428"/>
            <a:ext cx="679939" cy="363416"/>
          </a:xfrm>
          <a:prstGeom prst="rect">
            <a:avLst/>
          </a:prstGeom>
          <a:solidFill>
            <a:srgbClr val="9EEEF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3341595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9D01770-64F4-44FC-9838-8546D145B1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并发</a:t>
            </a:r>
            <a:r>
              <a:rPr lang="en-US" altLang="zh-CN" dirty="0"/>
              <a:t>GC</a:t>
            </a:r>
            <a:endParaRPr lang="zh-CN" altLang="en-US" dirty="0"/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E0AF3D78-C725-41A2-828C-DFFC6FE7C1A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3528" y="2136382"/>
            <a:ext cx="6096528" cy="3429297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4" name="图片 3">
            <a:extLst>
              <a:ext uri="{FF2B5EF4-FFF2-40B4-BE49-F238E27FC236}">
                <a16:creationId xmlns:a16="http://schemas.microsoft.com/office/drawing/2014/main" id="{8349116B-ACDE-40D9-8102-D7D9439EDD7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5472" y="2136381"/>
            <a:ext cx="6096528" cy="3429297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5" name="文本框 4">
            <a:extLst>
              <a:ext uri="{FF2B5EF4-FFF2-40B4-BE49-F238E27FC236}">
                <a16:creationId xmlns:a16="http://schemas.microsoft.com/office/drawing/2014/main" id="{237676CE-6C8D-4452-8679-F99212946587}"/>
              </a:ext>
            </a:extLst>
          </p:cNvPr>
          <p:cNvSpPr txBox="1"/>
          <p:nvPr/>
        </p:nvSpPr>
        <p:spPr>
          <a:xfrm>
            <a:off x="1708305" y="5818749"/>
            <a:ext cx="267286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dirty="0"/>
              <a:t>Stop-the-world GC</a:t>
            </a:r>
            <a:endParaRPr lang="zh-CN" altLang="en-US" dirty="0"/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8CBFBDA0-79B0-4086-988B-5A960D4CF3A8}"/>
              </a:ext>
            </a:extLst>
          </p:cNvPr>
          <p:cNvSpPr txBox="1"/>
          <p:nvPr/>
        </p:nvSpPr>
        <p:spPr>
          <a:xfrm>
            <a:off x="4756569" y="5818749"/>
            <a:ext cx="267286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dirty="0"/>
              <a:t>vs</a:t>
            </a:r>
            <a:endParaRPr lang="zh-CN" altLang="en-US" dirty="0"/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48CD9405-E0CD-489D-9AE1-201E3A90FDBA}"/>
              </a:ext>
            </a:extLst>
          </p:cNvPr>
          <p:cNvSpPr txBox="1"/>
          <p:nvPr/>
        </p:nvSpPr>
        <p:spPr>
          <a:xfrm>
            <a:off x="7807305" y="5818749"/>
            <a:ext cx="267286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dirty="0"/>
              <a:t>并发</a:t>
            </a:r>
            <a:r>
              <a:rPr lang="en-US" altLang="zh-CN" dirty="0"/>
              <a:t> GC</a:t>
            </a:r>
            <a:endParaRPr lang="zh-CN" altLang="en-US" dirty="0"/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297F5C5B-70B0-4CC1-8EDA-52B9E1A52006}"/>
              </a:ext>
            </a:extLst>
          </p:cNvPr>
          <p:cNvSpPr/>
          <p:nvPr/>
        </p:nvSpPr>
        <p:spPr>
          <a:xfrm>
            <a:off x="105508" y="5331124"/>
            <a:ext cx="351693" cy="23455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728FED50-9CAC-466A-A188-3712E80EBCE3}"/>
              </a:ext>
            </a:extLst>
          </p:cNvPr>
          <p:cNvSpPr/>
          <p:nvPr/>
        </p:nvSpPr>
        <p:spPr>
          <a:xfrm>
            <a:off x="6202036" y="5302430"/>
            <a:ext cx="351693" cy="23455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9220526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8123003-7FC3-4E8A-8FFB-C3E8234967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全栈优化</a:t>
            </a:r>
          </a:p>
        </p:txBody>
      </p:sp>
      <p:pic>
        <p:nvPicPr>
          <p:cNvPr id="9" name="图片 8">
            <a:extLst>
              <a:ext uri="{FF2B5EF4-FFF2-40B4-BE49-F238E27FC236}">
                <a16:creationId xmlns:a16="http://schemas.microsoft.com/office/drawing/2014/main" id="{687B4D3F-CB59-404A-8EC8-8D0C0410611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8436" y="1417959"/>
            <a:ext cx="5025232" cy="2760208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10" name="文本框 9">
            <a:extLst>
              <a:ext uri="{FF2B5EF4-FFF2-40B4-BE49-F238E27FC236}">
                <a16:creationId xmlns:a16="http://schemas.microsoft.com/office/drawing/2014/main" id="{B3FEB07B-E2B5-46C6-A538-6DD82540F0A9}"/>
              </a:ext>
            </a:extLst>
          </p:cNvPr>
          <p:cNvSpPr txBox="1"/>
          <p:nvPr/>
        </p:nvSpPr>
        <p:spPr>
          <a:xfrm>
            <a:off x="2162648" y="4282126"/>
            <a:ext cx="1356807" cy="414507"/>
          </a:xfrm>
          <a:prstGeom prst="rect">
            <a:avLst/>
          </a:prstGeom>
          <a:solidFill>
            <a:srgbClr val="F2F2F2"/>
          </a:solidFill>
        </p:spPr>
        <p:txBody>
          <a:bodyPr wrap="square" rtlCol="0" anchor="ctr">
            <a:spAutoFit/>
          </a:bodyPr>
          <a:lstStyle/>
          <a:p>
            <a:pPr algn="ctr">
              <a:defRPr/>
            </a:pPr>
            <a:r>
              <a:rPr lang="zh-CN" altLang="en-US" sz="2000" b="1" dirty="0">
                <a:solidFill>
                  <a:srgbClr val="C00000"/>
                </a:solidFill>
                <a:latin typeface="微软雅黑" panose="020B0503020204020204" pitchFamily="34" charset="-122"/>
              </a:rPr>
              <a:t>值类型</a:t>
            </a:r>
            <a:endParaRPr lang="en-US" altLang="zh-CN" sz="2000" kern="0" dirty="0">
              <a:solidFill>
                <a:srgbClr val="1D1D1A"/>
              </a:solidFill>
              <a:latin typeface="微软雅黑" panose="020B0503020204020204" pitchFamily="34" charset="-122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3DC367C1-B474-4FAB-B500-8979954BDA02}"/>
              </a:ext>
            </a:extLst>
          </p:cNvPr>
          <p:cNvSpPr txBox="1"/>
          <p:nvPr/>
        </p:nvSpPr>
        <p:spPr>
          <a:xfrm>
            <a:off x="9853796" y="6025058"/>
            <a:ext cx="2219671" cy="707886"/>
          </a:xfrm>
          <a:prstGeom prst="rect">
            <a:avLst/>
          </a:prstGeom>
          <a:solidFill>
            <a:srgbClr val="F2F2F2"/>
          </a:solidFill>
        </p:spPr>
        <p:txBody>
          <a:bodyPr wrap="square" rtlCol="0" anchor="ctr">
            <a:spAutoFit/>
          </a:bodyPr>
          <a:lstStyle/>
          <a:p>
            <a:pPr algn="ctr">
              <a:defRPr/>
            </a:pPr>
            <a:r>
              <a:rPr lang="zh-CN" altLang="en-US" sz="2000" b="1" kern="0" dirty="0">
                <a:solidFill>
                  <a:srgbClr val="C00000"/>
                </a:solidFill>
                <a:latin typeface="微软雅黑" panose="020B0503020204020204" pitchFamily="34" charset="-122"/>
              </a:rPr>
              <a:t>全并发</a:t>
            </a:r>
            <a:r>
              <a:rPr lang="en-US" altLang="zh-CN" sz="2000" b="1" kern="0" dirty="0">
                <a:solidFill>
                  <a:srgbClr val="C00000"/>
                </a:solidFill>
                <a:latin typeface="微软雅黑" panose="020B0503020204020204" pitchFamily="34" charset="-122"/>
              </a:rPr>
              <a:t>GC</a:t>
            </a:r>
            <a:r>
              <a:rPr lang="zh-CN" altLang="en-US" sz="2000" dirty="0">
                <a:solidFill>
                  <a:srgbClr val="1D1D1A"/>
                </a:solidFill>
                <a:latin typeface="微软雅黑" panose="020B0503020204020204" pitchFamily="34" charset="-122"/>
              </a:rPr>
              <a:t>、</a:t>
            </a:r>
            <a:endParaRPr lang="en-US" altLang="zh-CN" sz="2000" dirty="0">
              <a:solidFill>
                <a:srgbClr val="1D1D1A"/>
              </a:solidFill>
              <a:latin typeface="微软雅黑" panose="020B0503020204020204" pitchFamily="34" charset="-122"/>
            </a:endParaRPr>
          </a:p>
          <a:p>
            <a:pPr algn="ctr">
              <a:defRPr/>
            </a:pPr>
            <a:r>
              <a:rPr lang="zh-CN" altLang="en-US" sz="2000" b="1" kern="0" dirty="0">
                <a:solidFill>
                  <a:srgbClr val="C00000"/>
                </a:solidFill>
                <a:latin typeface="微软雅黑" panose="020B0503020204020204" pitchFamily="34" charset="-122"/>
              </a:rPr>
              <a:t>轻量化线程</a:t>
            </a:r>
            <a:endParaRPr lang="zh-CN" altLang="en-US" sz="2000" dirty="0">
              <a:solidFill>
                <a:srgbClr val="1D1D1A"/>
              </a:solidFill>
              <a:latin typeface="微软雅黑" panose="020B0503020204020204" pitchFamily="34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998242D2-299C-4DC5-9EF3-06AA2EE3C873}"/>
              </a:ext>
            </a:extLst>
          </p:cNvPr>
          <p:cNvSpPr txBox="1"/>
          <p:nvPr/>
        </p:nvSpPr>
        <p:spPr>
          <a:xfrm>
            <a:off x="8158519" y="913890"/>
            <a:ext cx="2141021" cy="400110"/>
          </a:xfrm>
          <a:prstGeom prst="rect">
            <a:avLst/>
          </a:prstGeom>
          <a:solidFill>
            <a:srgbClr val="F2F2F2"/>
          </a:solidFill>
        </p:spPr>
        <p:txBody>
          <a:bodyPr wrap="square" rtlCol="0" anchor="ctr">
            <a:spAutoFit/>
          </a:bodyPr>
          <a:lstStyle/>
          <a:p>
            <a:pPr algn="ctr">
              <a:defRPr/>
            </a:pPr>
            <a:r>
              <a:rPr lang="zh-CN" altLang="en-US" sz="2000" b="1" kern="0" dirty="0">
                <a:solidFill>
                  <a:srgbClr val="C00000"/>
                </a:solidFill>
                <a:latin typeface="微软雅黑" panose="020B0503020204020204" pitchFamily="34" charset="-122"/>
              </a:rPr>
              <a:t>前后端编译优化</a:t>
            </a:r>
            <a:endParaRPr lang="en-US" altLang="zh-CN" sz="2000" kern="0" dirty="0">
              <a:solidFill>
                <a:srgbClr val="1D1D1A"/>
              </a:solidFill>
              <a:latin typeface="微软雅黑" panose="020B0503020204020204" pitchFamily="34" charset="-122"/>
            </a:endParaRPr>
          </a:p>
        </p:txBody>
      </p:sp>
      <p:pic>
        <p:nvPicPr>
          <p:cNvPr id="13" name="图片 12">
            <a:extLst>
              <a:ext uri="{FF2B5EF4-FFF2-40B4-BE49-F238E27FC236}">
                <a16:creationId xmlns:a16="http://schemas.microsoft.com/office/drawing/2014/main" id="{EFD139B3-4CB9-4FF8-BEDC-281B570FFE2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74633" y="1369166"/>
            <a:ext cx="5308794" cy="2766813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14" name="图片 13">
            <a:extLst>
              <a:ext uri="{FF2B5EF4-FFF2-40B4-BE49-F238E27FC236}">
                <a16:creationId xmlns:a16="http://schemas.microsoft.com/office/drawing/2014/main" id="{FC2D851A-B26A-4CFF-9849-9A9F6F4D814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38135" y="4178167"/>
            <a:ext cx="5125621" cy="2554777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135465530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 7">
            <a:extLst>
              <a:ext uri="{FF2B5EF4-FFF2-40B4-BE49-F238E27FC236}">
                <a16:creationId xmlns:a16="http://schemas.microsoft.com/office/drawing/2014/main" id="{BFF16C38-A97D-4859-A99F-68CE6E2D489F}"/>
              </a:ext>
            </a:extLst>
          </p:cNvPr>
          <p:cNvSpPr/>
          <p:nvPr/>
        </p:nvSpPr>
        <p:spPr>
          <a:xfrm>
            <a:off x="1766517" y="1916857"/>
            <a:ext cx="8904515" cy="4633391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" name="标题 1">
            <a:extLst>
              <a:ext uri="{FF2B5EF4-FFF2-40B4-BE49-F238E27FC236}">
                <a16:creationId xmlns:a16="http://schemas.microsoft.com/office/drawing/2014/main" id="{4ED2A74F-4BD4-43C9-9279-0D1E583CA1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性能</a:t>
            </a: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41F56855-205A-4D3C-B621-A7C4CC901584}"/>
              </a:ext>
            </a:extLst>
          </p:cNvPr>
          <p:cNvSpPr txBox="1"/>
          <p:nvPr/>
        </p:nvSpPr>
        <p:spPr>
          <a:xfrm>
            <a:off x="2490131" y="1314000"/>
            <a:ext cx="6818969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defTabSz="1343643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zh-CN" sz="2400" b="1" dirty="0">
                <a:latin typeface="+mn-ea"/>
                <a:sym typeface="Helvetica"/>
              </a:rPr>
              <a:t>Benchmarks Game</a:t>
            </a:r>
            <a:r>
              <a:rPr lang="zh-CN" altLang="en-US" sz="2400" b="1" dirty="0">
                <a:latin typeface="+mn-ea"/>
                <a:sym typeface="Helvetica"/>
              </a:rPr>
              <a:t>测试（越高越好）</a:t>
            </a:r>
            <a:endParaRPr lang="en-US" altLang="zh-CN" sz="2400" b="1" dirty="0">
              <a:latin typeface="+mn-ea"/>
              <a:sym typeface="Helvetica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35BFF6CC-EDC6-4F59-A9C6-676635321B86}"/>
              </a:ext>
            </a:extLst>
          </p:cNvPr>
          <p:cNvSpPr txBox="1"/>
          <p:nvPr/>
        </p:nvSpPr>
        <p:spPr>
          <a:xfrm>
            <a:off x="3808390" y="1632622"/>
            <a:ext cx="8302611" cy="307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defTabSz="696515" hangingPunct="0">
              <a:lnSpc>
                <a:spcPct val="130000"/>
              </a:lnSpc>
              <a:defRPr/>
            </a:pPr>
            <a:r>
              <a:rPr lang="en-US" altLang="zh-CN" sz="1200" kern="0" spc="250" dirty="0">
                <a:sym typeface="FZLanTingHeiS-R-GB"/>
              </a:rPr>
              <a:t>https://benchmarksgame-team.pages.debian.net/benchmarksgame/index.html</a:t>
            </a:r>
            <a:endParaRPr lang="zh-CN" altLang="en-US" sz="1200" dirty="0">
              <a:sym typeface="FZLanTingHeiS-R-GB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1DC5E103-D3EC-4177-A17F-B0F09AF588ED}"/>
              </a:ext>
            </a:extLst>
          </p:cNvPr>
          <p:cNvSpPr txBox="1"/>
          <p:nvPr/>
        </p:nvSpPr>
        <p:spPr>
          <a:xfrm>
            <a:off x="8192755" y="3014532"/>
            <a:ext cx="1906134" cy="4356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696515" hangingPunct="0">
              <a:lnSpc>
                <a:spcPct val="130000"/>
              </a:lnSpc>
              <a:defRPr/>
            </a:pPr>
            <a:r>
              <a:rPr kumimoji="1" lang="zh-CN" altLang="en-US" sz="2000" b="1" dirty="0">
                <a:latin typeface="FZLanTingHeiS-B-GB"/>
                <a:ea typeface="FZLanTingHeiS-B-GB"/>
                <a:sym typeface="FZLanTingHeiS-R-GB"/>
              </a:rPr>
              <a:t>越高性能越好</a:t>
            </a:r>
          </a:p>
        </p:txBody>
      </p:sp>
      <p:graphicFrame>
        <p:nvGraphicFramePr>
          <p:cNvPr id="7" name="图表 6">
            <a:extLst>
              <a:ext uri="{FF2B5EF4-FFF2-40B4-BE49-F238E27FC236}">
                <a16:creationId xmlns:a16="http://schemas.microsoft.com/office/drawing/2014/main" id="{1FA8F53A-EC43-4820-8678-E83A3F663F73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713992111"/>
              </p:ext>
            </p:extLst>
          </p:nvPr>
        </p:nvGraphicFramePr>
        <p:xfrm>
          <a:off x="2284321" y="2085849"/>
          <a:ext cx="7454221" cy="416635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59967136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>
            <a:extLst>
              <a:ext uri="{FF2B5EF4-FFF2-40B4-BE49-F238E27FC236}">
                <a16:creationId xmlns:a16="http://schemas.microsoft.com/office/drawing/2014/main" id="{D59D0198-139B-407F-9465-3024958FFD5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0" y="1892150"/>
            <a:ext cx="6096528" cy="3429297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6" name="图片 5">
            <a:extLst>
              <a:ext uri="{FF2B5EF4-FFF2-40B4-BE49-F238E27FC236}">
                <a16:creationId xmlns:a16="http://schemas.microsoft.com/office/drawing/2014/main" id="{C6263B72-E421-45A0-ADDE-55B9D53CB8E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528" y="1904700"/>
            <a:ext cx="6096528" cy="3429297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8" name="标题 1">
            <a:extLst>
              <a:ext uri="{FF2B5EF4-FFF2-40B4-BE49-F238E27FC236}">
                <a16:creationId xmlns:a16="http://schemas.microsoft.com/office/drawing/2014/main" id="{AD517C93-238B-4A26-AF00-66549F8AD3EB}"/>
              </a:ext>
            </a:extLst>
          </p:cNvPr>
          <p:cNvSpPr txBox="1">
            <a:spLocks/>
          </p:cNvSpPr>
          <p:nvPr/>
        </p:nvSpPr>
        <p:spPr>
          <a:xfrm>
            <a:off x="608400" y="608400"/>
            <a:ext cx="10969200" cy="705600"/>
          </a:xfrm>
          <a:prstGeom prst="rect">
            <a:avLst/>
          </a:prstGeom>
        </p:spPr>
        <p:txBody>
          <a:bodyPr vert="horz" lIns="90170" tIns="46990" rIns="90170" bIns="46990" rtlCol="0" anchor="ctr" anchorCtr="0">
            <a:normAutofit/>
          </a:bodyPr>
          <a:lstStyle>
            <a:lvl1pPr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buNone/>
              <a:defRPr sz="3600" b="0" u="none" strike="noStrike" kern="1200" cap="none" spc="300" normalizeH="0" baseline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3600" b="0" i="0" u="none" strike="noStrike" kern="1200" cap="none" spc="300" normalizeH="0" baseline="0" noProof="0" dirty="0">
                <a:ln>
                  <a:noFill/>
                </a:ln>
                <a:solidFill>
                  <a:sysClr val="windowText" lastClr="000000">
                    <a:lumMod val="85000"/>
                    <a:lumOff val="15000"/>
                  </a:sysClr>
                </a:solidFill>
                <a:effectLst/>
                <a:uLnTx/>
                <a:uFillTx/>
                <a:latin typeface="Arial"/>
                <a:ea typeface="微软雅黑"/>
                <a:cs typeface="+mj-cs"/>
              </a:rPr>
              <a:t>跨语言互操作（生态扩展）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62F660C1-0E89-4E7D-80E8-4A66AE2D23BF}"/>
              </a:ext>
            </a:extLst>
          </p:cNvPr>
          <p:cNvSpPr txBox="1"/>
          <p:nvPr/>
        </p:nvSpPr>
        <p:spPr>
          <a:xfrm>
            <a:off x="1517386" y="6045431"/>
            <a:ext cx="3060700" cy="36933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</a:rPr>
              <a:t>仓颉和</a:t>
            </a:r>
            <a:r>
              <a:rPr kumimoji="1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</a:rPr>
              <a:t>C</a:t>
            </a:r>
            <a:r>
              <a:rPr kumimoji="1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</a:rPr>
              <a:t>程序互调用</a:t>
            </a: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B8340C33-C008-4C69-8698-D0B66515A649}"/>
              </a:ext>
            </a:extLst>
          </p:cNvPr>
          <p:cNvSpPr txBox="1"/>
          <p:nvPr/>
        </p:nvSpPr>
        <p:spPr>
          <a:xfrm>
            <a:off x="7287021" y="6045431"/>
            <a:ext cx="3714486" cy="36933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</a:rPr>
              <a:t>仓颉和</a:t>
            </a:r>
            <a:r>
              <a:rPr kumimoji="1" lang="en-US" altLang="zh-CN" sz="24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</a:rPr>
              <a:t>ArkTS</a:t>
            </a:r>
            <a:r>
              <a:rPr kumimoji="1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</a:rPr>
              <a:t>程序互调用</a:t>
            </a: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964924C7-B587-40E3-8393-2719EBE33583}"/>
              </a:ext>
            </a:extLst>
          </p:cNvPr>
          <p:cNvSpPr txBox="1"/>
          <p:nvPr/>
        </p:nvSpPr>
        <p:spPr>
          <a:xfrm>
            <a:off x="8001000" y="5383768"/>
            <a:ext cx="4191000" cy="19050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</a:rPr>
              <a:t>材料来自李可</a:t>
            </a:r>
            <a:r>
              <a:rPr kumimoji="1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</a:rPr>
              <a:t>《</a:t>
            </a:r>
            <a:r>
              <a:rPr kumimoji="1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</a:rPr>
              <a:t>中国工商银行鸿蒙应用仓颉语言开发实践</a:t>
            </a:r>
            <a:r>
              <a:rPr kumimoji="1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</a:rPr>
              <a:t>》</a:t>
            </a:r>
            <a:endParaRPr kumimoji="1" lang="zh-CN" altLang="en-US" sz="12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Microsoft YaHei" panose="020B0503020204020204" pitchFamily="34" charset="-122"/>
              <a:ea typeface="Microsoft YaHei" panose="020B0503020204020204" pitchFamily="34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87364984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>
            <a:extLst>
              <a:ext uri="{FF2B5EF4-FFF2-40B4-BE49-F238E27FC236}">
                <a16:creationId xmlns:a16="http://schemas.microsoft.com/office/drawing/2014/main" id="{BCD4FD7A-B01A-4EDB-BF84-6FDB34F90E5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1429" y="3901599"/>
            <a:ext cx="4733403" cy="2846985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9" name="图片 8">
            <a:extLst>
              <a:ext uri="{FF2B5EF4-FFF2-40B4-BE49-F238E27FC236}">
                <a16:creationId xmlns:a16="http://schemas.microsoft.com/office/drawing/2014/main" id="{F3D2B3EC-25F8-4FA2-B962-48EBA3E3888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20390" y="3988460"/>
            <a:ext cx="5514137" cy="2673263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grpSp>
        <p:nvGrpSpPr>
          <p:cNvPr id="10" name="组合 23">
            <a:extLst>
              <a:ext uri="{FF2B5EF4-FFF2-40B4-BE49-F238E27FC236}">
                <a16:creationId xmlns:a16="http://schemas.microsoft.com/office/drawing/2014/main" id="{1D56EEA9-B768-43E4-AF6E-C5246EC7CEE9}"/>
              </a:ext>
            </a:extLst>
          </p:cNvPr>
          <p:cNvGrpSpPr/>
          <p:nvPr/>
        </p:nvGrpSpPr>
        <p:grpSpPr>
          <a:xfrm rot="5400000" flipH="1">
            <a:off x="5566227" y="1784629"/>
            <a:ext cx="278812" cy="3947809"/>
            <a:chOff x="10204861" y="371793"/>
            <a:chExt cx="1034639" cy="1870710"/>
          </a:xfrm>
        </p:grpSpPr>
        <p:sp>
          <p:nvSpPr>
            <p:cNvPr id="11" name="Freeform 6">
              <a:extLst>
                <a:ext uri="{FF2B5EF4-FFF2-40B4-BE49-F238E27FC236}">
                  <a16:creationId xmlns:a16="http://schemas.microsoft.com/office/drawing/2014/main" id="{46124A46-A5AC-4F70-8A34-C5A12072C2FF}"/>
                </a:ext>
              </a:extLst>
            </p:cNvPr>
            <p:cNvSpPr>
              <a:spLocks/>
            </p:cNvSpPr>
            <p:nvPr/>
          </p:nvSpPr>
          <p:spPr bwMode="auto">
            <a:xfrm rot="10800000">
              <a:off x="10204861" y="371793"/>
              <a:ext cx="1019397" cy="1870710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20" y="36"/>
                </a:cxn>
                <a:cxn ang="0">
                  <a:pos x="67" y="105"/>
                </a:cxn>
                <a:cxn ang="0">
                  <a:pos x="120" y="172"/>
                </a:cxn>
                <a:cxn ang="0">
                  <a:pos x="180" y="238"/>
                </a:cxn>
                <a:cxn ang="0">
                  <a:pos x="244" y="300"/>
                </a:cxn>
                <a:cxn ang="0">
                  <a:pos x="316" y="363"/>
                </a:cxn>
                <a:cxn ang="0">
                  <a:pos x="391" y="421"/>
                </a:cxn>
                <a:cxn ang="0">
                  <a:pos x="471" y="479"/>
                </a:cxn>
                <a:cxn ang="0">
                  <a:pos x="596" y="560"/>
                </a:cxn>
                <a:cxn ang="0">
                  <a:pos x="773" y="662"/>
                </a:cxn>
                <a:cxn ang="0">
                  <a:pos x="957" y="754"/>
                </a:cxn>
                <a:cxn ang="0">
                  <a:pos x="1142" y="839"/>
                </a:cxn>
                <a:cxn ang="0">
                  <a:pos x="1325" y="914"/>
                </a:cxn>
                <a:cxn ang="0">
                  <a:pos x="1500" y="979"/>
                </a:cxn>
                <a:cxn ang="0">
                  <a:pos x="1664" y="1037"/>
                </a:cxn>
                <a:cxn ang="0">
                  <a:pos x="1878" y="1106"/>
                </a:cxn>
                <a:cxn ang="0">
                  <a:pos x="2081" y="1164"/>
                </a:cxn>
                <a:cxn ang="0">
                  <a:pos x="2158" y="1183"/>
                </a:cxn>
                <a:cxn ang="0">
                  <a:pos x="1992" y="1212"/>
                </a:cxn>
                <a:cxn ang="0">
                  <a:pos x="1809" y="1252"/>
                </a:cxn>
                <a:cxn ang="0">
                  <a:pos x="1661" y="1288"/>
                </a:cxn>
                <a:cxn ang="0">
                  <a:pos x="1495" y="1333"/>
                </a:cxn>
                <a:cxn ang="0">
                  <a:pos x="1318" y="1389"/>
                </a:cxn>
                <a:cxn ang="0">
                  <a:pos x="1134" y="1456"/>
                </a:cxn>
                <a:cxn ang="0">
                  <a:pos x="948" y="1533"/>
                </a:cxn>
                <a:cxn ang="0">
                  <a:pos x="765" y="1624"/>
                </a:cxn>
                <a:cxn ang="0">
                  <a:pos x="676" y="1672"/>
                </a:cxn>
                <a:cxn ang="0">
                  <a:pos x="588" y="1726"/>
                </a:cxn>
                <a:cxn ang="0">
                  <a:pos x="504" y="1782"/>
                </a:cxn>
                <a:cxn ang="0">
                  <a:pos x="422" y="1840"/>
                </a:cxn>
                <a:cxn ang="0">
                  <a:pos x="346" y="1904"/>
                </a:cxn>
                <a:cxn ang="0">
                  <a:pos x="274" y="1970"/>
                </a:cxn>
                <a:cxn ang="0">
                  <a:pos x="206" y="2040"/>
                </a:cxn>
                <a:cxn ang="0">
                  <a:pos x="144" y="2114"/>
                </a:cxn>
                <a:cxn ang="0">
                  <a:pos x="89" y="2190"/>
                </a:cxn>
                <a:cxn ang="0">
                  <a:pos x="41" y="2272"/>
                </a:cxn>
                <a:cxn ang="0">
                  <a:pos x="0" y="2356"/>
                </a:cxn>
              </a:cxnLst>
              <a:rect l="0" t="0" r="r" b="b"/>
              <a:pathLst>
                <a:path w="2158" h="2356">
                  <a:moveTo>
                    <a:pt x="0" y="2356"/>
                  </a:moveTo>
                  <a:lnTo>
                    <a:pt x="0" y="0"/>
                  </a:lnTo>
                  <a:lnTo>
                    <a:pt x="0" y="0"/>
                  </a:lnTo>
                  <a:lnTo>
                    <a:pt x="20" y="36"/>
                  </a:lnTo>
                  <a:lnTo>
                    <a:pt x="42" y="70"/>
                  </a:lnTo>
                  <a:lnTo>
                    <a:pt x="67" y="105"/>
                  </a:lnTo>
                  <a:lnTo>
                    <a:pt x="92" y="139"/>
                  </a:lnTo>
                  <a:lnTo>
                    <a:pt x="120" y="172"/>
                  </a:lnTo>
                  <a:lnTo>
                    <a:pt x="149" y="205"/>
                  </a:lnTo>
                  <a:lnTo>
                    <a:pt x="180" y="238"/>
                  </a:lnTo>
                  <a:lnTo>
                    <a:pt x="211" y="269"/>
                  </a:lnTo>
                  <a:lnTo>
                    <a:pt x="244" y="300"/>
                  </a:lnTo>
                  <a:lnTo>
                    <a:pt x="280" y="332"/>
                  </a:lnTo>
                  <a:lnTo>
                    <a:pt x="316" y="363"/>
                  </a:lnTo>
                  <a:lnTo>
                    <a:pt x="352" y="393"/>
                  </a:lnTo>
                  <a:lnTo>
                    <a:pt x="391" y="421"/>
                  </a:lnTo>
                  <a:lnTo>
                    <a:pt x="430" y="451"/>
                  </a:lnTo>
                  <a:lnTo>
                    <a:pt x="471" y="479"/>
                  </a:lnTo>
                  <a:lnTo>
                    <a:pt x="511" y="507"/>
                  </a:lnTo>
                  <a:lnTo>
                    <a:pt x="596" y="560"/>
                  </a:lnTo>
                  <a:lnTo>
                    <a:pt x="683" y="612"/>
                  </a:lnTo>
                  <a:lnTo>
                    <a:pt x="773" y="662"/>
                  </a:lnTo>
                  <a:lnTo>
                    <a:pt x="865" y="709"/>
                  </a:lnTo>
                  <a:lnTo>
                    <a:pt x="957" y="754"/>
                  </a:lnTo>
                  <a:lnTo>
                    <a:pt x="1049" y="798"/>
                  </a:lnTo>
                  <a:lnTo>
                    <a:pt x="1142" y="839"/>
                  </a:lnTo>
                  <a:lnTo>
                    <a:pt x="1234" y="878"/>
                  </a:lnTo>
                  <a:lnTo>
                    <a:pt x="1325" y="914"/>
                  </a:lnTo>
                  <a:lnTo>
                    <a:pt x="1414" y="948"/>
                  </a:lnTo>
                  <a:lnTo>
                    <a:pt x="1500" y="979"/>
                  </a:lnTo>
                  <a:lnTo>
                    <a:pt x="1584" y="1009"/>
                  </a:lnTo>
                  <a:lnTo>
                    <a:pt x="1664" y="1037"/>
                  </a:lnTo>
                  <a:lnTo>
                    <a:pt x="1740" y="1062"/>
                  </a:lnTo>
                  <a:lnTo>
                    <a:pt x="1878" y="1106"/>
                  </a:lnTo>
                  <a:lnTo>
                    <a:pt x="1994" y="1139"/>
                  </a:lnTo>
                  <a:lnTo>
                    <a:pt x="2081" y="1164"/>
                  </a:lnTo>
                  <a:lnTo>
                    <a:pt x="2158" y="1183"/>
                  </a:lnTo>
                  <a:lnTo>
                    <a:pt x="2158" y="1183"/>
                  </a:lnTo>
                  <a:lnTo>
                    <a:pt x="2081" y="1195"/>
                  </a:lnTo>
                  <a:lnTo>
                    <a:pt x="1992" y="1212"/>
                  </a:lnTo>
                  <a:lnTo>
                    <a:pt x="1877" y="1236"/>
                  </a:lnTo>
                  <a:lnTo>
                    <a:pt x="1809" y="1252"/>
                  </a:lnTo>
                  <a:lnTo>
                    <a:pt x="1737" y="1269"/>
                  </a:lnTo>
                  <a:lnTo>
                    <a:pt x="1661" y="1288"/>
                  </a:lnTo>
                  <a:lnTo>
                    <a:pt x="1579" y="1309"/>
                  </a:lnTo>
                  <a:lnTo>
                    <a:pt x="1495" y="1333"/>
                  </a:lnTo>
                  <a:lnTo>
                    <a:pt x="1407" y="1361"/>
                  </a:lnTo>
                  <a:lnTo>
                    <a:pt x="1318" y="1389"/>
                  </a:lnTo>
                  <a:lnTo>
                    <a:pt x="1226" y="1422"/>
                  </a:lnTo>
                  <a:lnTo>
                    <a:pt x="1134" y="1456"/>
                  </a:lnTo>
                  <a:lnTo>
                    <a:pt x="1041" y="1494"/>
                  </a:lnTo>
                  <a:lnTo>
                    <a:pt x="948" y="1533"/>
                  </a:lnTo>
                  <a:lnTo>
                    <a:pt x="855" y="1577"/>
                  </a:lnTo>
                  <a:lnTo>
                    <a:pt x="765" y="1624"/>
                  </a:lnTo>
                  <a:lnTo>
                    <a:pt x="719" y="1647"/>
                  </a:lnTo>
                  <a:lnTo>
                    <a:pt x="676" y="1672"/>
                  </a:lnTo>
                  <a:lnTo>
                    <a:pt x="632" y="1699"/>
                  </a:lnTo>
                  <a:lnTo>
                    <a:pt x="588" y="1726"/>
                  </a:lnTo>
                  <a:lnTo>
                    <a:pt x="546" y="1752"/>
                  </a:lnTo>
                  <a:lnTo>
                    <a:pt x="504" y="1782"/>
                  </a:lnTo>
                  <a:lnTo>
                    <a:pt x="463" y="1810"/>
                  </a:lnTo>
                  <a:lnTo>
                    <a:pt x="422" y="1840"/>
                  </a:lnTo>
                  <a:lnTo>
                    <a:pt x="383" y="1871"/>
                  </a:lnTo>
                  <a:lnTo>
                    <a:pt x="346" y="1904"/>
                  </a:lnTo>
                  <a:lnTo>
                    <a:pt x="308" y="1935"/>
                  </a:lnTo>
                  <a:lnTo>
                    <a:pt x="274" y="1970"/>
                  </a:lnTo>
                  <a:lnTo>
                    <a:pt x="239" y="2004"/>
                  </a:lnTo>
                  <a:lnTo>
                    <a:pt x="206" y="2040"/>
                  </a:lnTo>
                  <a:lnTo>
                    <a:pt x="175" y="2076"/>
                  </a:lnTo>
                  <a:lnTo>
                    <a:pt x="144" y="2114"/>
                  </a:lnTo>
                  <a:lnTo>
                    <a:pt x="116" y="2151"/>
                  </a:lnTo>
                  <a:lnTo>
                    <a:pt x="89" y="2190"/>
                  </a:lnTo>
                  <a:lnTo>
                    <a:pt x="64" y="2231"/>
                  </a:lnTo>
                  <a:lnTo>
                    <a:pt x="41" y="2272"/>
                  </a:lnTo>
                  <a:lnTo>
                    <a:pt x="19" y="2314"/>
                  </a:lnTo>
                  <a:lnTo>
                    <a:pt x="0" y="2356"/>
                  </a:lnTo>
                  <a:lnTo>
                    <a:pt x="0" y="2356"/>
                  </a:lnTo>
                  <a:close/>
                </a:path>
              </a:pathLst>
            </a:custGeom>
            <a:gradFill flip="none" rotWithShape="1">
              <a:gsLst>
                <a:gs pos="100000">
                  <a:srgbClr val="001642">
                    <a:alpha val="0"/>
                  </a:srgbClr>
                </a:gs>
                <a:gs pos="53000">
                  <a:srgbClr val="0070C0">
                    <a:alpha val="51000"/>
                  </a:srgbClr>
                </a:gs>
              </a:gsLst>
              <a:lin ang="10800000" scaled="1"/>
              <a:tileRect/>
            </a:gradFill>
            <a:ln w="3175" cap="flat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indent="-141376" algn="ctr" defTabSz="512998">
                <a:lnSpc>
                  <a:spcPts val="3141"/>
                </a:lnSpc>
                <a:buClr>
                  <a:srgbClr val="CC9900"/>
                </a:buClr>
                <a:buSzPct val="60000"/>
                <a:buFont typeface="Wingdings" pitchFamily="2" charset="2"/>
                <a:buChar char="n"/>
                <a:defRPr/>
              </a:pPr>
              <a:endParaRPr lang="zh-CN" altLang="en-US" sz="1796" kern="0" dirty="0">
                <a:solidFill>
                  <a:prstClr val="white"/>
                </a:solidFill>
                <a:latin typeface="Arial" panose="020B0604020202020204" pitchFamily="34" charset="0"/>
                <a:ea typeface="黑体"/>
                <a:cs typeface="Arial" panose="020B0604020202020204" pitchFamily="34" charset="0"/>
                <a:sym typeface="Wingdings" pitchFamily="2" charset="2"/>
              </a:endParaRPr>
            </a:p>
          </p:txBody>
        </p:sp>
        <p:sp>
          <p:nvSpPr>
            <p:cNvPr id="12" name="Freeform 6">
              <a:extLst>
                <a:ext uri="{FF2B5EF4-FFF2-40B4-BE49-F238E27FC236}">
                  <a16:creationId xmlns:a16="http://schemas.microsoft.com/office/drawing/2014/main" id="{64DF2131-FC18-4666-90FC-F894E6F8500C}"/>
                </a:ext>
              </a:extLst>
            </p:cNvPr>
            <p:cNvSpPr>
              <a:spLocks/>
            </p:cNvSpPr>
            <p:nvPr/>
          </p:nvSpPr>
          <p:spPr bwMode="auto">
            <a:xfrm rot="10800000">
              <a:off x="10220102" y="1042353"/>
              <a:ext cx="1019398" cy="527367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20" y="36"/>
                </a:cxn>
                <a:cxn ang="0">
                  <a:pos x="67" y="105"/>
                </a:cxn>
                <a:cxn ang="0">
                  <a:pos x="120" y="172"/>
                </a:cxn>
                <a:cxn ang="0">
                  <a:pos x="180" y="238"/>
                </a:cxn>
                <a:cxn ang="0">
                  <a:pos x="244" y="300"/>
                </a:cxn>
                <a:cxn ang="0">
                  <a:pos x="316" y="363"/>
                </a:cxn>
                <a:cxn ang="0">
                  <a:pos x="391" y="421"/>
                </a:cxn>
                <a:cxn ang="0">
                  <a:pos x="471" y="479"/>
                </a:cxn>
                <a:cxn ang="0">
                  <a:pos x="596" y="560"/>
                </a:cxn>
                <a:cxn ang="0">
                  <a:pos x="773" y="662"/>
                </a:cxn>
                <a:cxn ang="0">
                  <a:pos x="957" y="754"/>
                </a:cxn>
                <a:cxn ang="0">
                  <a:pos x="1142" y="839"/>
                </a:cxn>
                <a:cxn ang="0">
                  <a:pos x="1325" y="914"/>
                </a:cxn>
                <a:cxn ang="0">
                  <a:pos x="1500" y="979"/>
                </a:cxn>
                <a:cxn ang="0">
                  <a:pos x="1664" y="1037"/>
                </a:cxn>
                <a:cxn ang="0">
                  <a:pos x="1878" y="1106"/>
                </a:cxn>
                <a:cxn ang="0">
                  <a:pos x="2081" y="1164"/>
                </a:cxn>
                <a:cxn ang="0">
                  <a:pos x="2158" y="1183"/>
                </a:cxn>
                <a:cxn ang="0">
                  <a:pos x="1992" y="1212"/>
                </a:cxn>
                <a:cxn ang="0">
                  <a:pos x="1809" y="1252"/>
                </a:cxn>
                <a:cxn ang="0">
                  <a:pos x="1661" y="1288"/>
                </a:cxn>
                <a:cxn ang="0">
                  <a:pos x="1495" y="1333"/>
                </a:cxn>
                <a:cxn ang="0">
                  <a:pos x="1318" y="1389"/>
                </a:cxn>
                <a:cxn ang="0">
                  <a:pos x="1134" y="1456"/>
                </a:cxn>
                <a:cxn ang="0">
                  <a:pos x="948" y="1533"/>
                </a:cxn>
                <a:cxn ang="0">
                  <a:pos x="765" y="1624"/>
                </a:cxn>
                <a:cxn ang="0">
                  <a:pos x="676" y="1672"/>
                </a:cxn>
                <a:cxn ang="0">
                  <a:pos x="588" y="1726"/>
                </a:cxn>
                <a:cxn ang="0">
                  <a:pos x="504" y="1782"/>
                </a:cxn>
                <a:cxn ang="0">
                  <a:pos x="422" y="1840"/>
                </a:cxn>
                <a:cxn ang="0">
                  <a:pos x="346" y="1904"/>
                </a:cxn>
                <a:cxn ang="0">
                  <a:pos x="274" y="1970"/>
                </a:cxn>
                <a:cxn ang="0">
                  <a:pos x="206" y="2040"/>
                </a:cxn>
                <a:cxn ang="0">
                  <a:pos x="144" y="2114"/>
                </a:cxn>
                <a:cxn ang="0">
                  <a:pos x="89" y="2190"/>
                </a:cxn>
                <a:cxn ang="0">
                  <a:pos x="41" y="2272"/>
                </a:cxn>
                <a:cxn ang="0">
                  <a:pos x="0" y="2356"/>
                </a:cxn>
              </a:cxnLst>
              <a:rect l="0" t="0" r="r" b="b"/>
              <a:pathLst>
                <a:path w="2158" h="2356">
                  <a:moveTo>
                    <a:pt x="0" y="2356"/>
                  </a:moveTo>
                  <a:lnTo>
                    <a:pt x="0" y="0"/>
                  </a:lnTo>
                  <a:lnTo>
                    <a:pt x="0" y="0"/>
                  </a:lnTo>
                  <a:lnTo>
                    <a:pt x="20" y="36"/>
                  </a:lnTo>
                  <a:lnTo>
                    <a:pt x="42" y="70"/>
                  </a:lnTo>
                  <a:lnTo>
                    <a:pt x="67" y="105"/>
                  </a:lnTo>
                  <a:lnTo>
                    <a:pt x="92" y="139"/>
                  </a:lnTo>
                  <a:lnTo>
                    <a:pt x="120" y="172"/>
                  </a:lnTo>
                  <a:lnTo>
                    <a:pt x="149" y="205"/>
                  </a:lnTo>
                  <a:lnTo>
                    <a:pt x="180" y="238"/>
                  </a:lnTo>
                  <a:lnTo>
                    <a:pt x="211" y="269"/>
                  </a:lnTo>
                  <a:lnTo>
                    <a:pt x="244" y="300"/>
                  </a:lnTo>
                  <a:lnTo>
                    <a:pt x="280" y="332"/>
                  </a:lnTo>
                  <a:lnTo>
                    <a:pt x="316" y="363"/>
                  </a:lnTo>
                  <a:lnTo>
                    <a:pt x="352" y="393"/>
                  </a:lnTo>
                  <a:lnTo>
                    <a:pt x="391" y="421"/>
                  </a:lnTo>
                  <a:lnTo>
                    <a:pt x="430" y="451"/>
                  </a:lnTo>
                  <a:lnTo>
                    <a:pt x="471" y="479"/>
                  </a:lnTo>
                  <a:lnTo>
                    <a:pt x="511" y="507"/>
                  </a:lnTo>
                  <a:lnTo>
                    <a:pt x="596" y="560"/>
                  </a:lnTo>
                  <a:lnTo>
                    <a:pt x="683" y="612"/>
                  </a:lnTo>
                  <a:lnTo>
                    <a:pt x="773" y="662"/>
                  </a:lnTo>
                  <a:lnTo>
                    <a:pt x="865" y="709"/>
                  </a:lnTo>
                  <a:lnTo>
                    <a:pt x="957" y="754"/>
                  </a:lnTo>
                  <a:lnTo>
                    <a:pt x="1049" y="798"/>
                  </a:lnTo>
                  <a:lnTo>
                    <a:pt x="1142" y="839"/>
                  </a:lnTo>
                  <a:lnTo>
                    <a:pt x="1234" y="878"/>
                  </a:lnTo>
                  <a:lnTo>
                    <a:pt x="1325" y="914"/>
                  </a:lnTo>
                  <a:lnTo>
                    <a:pt x="1414" y="948"/>
                  </a:lnTo>
                  <a:lnTo>
                    <a:pt x="1500" y="979"/>
                  </a:lnTo>
                  <a:lnTo>
                    <a:pt x="1584" y="1009"/>
                  </a:lnTo>
                  <a:lnTo>
                    <a:pt x="1664" y="1037"/>
                  </a:lnTo>
                  <a:lnTo>
                    <a:pt x="1740" y="1062"/>
                  </a:lnTo>
                  <a:lnTo>
                    <a:pt x="1878" y="1106"/>
                  </a:lnTo>
                  <a:lnTo>
                    <a:pt x="1994" y="1139"/>
                  </a:lnTo>
                  <a:lnTo>
                    <a:pt x="2081" y="1164"/>
                  </a:lnTo>
                  <a:lnTo>
                    <a:pt x="2158" y="1183"/>
                  </a:lnTo>
                  <a:lnTo>
                    <a:pt x="2158" y="1183"/>
                  </a:lnTo>
                  <a:lnTo>
                    <a:pt x="2081" y="1195"/>
                  </a:lnTo>
                  <a:lnTo>
                    <a:pt x="1992" y="1212"/>
                  </a:lnTo>
                  <a:lnTo>
                    <a:pt x="1877" y="1236"/>
                  </a:lnTo>
                  <a:lnTo>
                    <a:pt x="1809" y="1252"/>
                  </a:lnTo>
                  <a:lnTo>
                    <a:pt x="1737" y="1269"/>
                  </a:lnTo>
                  <a:lnTo>
                    <a:pt x="1661" y="1288"/>
                  </a:lnTo>
                  <a:lnTo>
                    <a:pt x="1579" y="1309"/>
                  </a:lnTo>
                  <a:lnTo>
                    <a:pt x="1495" y="1333"/>
                  </a:lnTo>
                  <a:lnTo>
                    <a:pt x="1407" y="1361"/>
                  </a:lnTo>
                  <a:lnTo>
                    <a:pt x="1318" y="1389"/>
                  </a:lnTo>
                  <a:lnTo>
                    <a:pt x="1226" y="1422"/>
                  </a:lnTo>
                  <a:lnTo>
                    <a:pt x="1134" y="1456"/>
                  </a:lnTo>
                  <a:lnTo>
                    <a:pt x="1041" y="1494"/>
                  </a:lnTo>
                  <a:lnTo>
                    <a:pt x="948" y="1533"/>
                  </a:lnTo>
                  <a:lnTo>
                    <a:pt x="855" y="1577"/>
                  </a:lnTo>
                  <a:lnTo>
                    <a:pt x="765" y="1624"/>
                  </a:lnTo>
                  <a:lnTo>
                    <a:pt x="719" y="1647"/>
                  </a:lnTo>
                  <a:lnTo>
                    <a:pt x="676" y="1672"/>
                  </a:lnTo>
                  <a:lnTo>
                    <a:pt x="632" y="1699"/>
                  </a:lnTo>
                  <a:lnTo>
                    <a:pt x="588" y="1726"/>
                  </a:lnTo>
                  <a:lnTo>
                    <a:pt x="546" y="1752"/>
                  </a:lnTo>
                  <a:lnTo>
                    <a:pt x="504" y="1782"/>
                  </a:lnTo>
                  <a:lnTo>
                    <a:pt x="463" y="1810"/>
                  </a:lnTo>
                  <a:lnTo>
                    <a:pt x="422" y="1840"/>
                  </a:lnTo>
                  <a:lnTo>
                    <a:pt x="383" y="1871"/>
                  </a:lnTo>
                  <a:lnTo>
                    <a:pt x="346" y="1904"/>
                  </a:lnTo>
                  <a:lnTo>
                    <a:pt x="308" y="1935"/>
                  </a:lnTo>
                  <a:lnTo>
                    <a:pt x="274" y="1970"/>
                  </a:lnTo>
                  <a:lnTo>
                    <a:pt x="239" y="2004"/>
                  </a:lnTo>
                  <a:lnTo>
                    <a:pt x="206" y="2040"/>
                  </a:lnTo>
                  <a:lnTo>
                    <a:pt x="175" y="2076"/>
                  </a:lnTo>
                  <a:lnTo>
                    <a:pt x="144" y="2114"/>
                  </a:lnTo>
                  <a:lnTo>
                    <a:pt x="116" y="2151"/>
                  </a:lnTo>
                  <a:lnTo>
                    <a:pt x="89" y="2190"/>
                  </a:lnTo>
                  <a:lnTo>
                    <a:pt x="64" y="2231"/>
                  </a:lnTo>
                  <a:lnTo>
                    <a:pt x="41" y="2272"/>
                  </a:lnTo>
                  <a:lnTo>
                    <a:pt x="19" y="2314"/>
                  </a:lnTo>
                  <a:lnTo>
                    <a:pt x="0" y="2356"/>
                  </a:lnTo>
                  <a:lnTo>
                    <a:pt x="0" y="2356"/>
                  </a:lnTo>
                  <a:close/>
                </a:path>
              </a:pathLst>
            </a:custGeom>
            <a:gradFill flip="none" rotWithShape="1">
              <a:gsLst>
                <a:gs pos="100000">
                  <a:srgbClr val="001642">
                    <a:alpha val="0"/>
                  </a:srgbClr>
                </a:gs>
                <a:gs pos="0">
                  <a:srgbClr val="0070C0">
                    <a:alpha val="37000"/>
                  </a:srgbClr>
                </a:gs>
              </a:gsLst>
              <a:lin ang="10800000" scaled="1"/>
              <a:tileRect/>
            </a:gradFill>
            <a:ln w="3175" cap="flat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indent="-141376" algn="ctr" defTabSz="512998">
                <a:lnSpc>
                  <a:spcPts val="3141"/>
                </a:lnSpc>
                <a:buClr>
                  <a:srgbClr val="CC9900"/>
                </a:buClr>
                <a:buSzPct val="60000"/>
                <a:buFont typeface="Wingdings" pitchFamily="2" charset="2"/>
                <a:buChar char="n"/>
                <a:defRPr/>
              </a:pPr>
              <a:endParaRPr lang="zh-CN" altLang="en-US" sz="1796" kern="0" dirty="0">
                <a:solidFill>
                  <a:prstClr val="white"/>
                </a:solidFill>
                <a:latin typeface="Arial" panose="020B0604020202020204" pitchFamily="34" charset="0"/>
                <a:ea typeface="黑体"/>
                <a:cs typeface="Arial" panose="020B0604020202020204" pitchFamily="34" charset="0"/>
                <a:sym typeface="Wingdings" pitchFamily="2" charset="2"/>
              </a:endParaRPr>
            </a:p>
          </p:txBody>
        </p:sp>
      </p:grpSp>
      <p:grpSp>
        <p:nvGrpSpPr>
          <p:cNvPr id="3" name="组合 2">
            <a:extLst>
              <a:ext uri="{FF2B5EF4-FFF2-40B4-BE49-F238E27FC236}">
                <a16:creationId xmlns:a16="http://schemas.microsoft.com/office/drawing/2014/main" id="{FEF3AE87-ED6F-419F-8D68-A13335F81F3C}"/>
              </a:ext>
            </a:extLst>
          </p:cNvPr>
          <p:cNvGrpSpPr/>
          <p:nvPr/>
        </p:nvGrpSpPr>
        <p:grpSpPr>
          <a:xfrm>
            <a:off x="271079" y="939124"/>
            <a:ext cx="2801212" cy="2488315"/>
            <a:chOff x="489561" y="746069"/>
            <a:chExt cx="2802306" cy="2489287"/>
          </a:xfrm>
        </p:grpSpPr>
        <p:sp>
          <p:nvSpPr>
            <p:cNvPr id="13" name="文本框 12">
              <a:extLst>
                <a:ext uri="{FF2B5EF4-FFF2-40B4-BE49-F238E27FC236}">
                  <a16:creationId xmlns:a16="http://schemas.microsoft.com/office/drawing/2014/main" id="{3C08A563-8C06-4D7B-8881-AB9B5E46F887}"/>
                </a:ext>
              </a:extLst>
            </p:cNvPr>
            <p:cNvSpPr txBox="1"/>
            <p:nvPr/>
          </p:nvSpPr>
          <p:spPr>
            <a:xfrm>
              <a:off x="1331832" y="746069"/>
              <a:ext cx="1039154" cy="246317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defTabSz="914089">
                <a:defRPr/>
              </a:pPr>
              <a:r>
                <a:rPr kumimoji="1" lang="zh-CN" altLang="en-US" sz="1600" b="1" dirty="0">
                  <a:solidFill>
                    <a:srgbClr val="00000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cs typeface="Arial"/>
                  <a:sym typeface="Arial"/>
                </a:rPr>
                <a:t>声明式</a:t>
              </a:r>
              <a:r>
                <a:rPr kumimoji="1" lang="en-US" altLang="zh-CN" sz="1600" b="1" dirty="0">
                  <a:solidFill>
                    <a:srgbClr val="00000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cs typeface="Arial"/>
                  <a:sym typeface="Arial"/>
                </a:rPr>
                <a:t>UI</a:t>
              </a:r>
              <a:endParaRPr kumimoji="1" lang="zh-CN" altLang="en-US" sz="1600" b="1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Arial"/>
                <a:sym typeface="Arial"/>
              </a:endParaRPr>
            </a:p>
          </p:txBody>
        </p:sp>
        <p:sp>
          <p:nvSpPr>
            <p:cNvPr id="28" name="文本框 27">
              <a:extLst>
                <a:ext uri="{FF2B5EF4-FFF2-40B4-BE49-F238E27FC236}">
                  <a16:creationId xmlns:a16="http://schemas.microsoft.com/office/drawing/2014/main" id="{22509AA0-D48E-44F3-A8A1-0AC7C32D7592}"/>
                </a:ext>
              </a:extLst>
            </p:cNvPr>
            <p:cNvSpPr txBox="1"/>
            <p:nvPr/>
          </p:nvSpPr>
          <p:spPr>
            <a:xfrm>
              <a:off x="493270" y="1130906"/>
              <a:ext cx="2725759" cy="369476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defTabSz="914089">
                <a:defRPr/>
              </a:pPr>
              <a:r>
                <a:rPr kumimoji="1" lang="zh-CN" altLang="en-US" sz="1200" dirty="0">
                  <a:solidFill>
                    <a:srgbClr val="00000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cs typeface="Arial"/>
                  <a:sym typeface="Arial"/>
                </a:rPr>
                <a:t>声明式开发模式更好的处理</a:t>
              </a:r>
              <a:r>
                <a:rPr kumimoji="1" lang="zh-CN" altLang="en-US" sz="1200" b="1" dirty="0">
                  <a:solidFill>
                    <a:srgbClr val="00000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cs typeface="Arial"/>
                  <a:sym typeface="Arial"/>
                </a:rPr>
                <a:t>复杂状态管理，</a:t>
              </a:r>
              <a:r>
                <a:rPr kumimoji="1" lang="zh-CN" altLang="en-US" sz="1200" dirty="0">
                  <a:solidFill>
                    <a:srgbClr val="00000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cs typeface="Arial"/>
                  <a:sym typeface="Arial"/>
                </a:rPr>
                <a:t>提升开发效率</a:t>
              </a:r>
            </a:p>
          </p:txBody>
        </p:sp>
        <p:pic>
          <p:nvPicPr>
            <p:cNvPr id="2" name="图片 1">
              <a:extLst>
                <a:ext uri="{FF2B5EF4-FFF2-40B4-BE49-F238E27FC236}">
                  <a16:creationId xmlns:a16="http://schemas.microsoft.com/office/drawing/2014/main" id="{2C7A0608-A502-4218-A1ED-F15C9E3ED72B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489561" y="1811176"/>
              <a:ext cx="2802306" cy="1424180"/>
            </a:xfrm>
            <a:prstGeom prst="rect">
              <a:avLst/>
            </a:prstGeom>
          </p:spPr>
        </p:pic>
      </p:grpSp>
      <p:grpSp>
        <p:nvGrpSpPr>
          <p:cNvPr id="6" name="组合 5">
            <a:extLst>
              <a:ext uri="{FF2B5EF4-FFF2-40B4-BE49-F238E27FC236}">
                <a16:creationId xmlns:a16="http://schemas.microsoft.com/office/drawing/2014/main" id="{C60F627F-7F22-49EC-8D4A-8956305E957A}"/>
              </a:ext>
            </a:extLst>
          </p:cNvPr>
          <p:cNvGrpSpPr/>
          <p:nvPr/>
        </p:nvGrpSpPr>
        <p:grpSpPr>
          <a:xfrm>
            <a:off x="3345340" y="910181"/>
            <a:ext cx="2768987" cy="2637115"/>
            <a:chOff x="6116218" y="744806"/>
            <a:chExt cx="2770068" cy="2638145"/>
          </a:xfrm>
        </p:grpSpPr>
        <p:sp>
          <p:nvSpPr>
            <p:cNvPr id="15" name="文本框 14">
              <a:extLst>
                <a:ext uri="{FF2B5EF4-FFF2-40B4-BE49-F238E27FC236}">
                  <a16:creationId xmlns:a16="http://schemas.microsoft.com/office/drawing/2014/main" id="{9B3AEF08-0E3B-4617-A296-B6E75886A45A}"/>
                </a:ext>
              </a:extLst>
            </p:cNvPr>
            <p:cNvSpPr txBox="1"/>
            <p:nvPr/>
          </p:nvSpPr>
          <p:spPr>
            <a:xfrm>
              <a:off x="6739252" y="744806"/>
              <a:ext cx="1524000" cy="246317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defTabSz="914089">
                <a:defRPr/>
              </a:pPr>
              <a:r>
                <a:rPr kumimoji="1" lang="zh-CN" altLang="en-US" sz="1600" b="1" dirty="0">
                  <a:solidFill>
                    <a:srgbClr val="00000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cs typeface="Arial"/>
                  <a:sym typeface="Arial"/>
                </a:rPr>
                <a:t>分布式数据对象</a:t>
              </a:r>
            </a:p>
          </p:txBody>
        </p:sp>
        <p:sp>
          <p:nvSpPr>
            <p:cNvPr id="30" name="文本框 29">
              <a:extLst>
                <a:ext uri="{FF2B5EF4-FFF2-40B4-BE49-F238E27FC236}">
                  <a16:creationId xmlns:a16="http://schemas.microsoft.com/office/drawing/2014/main" id="{77427866-BEF7-4258-AA56-7951BC6B91CE}"/>
                </a:ext>
              </a:extLst>
            </p:cNvPr>
            <p:cNvSpPr txBox="1"/>
            <p:nvPr/>
          </p:nvSpPr>
          <p:spPr>
            <a:xfrm>
              <a:off x="6116218" y="1158597"/>
              <a:ext cx="2770068" cy="369476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defTabSz="914089">
                <a:defRPr/>
              </a:pPr>
              <a:r>
                <a:rPr kumimoji="1" lang="zh-CN" altLang="en-US" sz="1200" dirty="0">
                  <a:solidFill>
                    <a:srgbClr val="00000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cs typeface="Arial"/>
                  <a:sym typeface="Arial"/>
                </a:rPr>
                <a:t>数据在不同设备间传递及更新逻辑复杂，通过领域抽象屏蔽跨设备数据传输复杂度</a:t>
              </a:r>
            </a:p>
          </p:txBody>
        </p:sp>
        <p:pic>
          <p:nvPicPr>
            <p:cNvPr id="27" name="Picture 2" descr="C:\Users\x00474358\AppData\Roaming\eSpace_Desktop\UserData\x00474358\imagefiles\CE615D27-BA8A-419E-A007-9C5E646102D0.png">
              <a:extLst>
                <a:ext uri="{FF2B5EF4-FFF2-40B4-BE49-F238E27FC236}">
                  <a16:creationId xmlns:a16="http://schemas.microsoft.com/office/drawing/2014/main" id="{17EAC029-DA4F-459F-934C-D0340788CAA7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290358" y="1718962"/>
              <a:ext cx="2421788" cy="1663989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sp>
        <p:nvSpPr>
          <p:cNvPr id="23" name="文本占位符 3">
            <a:extLst>
              <a:ext uri="{FF2B5EF4-FFF2-40B4-BE49-F238E27FC236}">
                <a16:creationId xmlns:a16="http://schemas.microsoft.com/office/drawing/2014/main" id="{B859C5A4-100C-4B2E-AB6F-76DC4B5A7481}"/>
              </a:ext>
            </a:extLst>
          </p:cNvPr>
          <p:cNvSpPr txBox="1">
            <a:spLocks/>
          </p:cNvSpPr>
          <p:nvPr/>
        </p:nvSpPr>
        <p:spPr bwMode="auto">
          <a:xfrm>
            <a:off x="271078" y="70656"/>
            <a:ext cx="11786196" cy="757465"/>
          </a:xfrm>
          <a:prstGeom prst="rect">
            <a:avLst/>
          </a:prstGeom>
          <a:ln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68495" tIns="34249" rIns="68495" bIns="34249" anchor="ctr"/>
          <a:lstStyle>
            <a:defPPr>
              <a:defRPr lang="zh-CN"/>
            </a:defPPr>
            <a:lvl1pPr indent="0" defTabSz="409171" eaLnBrk="0" fontAlgn="base" hangingPunct="0">
              <a:spcBef>
                <a:spcPct val="0"/>
              </a:spcBef>
              <a:spcAft>
                <a:spcPct val="0"/>
              </a:spcAft>
              <a:defRPr sz="2667" b="1">
                <a:solidFill>
                  <a:srgbClr val="D80010"/>
                </a:solidFill>
                <a:latin typeface="微软雅黑" pitchFamily="34" charset="-122"/>
                <a:ea typeface="微软雅黑" pitchFamily="34" charset="-122"/>
                <a:cs typeface="Arial" pitchFamily="34" charset="0"/>
              </a:defRPr>
            </a:lvl1pPr>
            <a:lvl2pPr marL="742950" indent="-285750" algn="ctr" defTabSz="5461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rgbClr val="000000"/>
                </a:solidFill>
                <a:ea typeface="Gill Sans" charset="0"/>
              </a:defRPr>
            </a:lvl2pPr>
            <a:lvl3pPr marL="1143000" indent="-228600" algn="ctr" defTabSz="5461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rgbClr val="000000"/>
                </a:solidFill>
                <a:ea typeface="Gill Sans" charset="0"/>
              </a:defRPr>
            </a:lvl3pPr>
            <a:lvl4pPr marL="1600200" indent="-228600" algn="ctr" defTabSz="5461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rgbClr val="000000"/>
                </a:solidFill>
                <a:ea typeface="Gill Sans" charset="0"/>
              </a:defRPr>
            </a:lvl4pPr>
            <a:lvl5pPr marL="2057400" indent="-228600" algn="ctr" defTabSz="5461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rgbClr val="000000"/>
                </a:solidFill>
                <a:ea typeface="Gill Sans" charset="0"/>
              </a:defRPr>
            </a:lvl5pPr>
            <a:lvl6pPr marL="457200" algn="ctr" defTabSz="54610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rgbClr val="000000"/>
                </a:solidFill>
                <a:ea typeface="Gill Sans" charset="0"/>
              </a:defRPr>
            </a:lvl6pPr>
            <a:lvl7pPr marL="914400" algn="ctr" defTabSz="54610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rgbClr val="000000"/>
                </a:solidFill>
                <a:ea typeface="Gill Sans" charset="0"/>
              </a:defRPr>
            </a:lvl7pPr>
            <a:lvl8pPr marL="1371600" algn="ctr" defTabSz="54610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rgbClr val="000000"/>
                </a:solidFill>
                <a:ea typeface="Gill Sans" charset="0"/>
              </a:defRPr>
            </a:lvl8pPr>
            <a:lvl9pPr marL="1828800" algn="ctr" defTabSz="54610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rgbClr val="000000"/>
                </a:solidFill>
                <a:ea typeface="Gill Sans" charset="0"/>
              </a:defRPr>
            </a:lvl9pPr>
          </a:lstStyle>
          <a:p>
            <a:pPr defTabSz="408996">
              <a:defRPr/>
            </a:pPr>
            <a:r>
              <a:rPr kumimoji="1" lang="zh-CN" altLang="en-US" sz="3200" b="0" dirty="0">
                <a:solidFill>
                  <a:srgbClr val="1D1D1A"/>
                </a:solidFill>
                <a:sym typeface="Arial"/>
              </a:rPr>
              <a:t>元编程支持面向领域的“声明式”开发</a:t>
            </a:r>
          </a:p>
        </p:txBody>
      </p:sp>
      <p:grpSp>
        <p:nvGrpSpPr>
          <p:cNvPr id="5" name="组合 4"/>
          <p:cNvGrpSpPr/>
          <p:nvPr/>
        </p:nvGrpSpPr>
        <p:grpSpPr>
          <a:xfrm>
            <a:off x="6460189" y="910182"/>
            <a:ext cx="2489212" cy="2643093"/>
            <a:chOff x="8460338" y="662696"/>
            <a:chExt cx="2490185" cy="2644126"/>
          </a:xfrm>
        </p:grpSpPr>
        <p:sp>
          <p:nvSpPr>
            <p:cNvPr id="16" name="矩形 15">
              <a:extLst>
                <a:ext uri="{FF2B5EF4-FFF2-40B4-BE49-F238E27FC236}">
                  <a16:creationId xmlns:a16="http://schemas.microsoft.com/office/drawing/2014/main" id="{8EFF24CD-9580-44B8-9348-A1A7C46187C7}"/>
                </a:ext>
              </a:extLst>
            </p:cNvPr>
            <p:cNvSpPr/>
            <p:nvPr/>
          </p:nvSpPr>
          <p:spPr>
            <a:xfrm>
              <a:off x="8460338" y="1613389"/>
              <a:ext cx="2425164" cy="1693433"/>
            </a:xfrm>
            <a:prstGeom prst="rect">
              <a:avLst/>
            </a:prstGeom>
            <a:solidFill>
              <a:schemeClr val="tx1"/>
            </a:solidFill>
            <a:ln w="12700">
              <a:solidFill>
                <a:schemeClr val="tx2"/>
              </a:solidFill>
            </a:ln>
          </p:spPr>
          <p:txBody>
            <a:bodyPr wrap="square">
              <a:spAutoFit/>
            </a:bodyPr>
            <a:lstStyle/>
            <a:p>
              <a:pPr defTabSz="914089">
                <a:defRPr/>
              </a:pPr>
              <a:r>
                <a:rPr lang="en-US" altLang="zh-CN" sz="800" dirty="0">
                  <a:solidFill>
                    <a:srgbClr val="C586C0"/>
                  </a:solidFill>
                  <a:latin typeface="Consolas" panose="020B0609020204030204" pitchFamily="49" charset="0"/>
                  <a:ea typeface="等线" panose="02010600030101010101" pitchFamily="2" charset="-122"/>
                  <a:cs typeface="Arial"/>
                  <a:sym typeface="Arial"/>
                </a:rPr>
                <a:t>func</a:t>
              </a:r>
              <a:r>
                <a:rPr lang="en-US" altLang="zh-CN" sz="800" dirty="0">
                  <a:solidFill>
                    <a:srgbClr val="DCDCAA"/>
                  </a:solidFill>
                  <a:latin typeface="Consolas" panose="020B0609020204030204" pitchFamily="49" charset="0"/>
                  <a:ea typeface="等线" panose="02010600030101010101" pitchFamily="2" charset="-122"/>
                  <a:cs typeface="Arial"/>
                  <a:sym typeface="Arial"/>
                </a:rPr>
                <a:t> postCreateAccount</a:t>
              </a:r>
              <a:r>
                <a:rPr lang="en-US" altLang="zh-CN" sz="800" dirty="0">
                  <a:solidFill>
                    <a:srgbClr val="CCCCCC"/>
                  </a:solidFill>
                  <a:latin typeface="Consolas" panose="020B0609020204030204" pitchFamily="49" charset="0"/>
                  <a:ea typeface="等线" panose="02010600030101010101" pitchFamily="2" charset="-122"/>
                  <a:cs typeface="Arial"/>
                  <a:sym typeface="Arial"/>
                </a:rPr>
                <a:t>(</a:t>
              </a:r>
              <a:r>
                <a:rPr lang="en-US" altLang="zh-CN" sz="800" dirty="0">
                  <a:solidFill>
                    <a:srgbClr val="9CDCFE"/>
                  </a:solidFill>
                  <a:latin typeface="Consolas" panose="020B0609020204030204" pitchFamily="49" charset="0"/>
                  <a:ea typeface="等线" panose="02010600030101010101" pitchFamily="2" charset="-122"/>
                  <a:cs typeface="Arial"/>
                  <a:sym typeface="Arial"/>
                </a:rPr>
                <a:t>account</a:t>
              </a:r>
              <a:r>
                <a:rPr lang="en-US" altLang="zh-CN" sz="800" dirty="0">
                  <a:solidFill>
                    <a:srgbClr val="CCCCCC"/>
                  </a:solidFill>
                  <a:latin typeface="Consolas" panose="020B0609020204030204" pitchFamily="49" charset="0"/>
                  <a:ea typeface="等线" panose="02010600030101010101" pitchFamily="2" charset="-122"/>
                  <a:cs typeface="Arial"/>
                  <a:sym typeface="Arial"/>
                </a:rPr>
                <a:t>: </a:t>
              </a:r>
              <a:r>
                <a:rPr lang="en-US" altLang="zh-CN" sz="800" dirty="0">
                  <a:solidFill>
                    <a:srgbClr val="4EC9B0"/>
                  </a:solidFill>
                  <a:latin typeface="Consolas" panose="020B0609020204030204" pitchFamily="49" charset="0"/>
                  <a:ea typeface="等线" panose="02010600030101010101" pitchFamily="2" charset="-122"/>
                  <a:cs typeface="Arial"/>
                  <a:sym typeface="Arial"/>
                </a:rPr>
                <a:t>Account</a:t>
              </a:r>
              <a:r>
                <a:rPr lang="en-US" altLang="zh-CN" sz="800" dirty="0">
                  <a:solidFill>
                    <a:srgbClr val="CCCCCC"/>
                  </a:solidFill>
                  <a:latin typeface="Consolas" panose="020B0609020204030204" pitchFamily="49" charset="0"/>
                  <a:ea typeface="等线" panose="02010600030101010101" pitchFamily="2" charset="-122"/>
                  <a:cs typeface="Arial"/>
                  <a:sym typeface="Arial"/>
                </a:rPr>
                <a:t>) { </a:t>
              </a:r>
              <a:r>
                <a:rPr lang="en-US" altLang="zh-CN" sz="800" dirty="0">
                  <a:solidFill>
                    <a:srgbClr val="6A9955"/>
                  </a:solidFill>
                  <a:latin typeface="Consolas" panose="020B0609020204030204" pitchFamily="49" charset="0"/>
                  <a:ea typeface="等线" panose="02010600030101010101" pitchFamily="2" charset="-122"/>
                  <a:cs typeface="Arial"/>
                  <a:sym typeface="Arial"/>
                </a:rPr>
                <a:t>// Account</a:t>
              </a:r>
              <a:r>
                <a:rPr lang="zh-CN" altLang="en-US" sz="800" dirty="0">
                  <a:solidFill>
                    <a:srgbClr val="6A9955"/>
                  </a:solidFill>
                  <a:latin typeface="Consolas" panose="020B0609020204030204" pitchFamily="49" charset="0"/>
                  <a:ea typeface="等线" panose="02010600030101010101" pitchFamily="2" charset="-122"/>
                  <a:cs typeface="Arial"/>
                  <a:sym typeface="Arial"/>
                </a:rPr>
                <a:t>元数据生成类</a:t>
              </a:r>
              <a:endParaRPr lang="zh-CN" altLang="en-US" sz="800" dirty="0">
                <a:solidFill>
                  <a:srgbClr val="CCCCCC"/>
                </a:solidFill>
                <a:latin typeface="Consolas" panose="020B0609020204030204" pitchFamily="49" charset="0"/>
                <a:ea typeface="等线" panose="02010600030101010101" pitchFamily="2" charset="-122"/>
                <a:cs typeface="Arial"/>
                <a:sym typeface="Arial"/>
              </a:endParaRPr>
            </a:p>
            <a:p>
              <a:pPr defTabSz="914089">
                <a:defRPr/>
              </a:pPr>
              <a:r>
                <a:rPr lang="en-US" altLang="zh-CN" sz="800" dirty="0">
                  <a:solidFill>
                    <a:srgbClr val="CCCCCC"/>
                  </a:solidFill>
                  <a:latin typeface="Consolas" panose="020B0609020204030204" pitchFamily="49" charset="0"/>
                  <a:ea typeface="等线" panose="02010600030101010101" pitchFamily="2" charset="-122"/>
                  <a:cs typeface="Arial"/>
                  <a:sym typeface="Arial"/>
                </a:rPr>
                <a:t>    </a:t>
              </a:r>
              <a:r>
                <a:rPr lang="en-US" altLang="zh-CN" sz="800" dirty="0">
                  <a:solidFill>
                    <a:srgbClr val="C586C0"/>
                  </a:solidFill>
                  <a:latin typeface="Consolas" panose="020B0609020204030204" pitchFamily="49" charset="0"/>
                  <a:ea typeface="等线" panose="02010600030101010101" pitchFamily="2" charset="-122"/>
                  <a:cs typeface="Arial"/>
                  <a:sym typeface="Arial"/>
                </a:rPr>
                <a:t>if</a:t>
              </a:r>
              <a:r>
                <a:rPr lang="en-US" altLang="zh-CN" sz="800" dirty="0">
                  <a:solidFill>
                    <a:srgbClr val="CCCCCC"/>
                  </a:solidFill>
                  <a:latin typeface="Consolas" panose="020B0609020204030204" pitchFamily="49" charset="0"/>
                  <a:ea typeface="等线" panose="02010600030101010101" pitchFamily="2" charset="-122"/>
                  <a:cs typeface="Arial"/>
                  <a:sym typeface="Arial"/>
                </a:rPr>
                <a:t> (</a:t>
              </a:r>
              <a:r>
                <a:rPr lang="en-US" altLang="zh-CN" sz="800" dirty="0">
                  <a:solidFill>
                    <a:srgbClr val="9CDCFE"/>
                  </a:solidFill>
                  <a:latin typeface="Consolas" panose="020B0609020204030204" pitchFamily="49" charset="0"/>
                  <a:ea typeface="等线" panose="02010600030101010101" pitchFamily="2" charset="-122"/>
                  <a:cs typeface="Arial"/>
                  <a:sym typeface="Arial"/>
                </a:rPr>
                <a:t>account</a:t>
              </a:r>
              <a:r>
                <a:rPr lang="en-US" altLang="zh-CN" sz="800" dirty="0">
                  <a:solidFill>
                    <a:srgbClr val="CCCCCC"/>
                  </a:solidFill>
                  <a:latin typeface="Consolas" panose="020B0609020204030204" pitchFamily="49" charset="0"/>
                  <a:ea typeface="等线" panose="02010600030101010101" pitchFamily="2" charset="-122"/>
                  <a:cs typeface="Arial"/>
                  <a:sym typeface="Arial"/>
                </a:rPr>
                <a:t>.</a:t>
              </a:r>
              <a:r>
                <a:rPr lang="en-US" altLang="zh-CN" sz="800" dirty="0">
                  <a:solidFill>
                    <a:srgbClr val="9CDCFE"/>
                  </a:solidFill>
                  <a:latin typeface="Consolas" panose="020B0609020204030204" pitchFamily="49" charset="0"/>
                  <a:ea typeface="等线" panose="02010600030101010101" pitchFamily="2" charset="-122"/>
                  <a:cs typeface="Arial"/>
                  <a:sym typeface="Arial"/>
                </a:rPr>
                <a:t>balance</a:t>
              </a:r>
              <a:r>
                <a:rPr lang="en-US" altLang="zh-CN" sz="800" dirty="0">
                  <a:solidFill>
                    <a:srgbClr val="CCCCCC"/>
                  </a:solidFill>
                  <a:latin typeface="Consolas" panose="020B0609020204030204" pitchFamily="49" charset="0"/>
                  <a:ea typeface="等线" panose="02010600030101010101" pitchFamily="2" charset="-122"/>
                  <a:cs typeface="Arial"/>
                  <a:sym typeface="Arial"/>
                </a:rPr>
                <a:t> &gt; </a:t>
              </a:r>
              <a:r>
                <a:rPr lang="en-US" altLang="zh-CN" sz="800" dirty="0">
                  <a:solidFill>
                    <a:srgbClr val="B5CEA8"/>
                  </a:solidFill>
                  <a:latin typeface="Consolas" panose="020B0609020204030204" pitchFamily="49" charset="0"/>
                  <a:ea typeface="等线" panose="02010600030101010101" pitchFamily="2" charset="-122"/>
                  <a:cs typeface="Arial"/>
                  <a:sym typeface="Arial"/>
                </a:rPr>
                <a:t>100000.0</a:t>
              </a:r>
              <a:r>
                <a:rPr lang="en-US" altLang="zh-CN" sz="800" dirty="0">
                  <a:solidFill>
                    <a:srgbClr val="CCCCCC"/>
                  </a:solidFill>
                  <a:latin typeface="Consolas" panose="020B0609020204030204" pitchFamily="49" charset="0"/>
                  <a:ea typeface="等线" panose="02010600030101010101" pitchFamily="2" charset="-122"/>
                  <a:cs typeface="Arial"/>
                  <a:sym typeface="Arial"/>
                </a:rPr>
                <a:t>) {</a:t>
              </a:r>
            </a:p>
            <a:p>
              <a:pPr defTabSz="914089">
                <a:defRPr/>
              </a:pPr>
              <a:r>
                <a:rPr lang="en-US" altLang="zh-CN" sz="800" dirty="0">
                  <a:solidFill>
                    <a:srgbClr val="CCCCCC"/>
                  </a:solidFill>
                  <a:latin typeface="Consolas" panose="020B0609020204030204" pitchFamily="49" charset="0"/>
                  <a:ea typeface="等线" panose="02010600030101010101" pitchFamily="2" charset="-122"/>
                  <a:cs typeface="Arial"/>
                  <a:sym typeface="Arial"/>
                </a:rPr>
                <a:t>        </a:t>
              </a:r>
              <a:r>
                <a:rPr lang="en-US" altLang="zh-CN" sz="800" dirty="0">
                  <a:solidFill>
                    <a:srgbClr val="C586C0"/>
                  </a:solidFill>
                  <a:latin typeface="Consolas" panose="020B0609020204030204" pitchFamily="49" charset="0"/>
                  <a:ea typeface="等线" panose="02010600030101010101" pitchFamily="2" charset="-122"/>
                  <a:cs typeface="Arial"/>
                  <a:sym typeface="Arial"/>
                </a:rPr>
                <a:t>let</a:t>
              </a:r>
              <a:r>
                <a:rPr lang="en-US" altLang="zh-CN" sz="800" dirty="0">
                  <a:solidFill>
                    <a:srgbClr val="9CDCFE"/>
                  </a:solidFill>
                  <a:latin typeface="Consolas" panose="020B0609020204030204" pitchFamily="49" charset="0"/>
                  <a:ea typeface="等线" panose="02010600030101010101" pitchFamily="2" charset="-122"/>
                  <a:cs typeface="Arial"/>
                  <a:sym typeface="Arial"/>
                </a:rPr>
                <a:t> customer</a:t>
              </a:r>
              <a:r>
                <a:rPr lang="en-US" altLang="zh-CN" sz="800" dirty="0">
                  <a:solidFill>
                    <a:srgbClr val="CCCCCC"/>
                  </a:solidFill>
                  <a:latin typeface="Consolas" panose="020B0609020204030204" pitchFamily="49" charset="0"/>
                  <a:ea typeface="等线" panose="02010600030101010101" pitchFamily="2" charset="-122"/>
                  <a:cs typeface="Arial"/>
                  <a:sym typeface="Arial"/>
                </a:rPr>
                <a:t> = </a:t>
              </a:r>
              <a:r>
                <a:rPr lang="en-US" altLang="zh-CN" sz="800" dirty="0">
                  <a:solidFill>
                    <a:srgbClr val="C586C0"/>
                  </a:solidFill>
                  <a:latin typeface="Consolas" panose="020B0609020204030204" pitchFamily="49" charset="0"/>
                  <a:ea typeface="等线" panose="02010600030101010101" pitchFamily="2" charset="-122"/>
                  <a:cs typeface="Arial"/>
                  <a:sym typeface="Arial"/>
                </a:rPr>
                <a:t>@</a:t>
              </a:r>
              <a:r>
                <a:rPr lang="en-US" altLang="zh-CN" sz="800" dirty="0">
                  <a:solidFill>
                    <a:srgbClr val="DCDCAA"/>
                  </a:solidFill>
                  <a:latin typeface="Consolas" panose="020B0609020204030204" pitchFamily="49" charset="0"/>
                  <a:ea typeface="等线" panose="02010600030101010101" pitchFamily="2" charset="-122"/>
                  <a:cs typeface="Arial"/>
                  <a:sym typeface="Arial"/>
                </a:rPr>
                <a:t>OQL</a:t>
              </a:r>
              <a:r>
                <a:rPr lang="en-US" altLang="zh-CN" sz="800" dirty="0">
                  <a:solidFill>
                    <a:srgbClr val="CCCCCC"/>
                  </a:solidFill>
                  <a:latin typeface="Consolas" panose="020B0609020204030204" pitchFamily="49" charset="0"/>
                  <a:ea typeface="等线" panose="02010600030101010101" pitchFamily="2" charset="-122"/>
                  <a:cs typeface="Arial"/>
                  <a:sym typeface="Arial"/>
                </a:rPr>
                <a:t> ( </a:t>
              </a:r>
              <a:r>
                <a:rPr lang="en-US" altLang="zh-CN" sz="800" dirty="0">
                  <a:solidFill>
                    <a:srgbClr val="6A9955"/>
                  </a:solidFill>
                  <a:latin typeface="Consolas" panose="020B0609020204030204" pitchFamily="49" charset="0"/>
                  <a:ea typeface="等线" panose="02010600030101010101" pitchFamily="2" charset="-122"/>
                  <a:cs typeface="Arial"/>
                  <a:sym typeface="Arial"/>
                </a:rPr>
                <a:t>// </a:t>
              </a:r>
              <a:r>
                <a:rPr lang="zh-CN" altLang="en-US" sz="800" dirty="0">
                  <a:solidFill>
                    <a:srgbClr val="6A9955"/>
                  </a:solidFill>
                  <a:latin typeface="Consolas" panose="020B0609020204030204" pitchFamily="49" charset="0"/>
                  <a:ea typeface="等线" panose="02010600030101010101" pitchFamily="2" charset="-122"/>
                  <a:cs typeface="Arial"/>
                  <a:sym typeface="Arial"/>
                </a:rPr>
                <a:t>内嵌</a:t>
              </a:r>
              <a:r>
                <a:rPr lang="en-US" altLang="zh-CN" sz="800" dirty="0">
                  <a:solidFill>
                    <a:srgbClr val="6A9955"/>
                  </a:solidFill>
                  <a:latin typeface="Consolas" panose="020B0609020204030204" pitchFamily="49" charset="0"/>
                  <a:ea typeface="等线" panose="02010600030101010101" pitchFamily="2" charset="-122"/>
                  <a:cs typeface="Arial"/>
                  <a:sym typeface="Arial"/>
                </a:rPr>
                <a:t>OQL (eDSL)</a:t>
              </a:r>
              <a:endParaRPr lang="en-US" altLang="zh-CN" sz="800" dirty="0">
                <a:solidFill>
                  <a:srgbClr val="CCCCCC"/>
                </a:solidFill>
                <a:latin typeface="Consolas" panose="020B0609020204030204" pitchFamily="49" charset="0"/>
                <a:ea typeface="等线" panose="02010600030101010101" pitchFamily="2" charset="-122"/>
                <a:cs typeface="Arial"/>
                <a:sym typeface="Arial"/>
              </a:endParaRPr>
            </a:p>
            <a:p>
              <a:pPr defTabSz="914089">
                <a:defRPr/>
              </a:pPr>
              <a:r>
                <a:rPr lang="en-US" altLang="zh-CN" sz="800" dirty="0">
                  <a:solidFill>
                    <a:srgbClr val="CCCCCC"/>
                  </a:solidFill>
                  <a:latin typeface="Consolas" panose="020B0609020204030204" pitchFamily="49" charset="0"/>
                  <a:ea typeface="等线" panose="02010600030101010101" pitchFamily="2" charset="-122"/>
                  <a:cs typeface="Arial"/>
                  <a:sym typeface="Arial"/>
                </a:rPr>
                <a:t>            </a:t>
              </a:r>
              <a:r>
                <a:rPr lang="en-US" altLang="zh-CN" sz="800" dirty="0">
                  <a:solidFill>
                    <a:srgbClr val="9CDCFE"/>
                  </a:solidFill>
                  <a:latin typeface="Consolas" panose="020B0609020204030204" pitchFamily="49" charset="0"/>
                  <a:ea typeface="等线" panose="02010600030101010101" pitchFamily="2" charset="-122"/>
                  <a:cs typeface="Arial"/>
                  <a:sym typeface="Arial"/>
                </a:rPr>
                <a:t>SELECT</a:t>
              </a:r>
              <a:r>
                <a:rPr lang="en-US" altLang="zh-CN" sz="800" dirty="0">
                  <a:solidFill>
                    <a:srgbClr val="CCCCCC"/>
                  </a:solidFill>
                  <a:latin typeface="Consolas" panose="020B0609020204030204" pitchFamily="49" charset="0"/>
                  <a:ea typeface="等线" panose="02010600030101010101" pitchFamily="2" charset="-122"/>
                  <a:cs typeface="Arial"/>
                  <a:sym typeface="Arial"/>
                </a:rPr>
                <a:t> * </a:t>
              </a:r>
              <a:r>
                <a:rPr lang="en-US" altLang="zh-CN" sz="800" dirty="0">
                  <a:solidFill>
                    <a:srgbClr val="9CDCFE"/>
                  </a:solidFill>
                  <a:latin typeface="Consolas" panose="020B0609020204030204" pitchFamily="49" charset="0"/>
                  <a:ea typeface="等线" panose="02010600030101010101" pitchFamily="2" charset="-122"/>
                  <a:cs typeface="Arial"/>
                  <a:sym typeface="Arial"/>
                </a:rPr>
                <a:t>FROM</a:t>
              </a:r>
              <a:r>
                <a:rPr lang="en-US" altLang="zh-CN" sz="800" dirty="0">
                  <a:solidFill>
                    <a:srgbClr val="CCCCCC"/>
                  </a:solidFill>
                  <a:latin typeface="Consolas" panose="020B0609020204030204" pitchFamily="49" charset="0"/>
                  <a:ea typeface="等线" panose="02010600030101010101" pitchFamily="2" charset="-122"/>
                  <a:cs typeface="Arial"/>
                  <a:sym typeface="Arial"/>
                </a:rPr>
                <a:t> </a:t>
              </a:r>
              <a:r>
                <a:rPr lang="en-US" altLang="zh-CN" sz="800" dirty="0">
                  <a:solidFill>
                    <a:srgbClr val="9CDCFE"/>
                  </a:solidFill>
                  <a:latin typeface="Consolas" panose="020B0609020204030204" pitchFamily="49" charset="0"/>
                  <a:ea typeface="等线" panose="02010600030101010101" pitchFamily="2" charset="-122"/>
                  <a:cs typeface="Arial"/>
                  <a:sym typeface="Arial"/>
                </a:rPr>
                <a:t>Customer</a:t>
              </a:r>
              <a:r>
                <a:rPr lang="en-US" altLang="zh-CN" sz="800" dirty="0">
                  <a:solidFill>
                    <a:srgbClr val="CCCCCC"/>
                  </a:solidFill>
                  <a:latin typeface="Consolas" panose="020B0609020204030204" pitchFamily="49" charset="0"/>
                  <a:ea typeface="等线" panose="02010600030101010101" pitchFamily="2" charset="-122"/>
                  <a:cs typeface="Arial"/>
                  <a:sym typeface="Arial"/>
                </a:rPr>
                <a:t> </a:t>
              </a:r>
              <a:r>
                <a:rPr lang="en-US" altLang="zh-CN" sz="800" dirty="0">
                  <a:solidFill>
                    <a:srgbClr val="9CDCFE"/>
                  </a:solidFill>
                  <a:latin typeface="Consolas" panose="020B0609020204030204" pitchFamily="49" charset="0"/>
                  <a:ea typeface="等线" panose="02010600030101010101" pitchFamily="2" charset="-122"/>
                  <a:cs typeface="Arial"/>
                  <a:sym typeface="Arial"/>
                </a:rPr>
                <a:t>WHERE</a:t>
              </a:r>
              <a:r>
                <a:rPr lang="en-US" altLang="zh-CN" sz="800" dirty="0">
                  <a:solidFill>
                    <a:srgbClr val="CCCCCC"/>
                  </a:solidFill>
                  <a:latin typeface="Consolas" panose="020B0609020204030204" pitchFamily="49" charset="0"/>
                  <a:ea typeface="等线" panose="02010600030101010101" pitchFamily="2" charset="-122"/>
                  <a:cs typeface="Arial"/>
                  <a:sym typeface="Arial"/>
                </a:rPr>
                <a:t> </a:t>
              </a:r>
              <a:r>
                <a:rPr lang="en-US" altLang="zh-CN" sz="800" dirty="0">
                  <a:solidFill>
                    <a:srgbClr val="9CDCFE"/>
                  </a:solidFill>
                  <a:latin typeface="Consolas" panose="020B0609020204030204" pitchFamily="49" charset="0"/>
                  <a:ea typeface="等线" panose="02010600030101010101" pitchFamily="2" charset="-122"/>
                  <a:cs typeface="Arial"/>
                  <a:sym typeface="Arial"/>
                </a:rPr>
                <a:t>id</a:t>
              </a:r>
              <a:r>
                <a:rPr lang="en-US" altLang="zh-CN" sz="800" dirty="0">
                  <a:solidFill>
                    <a:srgbClr val="CCCCCC"/>
                  </a:solidFill>
                  <a:latin typeface="Consolas" panose="020B0609020204030204" pitchFamily="49" charset="0"/>
                  <a:ea typeface="等线" panose="02010600030101010101" pitchFamily="2" charset="-122"/>
                  <a:cs typeface="Arial"/>
                  <a:sym typeface="Arial"/>
                </a:rPr>
                <a:t> = </a:t>
              </a:r>
              <a:r>
                <a:rPr lang="en-US" altLang="zh-CN" sz="800" dirty="0">
                  <a:solidFill>
                    <a:srgbClr val="9CDCFE"/>
                  </a:solidFill>
                  <a:latin typeface="Consolas" panose="020B0609020204030204" pitchFamily="49" charset="0"/>
                  <a:ea typeface="等线" panose="02010600030101010101" pitchFamily="2" charset="-122"/>
                  <a:cs typeface="Arial"/>
                  <a:sym typeface="Arial"/>
                </a:rPr>
                <a:t>account</a:t>
              </a:r>
              <a:r>
                <a:rPr lang="en-US" altLang="zh-CN" sz="800" dirty="0">
                  <a:solidFill>
                    <a:srgbClr val="CCCCCC"/>
                  </a:solidFill>
                  <a:latin typeface="Consolas" panose="020B0609020204030204" pitchFamily="49" charset="0"/>
                  <a:ea typeface="等线" panose="02010600030101010101" pitchFamily="2" charset="-122"/>
                  <a:cs typeface="Arial"/>
                  <a:sym typeface="Arial"/>
                </a:rPr>
                <a:t>.</a:t>
              </a:r>
              <a:r>
                <a:rPr lang="en-US" altLang="zh-CN" sz="800" dirty="0">
                  <a:solidFill>
                    <a:srgbClr val="9CDCFE"/>
                  </a:solidFill>
                  <a:latin typeface="Consolas" panose="020B0609020204030204" pitchFamily="49" charset="0"/>
                  <a:ea typeface="等线" panose="02010600030101010101" pitchFamily="2" charset="-122"/>
                  <a:cs typeface="Arial"/>
                  <a:sym typeface="Arial"/>
                </a:rPr>
                <a:t>customerId</a:t>
              </a:r>
              <a:endParaRPr lang="en-US" altLang="zh-CN" sz="800" dirty="0">
                <a:solidFill>
                  <a:srgbClr val="CCCCCC"/>
                </a:solidFill>
                <a:latin typeface="Consolas" panose="020B0609020204030204" pitchFamily="49" charset="0"/>
                <a:ea typeface="等线" panose="02010600030101010101" pitchFamily="2" charset="-122"/>
                <a:cs typeface="Arial"/>
                <a:sym typeface="Arial"/>
              </a:endParaRPr>
            </a:p>
            <a:p>
              <a:pPr defTabSz="914089">
                <a:defRPr/>
              </a:pPr>
              <a:r>
                <a:rPr lang="en-US" altLang="zh-CN" sz="800" dirty="0">
                  <a:solidFill>
                    <a:srgbClr val="CCCCCC"/>
                  </a:solidFill>
                  <a:latin typeface="Consolas" panose="020B0609020204030204" pitchFamily="49" charset="0"/>
                  <a:ea typeface="等线" panose="02010600030101010101" pitchFamily="2" charset="-122"/>
                  <a:cs typeface="Arial"/>
                  <a:sym typeface="Arial"/>
                </a:rPr>
                <a:t>        )</a:t>
              </a:r>
            </a:p>
            <a:p>
              <a:pPr defTabSz="914089">
                <a:defRPr/>
              </a:pPr>
              <a:r>
                <a:rPr lang="en-US" altLang="zh-CN" sz="800" dirty="0">
                  <a:solidFill>
                    <a:srgbClr val="CCCCCC"/>
                  </a:solidFill>
                  <a:latin typeface="Consolas" panose="020B0609020204030204" pitchFamily="49" charset="0"/>
                  <a:ea typeface="等线" panose="02010600030101010101" pitchFamily="2" charset="-122"/>
                  <a:cs typeface="Arial"/>
                  <a:sym typeface="Arial"/>
                </a:rPr>
                <a:t>        </a:t>
              </a:r>
              <a:r>
                <a:rPr lang="en-US" altLang="zh-CN" sz="800" dirty="0">
                  <a:solidFill>
                    <a:srgbClr val="9CDCFE"/>
                  </a:solidFill>
                  <a:latin typeface="Consolas" panose="020B0609020204030204" pitchFamily="49" charset="0"/>
                  <a:ea typeface="等线" panose="02010600030101010101" pitchFamily="2" charset="-122"/>
                  <a:cs typeface="Arial"/>
                  <a:sym typeface="Arial"/>
                </a:rPr>
                <a:t>customer</a:t>
              </a:r>
              <a:r>
                <a:rPr lang="en-US" altLang="zh-CN" sz="800" dirty="0">
                  <a:solidFill>
                    <a:srgbClr val="CCCCCC"/>
                  </a:solidFill>
                  <a:latin typeface="Consolas" panose="020B0609020204030204" pitchFamily="49" charset="0"/>
                  <a:ea typeface="等线" panose="02010600030101010101" pitchFamily="2" charset="-122"/>
                  <a:cs typeface="Arial"/>
                  <a:sym typeface="Arial"/>
                </a:rPr>
                <a:t>.</a:t>
              </a:r>
              <a:r>
                <a:rPr lang="en-US" altLang="zh-CN" sz="800" dirty="0">
                  <a:solidFill>
                    <a:srgbClr val="9CDCFE"/>
                  </a:solidFill>
                  <a:latin typeface="Consolas" panose="020B0609020204030204" pitchFamily="49" charset="0"/>
                  <a:ea typeface="等线" panose="02010600030101010101" pitchFamily="2" charset="-122"/>
                  <a:cs typeface="Arial"/>
                  <a:sym typeface="Arial"/>
                </a:rPr>
                <a:t>vip</a:t>
              </a:r>
              <a:r>
                <a:rPr lang="en-US" altLang="zh-CN" sz="800" dirty="0">
                  <a:solidFill>
                    <a:srgbClr val="CCCCCC"/>
                  </a:solidFill>
                  <a:latin typeface="Consolas" panose="020B0609020204030204" pitchFamily="49" charset="0"/>
                  <a:ea typeface="等线" panose="02010600030101010101" pitchFamily="2" charset="-122"/>
                  <a:cs typeface="Arial"/>
                  <a:sym typeface="Arial"/>
                </a:rPr>
                <a:t> = </a:t>
              </a:r>
              <a:r>
                <a:rPr lang="en-US" altLang="zh-CN" sz="800" dirty="0">
                  <a:solidFill>
                    <a:srgbClr val="C586C0"/>
                  </a:solidFill>
                  <a:latin typeface="Consolas" panose="020B0609020204030204" pitchFamily="49" charset="0"/>
                  <a:ea typeface="等线" panose="02010600030101010101" pitchFamily="2" charset="-122"/>
                  <a:cs typeface="Arial"/>
                  <a:sym typeface="Arial"/>
                </a:rPr>
                <a:t>true</a:t>
              </a:r>
              <a:endParaRPr lang="en-US" altLang="zh-CN" sz="800" dirty="0">
                <a:solidFill>
                  <a:srgbClr val="CCCCCC"/>
                </a:solidFill>
                <a:latin typeface="Consolas" panose="020B0609020204030204" pitchFamily="49" charset="0"/>
                <a:ea typeface="等线" panose="02010600030101010101" pitchFamily="2" charset="-122"/>
                <a:cs typeface="Arial"/>
                <a:sym typeface="Arial"/>
              </a:endParaRPr>
            </a:p>
            <a:p>
              <a:pPr defTabSz="914089">
                <a:defRPr/>
              </a:pPr>
              <a:r>
                <a:rPr lang="zh-CN" altLang="en-US" sz="800" dirty="0">
                  <a:solidFill>
                    <a:srgbClr val="CCCCCC"/>
                  </a:solidFill>
                  <a:latin typeface="Consolas" panose="020B0609020204030204" pitchFamily="49" charset="0"/>
                  <a:ea typeface="等线" panose="02010600030101010101" pitchFamily="2" charset="-122"/>
                  <a:cs typeface="Arial"/>
                  <a:sym typeface="Arial"/>
                </a:rPr>
                <a:t>        </a:t>
              </a:r>
              <a:r>
                <a:rPr lang="en-US" altLang="zh-CN" sz="800" dirty="0">
                  <a:solidFill>
                    <a:srgbClr val="DCDCAA"/>
                  </a:solidFill>
                  <a:latin typeface="Consolas" panose="020B0609020204030204" pitchFamily="49" charset="0"/>
                  <a:ea typeface="等线" panose="02010600030101010101" pitchFamily="2" charset="-122"/>
                  <a:cs typeface="Arial"/>
                  <a:sym typeface="Arial"/>
                </a:rPr>
                <a:t>update</a:t>
              </a:r>
              <a:r>
                <a:rPr lang="en-US" altLang="zh-CN" sz="800" dirty="0">
                  <a:solidFill>
                    <a:srgbClr val="CCCCCC"/>
                  </a:solidFill>
                  <a:latin typeface="Consolas" panose="020B0609020204030204" pitchFamily="49" charset="0"/>
                  <a:ea typeface="等线" panose="02010600030101010101" pitchFamily="2" charset="-122"/>
                  <a:cs typeface="Arial"/>
                  <a:sym typeface="Arial"/>
                </a:rPr>
                <a:t>(</a:t>
              </a:r>
              <a:r>
                <a:rPr lang="en-US" altLang="zh-CN" sz="800" dirty="0">
                  <a:solidFill>
                    <a:srgbClr val="9CDCFE"/>
                  </a:solidFill>
                  <a:latin typeface="Consolas" panose="020B0609020204030204" pitchFamily="49" charset="0"/>
                  <a:ea typeface="等线" panose="02010600030101010101" pitchFamily="2" charset="-122"/>
                  <a:cs typeface="Arial"/>
                  <a:sym typeface="Arial"/>
                </a:rPr>
                <a:t>customer</a:t>
              </a:r>
              <a:r>
                <a:rPr lang="en-US" altLang="zh-CN" sz="800" dirty="0">
                  <a:solidFill>
                    <a:srgbClr val="CCCCCC"/>
                  </a:solidFill>
                  <a:latin typeface="Consolas" panose="020B0609020204030204" pitchFamily="49" charset="0"/>
                  <a:ea typeface="等线" panose="02010600030101010101" pitchFamily="2" charset="-122"/>
                  <a:cs typeface="Arial"/>
                  <a:sym typeface="Arial"/>
                </a:rPr>
                <a:t>) </a:t>
              </a:r>
              <a:r>
                <a:rPr lang="en-US" altLang="zh-CN" sz="800" dirty="0">
                  <a:solidFill>
                    <a:srgbClr val="6A9955"/>
                  </a:solidFill>
                  <a:latin typeface="Consolas" panose="020B0609020204030204" pitchFamily="49" charset="0"/>
                  <a:ea typeface="等线" panose="02010600030101010101" pitchFamily="2" charset="-122"/>
                  <a:cs typeface="Arial"/>
                  <a:sym typeface="Arial"/>
                </a:rPr>
                <a:t>// </a:t>
              </a:r>
              <a:r>
                <a:rPr lang="zh-CN" altLang="en-US" sz="800" dirty="0">
                  <a:solidFill>
                    <a:srgbClr val="6A9955"/>
                  </a:solidFill>
                  <a:latin typeface="Consolas" panose="020B0609020204030204" pitchFamily="49" charset="0"/>
                  <a:ea typeface="等线" panose="02010600030101010101" pitchFamily="2" charset="-122"/>
                  <a:cs typeface="Arial"/>
                  <a:sym typeface="Arial"/>
                </a:rPr>
                <a:t>平台能力封装（实体引擎</a:t>
              </a:r>
              <a:r>
                <a:rPr lang="en-US" altLang="zh-CN" sz="800" dirty="0">
                  <a:solidFill>
                    <a:srgbClr val="6A9955"/>
                  </a:solidFill>
                  <a:latin typeface="Consolas" panose="020B0609020204030204" pitchFamily="49" charset="0"/>
                  <a:ea typeface="等线" panose="02010600030101010101" pitchFamily="2" charset="-122"/>
                  <a:cs typeface="Arial"/>
                  <a:sym typeface="Arial"/>
                </a:rPr>
                <a:t>eDSL</a:t>
              </a:r>
              <a:r>
                <a:rPr lang="zh-CN" altLang="en-US" sz="800" dirty="0">
                  <a:solidFill>
                    <a:srgbClr val="6A9955"/>
                  </a:solidFill>
                  <a:latin typeface="Consolas" panose="020B0609020204030204" pitchFamily="49" charset="0"/>
                  <a:ea typeface="等线" panose="02010600030101010101" pitchFamily="2" charset="-122"/>
                  <a:cs typeface="Arial"/>
                  <a:sym typeface="Arial"/>
                </a:rPr>
                <a:t>）</a:t>
              </a:r>
              <a:endParaRPr lang="zh-CN" altLang="en-US" sz="800" dirty="0">
                <a:solidFill>
                  <a:srgbClr val="CCCCCC"/>
                </a:solidFill>
                <a:latin typeface="Consolas" panose="020B0609020204030204" pitchFamily="49" charset="0"/>
                <a:ea typeface="等线" panose="02010600030101010101" pitchFamily="2" charset="-122"/>
                <a:cs typeface="Arial"/>
                <a:sym typeface="Arial"/>
              </a:endParaRPr>
            </a:p>
            <a:p>
              <a:pPr defTabSz="914089">
                <a:defRPr/>
              </a:pPr>
              <a:r>
                <a:rPr lang="en-US" altLang="zh-CN" sz="800" dirty="0">
                  <a:solidFill>
                    <a:srgbClr val="CCCCCC"/>
                  </a:solidFill>
                  <a:latin typeface="Consolas" panose="020B0609020204030204" pitchFamily="49" charset="0"/>
                  <a:ea typeface="等线" panose="02010600030101010101" pitchFamily="2" charset="-122"/>
                  <a:cs typeface="Arial"/>
                  <a:sym typeface="Arial"/>
                </a:rPr>
                <a:t>    }</a:t>
              </a:r>
            </a:p>
            <a:p>
              <a:pPr defTabSz="914089">
                <a:defRPr/>
              </a:pPr>
              <a:r>
                <a:rPr lang="en-US" altLang="zh-CN" sz="800" dirty="0">
                  <a:solidFill>
                    <a:srgbClr val="CCCCCC"/>
                  </a:solidFill>
                  <a:latin typeface="Consolas" panose="020B0609020204030204" pitchFamily="49" charset="0"/>
                  <a:ea typeface="等线" panose="02010600030101010101" pitchFamily="2" charset="-122"/>
                  <a:cs typeface="Arial"/>
                  <a:sym typeface="Arial"/>
                </a:rPr>
                <a:t>}</a:t>
              </a:r>
            </a:p>
          </p:txBody>
        </p:sp>
        <p:sp>
          <p:nvSpPr>
            <p:cNvPr id="17" name="文本框 16">
              <a:extLst>
                <a:ext uri="{FF2B5EF4-FFF2-40B4-BE49-F238E27FC236}">
                  <a16:creationId xmlns:a16="http://schemas.microsoft.com/office/drawing/2014/main" id="{9B3AEF08-0E3B-4617-A296-B6E75886A45A}"/>
                </a:ext>
              </a:extLst>
            </p:cNvPr>
            <p:cNvSpPr txBox="1"/>
            <p:nvPr/>
          </p:nvSpPr>
          <p:spPr>
            <a:xfrm>
              <a:off x="8893740" y="662696"/>
              <a:ext cx="1523999" cy="246317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ctr" defTabSz="914089">
                <a:defRPr/>
              </a:pPr>
              <a:r>
                <a:rPr kumimoji="1" lang="zh-CN" altLang="en-US" sz="1600" b="1" dirty="0">
                  <a:solidFill>
                    <a:srgbClr val="00000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cs typeface="Arial"/>
                  <a:sym typeface="Arial"/>
                </a:rPr>
                <a:t>数据库</a:t>
              </a:r>
            </a:p>
          </p:txBody>
        </p:sp>
        <p:sp>
          <p:nvSpPr>
            <p:cNvPr id="18" name="文本框 17">
              <a:extLst>
                <a:ext uri="{FF2B5EF4-FFF2-40B4-BE49-F238E27FC236}">
                  <a16:creationId xmlns:a16="http://schemas.microsoft.com/office/drawing/2014/main" id="{77427866-BEF7-4258-AA56-7951BC6B91CE}"/>
                </a:ext>
              </a:extLst>
            </p:cNvPr>
            <p:cNvSpPr txBox="1"/>
            <p:nvPr/>
          </p:nvSpPr>
          <p:spPr>
            <a:xfrm>
              <a:off x="8460338" y="1076487"/>
              <a:ext cx="2490185" cy="369476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defTabSz="914089">
                <a:defRPr/>
              </a:pPr>
              <a:r>
                <a:rPr kumimoji="1" lang="zh-CN" altLang="en-US" sz="1200" dirty="0">
                  <a:solidFill>
                    <a:srgbClr val="00000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cs typeface="Arial"/>
                  <a:sym typeface="Arial"/>
                </a:rPr>
                <a:t>开发者聚焦于业务逻辑的表达，简单易用使用数据库对象与事务操作</a:t>
              </a:r>
            </a:p>
          </p:txBody>
        </p:sp>
      </p:grpSp>
      <p:grpSp>
        <p:nvGrpSpPr>
          <p:cNvPr id="8" name="组合 7"/>
          <p:cNvGrpSpPr/>
          <p:nvPr/>
        </p:nvGrpSpPr>
        <p:grpSpPr>
          <a:xfrm>
            <a:off x="9295261" y="939123"/>
            <a:ext cx="2489212" cy="2563908"/>
            <a:chOff x="9298890" y="691649"/>
            <a:chExt cx="2490185" cy="2564910"/>
          </a:xfrm>
        </p:grpSpPr>
        <p:pic>
          <p:nvPicPr>
            <p:cNvPr id="7" name="图片 6"/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9408009" y="1756757"/>
              <a:ext cx="2282051" cy="1499802"/>
            </a:xfrm>
            <a:prstGeom prst="rect">
              <a:avLst/>
            </a:prstGeom>
          </p:spPr>
        </p:pic>
        <p:sp>
          <p:nvSpPr>
            <p:cNvPr id="21" name="文本框 20">
              <a:extLst>
                <a:ext uri="{FF2B5EF4-FFF2-40B4-BE49-F238E27FC236}">
                  <a16:creationId xmlns:a16="http://schemas.microsoft.com/office/drawing/2014/main" id="{9B3AEF08-0E3B-4617-A296-B6E75886A45A}"/>
                </a:ext>
              </a:extLst>
            </p:cNvPr>
            <p:cNvSpPr txBox="1"/>
            <p:nvPr/>
          </p:nvSpPr>
          <p:spPr>
            <a:xfrm>
              <a:off x="9716013" y="691649"/>
              <a:ext cx="1523999" cy="246317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ctr" defTabSz="914089">
                <a:defRPr/>
              </a:pPr>
              <a:r>
                <a:rPr kumimoji="1" lang="zh-CN" altLang="en-US" sz="1600" b="1" dirty="0">
                  <a:solidFill>
                    <a:srgbClr val="00000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cs typeface="Arial"/>
                  <a:sym typeface="Arial"/>
                </a:rPr>
                <a:t>并发框架</a:t>
              </a:r>
            </a:p>
          </p:txBody>
        </p:sp>
        <p:sp>
          <p:nvSpPr>
            <p:cNvPr id="22" name="文本框 21">
              <a:extLst>
                <a:ext uri="{FF2B5EF4-FFF2-40B4-BE49-F238E27FC236}">
                  <a16:creationId xmlns:a16="http://schemas.microsoft.com/office/drawing/2014/main" id="{77427866-BEF7-4258-AA56-7951BC6B91CE}"/>
                </a:ext>
              </a:extLst>
            </p:cNvPr>
            <p:cNvSpPr txBox="1"/>
            <p:nvPr/>
          </p:nvSpPr>
          <p:spPr>
            <a:xfrm>
              <a:off x="9298890" y="1087213"/>
              <a:ext cx="2490185" cy="369476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defTabSz="914089">
                <a:defRPr/>
              </a:pPr>
              <a:r>
                <a:rPr kumimoji="1" lang="zh-CN" altLang="en-US" sz="1200" dirty="0">
                  <a:solidFill>
                    <a:srgbClr val="00000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cs typeface="Arial"/>
                  <a:sym typeface="Arial"/>
                </a:rPr>
                <a:t>在并发框架内，方便地定义出并发安全类，并且不需要显示地使用互斥锁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65041532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文本占位符 3">
            <a:extLst>
              <a:ext uri="{FF2B5EF4-FFF2-40B4-BE49-F238E27FC236}">
                <a16:creationId xmlns:a16="http://schemas.microsoft.com/office/drawing/2014/main" id="{B859C5A4-100C-4B2E-AB6F-76DC4B5A7481}"/>
              </a:ext>
            </a:extLst>
          </p:cNvPr>
          <p:cNvSpPr txBox="1">
            <a:spLocks/>
          </p:cNvSpPr>
          <p:nvPr/>
        </p:nvSpPr>
        <p:spPr bwMode="auto">
          <a:xfrm>
            <a:off x="271078" y="70656"/>
            <a:ext cx="11786196" cy="757465"/>
          </a:xfrm>
          <a:prstGeom prst="rect">
            <a:avLst/>
          </a:prstGeom>
          <a:ln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68495" tIns="34249" rIns="68495" bIns="34249" anchor="ctr"/>
          <a:lstStyle>
            <a:defPPr>
              <a:defRPr lang="zh-CN"/>
            </a:defPPr>
            <a:lvl1pPr indent="0" defTabSz="409171" eaLnBrk="0" fontAlgn="base" hangingPunct="0">
              <a:spcBef>
                <a:spcPct val="0"/>
              </a:spcBef>
              <a:spcAft>
                <a:spcPct val="0"/>
              </a:spcAft>
              <a:defRPr sz="2667" b="1">
                <a:solidFill>
                  <a:srgbClr val="D80010"/>
                </a:solidFill>
                <a:latin typeface="微软雅黑" pitchFamily="34" charset="-122"/>
                <a:ea typeface="微软雅黑" pitchFamily="34" charset="-122"/>
                <a:cs typeface="Arial" pitchFamily="34" charset="0"/>
              </a:defRPr>
            </a:lvl1pPr>
            <a:lvl2pPr marL="742950" indent="-285750" algn="ctr" defTabSz="5461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rgbClr val="000000"/>
                </a:solidFill>
                <a:ea typeface="Gill Sans" charset="0"/>
              </a:defRPr>
            </a:lvl2pPr>
            <a:lvl3pPr marL="1143000" indent="-228600" algn="ctr" defTabSz="5461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rgbClr val="000000"/>
                </a:solidFill>
                <a:ea typeface="Gill Sans" charset="0"/>
              </a:defRPr>
            </a:lvl3pPr>
            <a:lvl4pPr marL="1600200" indent="-228600" algn="ctr" defTabSz="5461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rgbClr val="000000"/>
                </a:solidFill>
                <a:ea typeface="Gill Sans" charset="0"/>
              </a:defRPr>
            </a:lvl4pPr>
            <a:lvl5pPr marL="2057400" indent="-228600" algn="ctr" defTabSz="5461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rgbClr val="000000"/>
                </a:solidFill>
                <a:ea typeface="Gill Sans" charset="0"/>
              </a:defRPr>
            </a:lvl5pPr>
            <a:lvl6pPr marL="457200" algn="ctr" defTabSz="54610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rgbClr val="000000"/>
                </a:solidFill>
                <a:ea typeface="Gill Sans" charset="0"/>
              </a:defRPr>
            </a:lvl6pPr>
            <a:lvl7pPr marL="914400" algn="ctr" defTabSz="54610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rgbClr val="000000"/>
                </a:solidFill>
                <a:ea typeface="Gill Sans" charset="0"/>
              </a:defRPr>
            </a:lvl7pPr>
            <a:lvl8pPr marL="1371600" algn="ctr" defTabSz="54610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rgbClr val="000000"/>
                </a:solidFill>
                <a:ea typeface="Gill Sans" charset="0"/>
              </a:defRPr>
            </a:lvl8pPr>
            <a:lvl9pPr marL="1828800" algn="ctr" defTabSz="54610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rgbClr val="000000"/>
                </a:solidFill>
                <a:ea typeface="Gill Sans" charset="0"/>
              </a:defRPr>
            </a:lvl9pPr>
          </a:lstStyle>
          <a:p>
            <a:pPr marL="0" marR="0" lvl="0" indent="0" algn="l" defTabSz="408996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3200" b="0" i="0" u="none" strike="noStrike" kern="1200" cap="none" spc="0" normalizeH="0" baseline="0" noProof="0" dirty="0">
                <a:ln>
                  <a:noFill/>
                </a:ln>
                <a:solidFill>
                  <a:srgbClr val="1D1D1A"/>
                </a:solidFill>
                <a:effectLst/>
                <a:uLnTx/>
                <a:uFillTx/>
                <a:latin typeface="微软雅黑" pitchFamily="34" charset="-122"/>
                <a:ea typeface="微软雅黑" pitchFamily="34" charset="-122"/>
                <a:cs typeface="Arial" pitchFamily="34" charset="0"/>
                <a:sym typeface="Arial"/>
              </a:rPr>
              <a:t>仓颉的</a:t>
            </a:r>
            <a:r>
              <a:rPr kumimoji="1" lang="en-US" altLang="zh-CN" sz="3200" b="0" i="0" u="none" strike="noStrike" kern="1200" cap="none" spc="0" normalizeH="0" baseline="0" noProof="0" dirty="0" err="1">
                <a:ln>
                  <a:noFill/>
                </a:ln>
                <a:solidFill>
                  <a:srgbClr val="1D1D1A"/>
                </a:solidFill>
                <a:effectLst/>
                <a:uLnTx/>
                <a:uFillTx/>
                <a:latin typeface="微软雅黑" pitchFamily="34" charset="-122"/>
                <a:ea typeface="微软雅黑" pitchFamily="34" charset="-122"/>
                <a:cs typeface="Arial" pitchFamily="34" charset="0"/>
                <a:sym typeface="Arial"/>
              </a:rPr>
              <a:t>eDSL</a:t>
            </a:r>
            <a:r>
              <a:rPr kumimoji="1" lang="zh-CN" altLang="en-US" sz="3200" b="0" i="0" u="none" strike="noStrike" kern="1200" cap="none" spc="0" normalizeH="0" baseline="0" noProof="0" dirty="0">
                <a:ln>
                  <a:noFill/>
                </a:ln>
                <a:solidFill>
                  <a:srgbClr val="1D1D1A"/>
                </a:solidFill>
                <a:effectLst/>
                <a:uLnTx/>
                <a:uFillTx/>
                <a:latin typeface="微软雅黑" pitchFamily="34" charset="-122"/>
                <a:ea typeface="微软雅黑" pitchFamily="34" charset="-122"/>
                <a:cs typeface="Arial" pitchFamily="34" charset="0"/>
                <a:sym typeface="Arial"/>
              </a:rPr>
              <a:t>工具箱</a:t>
            </a:r>
          </a:p>
        </p:txBody>
      </p:sp>
      <p:pic>
        <p:nvPicPr>
          <p:cNvPr id="14" name="图片 13">
            <a:extLst>
              <a:ext uri="{FF2B5EF4-FFF2-40B4-BE49-F238E27FC236}">
                <a16:creationId xmlns:a16="http://schemas.microsoft.com/office/drawing/2014/main" id="{E67CD904-230C-48B5-BDFC-87F971FA3DD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68735" y="987340"/>
            <a:ext cx="9254530" cy="48833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83378718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9C2FE2A-94B8-49E5-B716-3257F75EF4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尾随</a:t>
            </a:r>
            <a:r>
              <a:rPr lang="en-US" altLang="zh-CN" dirty="0"/>
              <a:t>lambda</a:t>
            </a:r>
            <a:r>
              <a:rPr lang="zh-CN" altLang="en-US" dirty="0"/>
              <a:t>和</a:t>
            </a:r>
            <a:r>
              <a:rPr lang="en-US" altLang="zh-CN" dirty="0" err="1"/>
              <a:t>eDSL</a:t>
            </a:r>
            <a:r>
              <a:rPr lang="zh-CN" altLang="en-US" dirty="0"/>
              <a:t>应用</a:t>
            </a:r>
          </a:p>
        </p:txBody>
      </p:sp>
      <p:pic>
        <p:nvPicPr>
          <p:cNvPr id="3" name="Picture 10" descr="C:\Users\x00474358\AppData\Roaming\eSpace_Desktop\UserData\x00474358\imagefiles\5ABFD4CC-485D-44BB-9B03-ECC7003A3993.png">
            <a:extLst>
              <a:ext uri="{FF2B5EF4-FFF2-40B4-BE49-F238E27FC236}">
                <a16:creationId xmlns:a16="http://schemas.microsoft.com/office/drawing/2014/main" id="{FE732490-9224-4624-96B2-AA2086A1B4F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02477" y="1601757"/>
            <a:ext cx="5890495" cy="520987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矩形 3">
            <a:extLst>
              <a:ext uri="{FF2B5EF4-FFF2-40B4-BE49-F238E27FC236}">
                <a16:creationId xmlns:a16="http://schemas.microsoft.com/office/drawing/2014/main" id="{1475B14B-D1ED-43EC-9EE4-FCE6BBA39BD3}"/>
              </a:ext>
            </a:extLst>
          </p:cNvPr>
          <p:cNvSpPr/>
          <p:nvPr/>
        </p:nvSpPr>
        <p:spPr>
          <a:xfrm>
            <a:off x="980281" y="2705329"/>
            <a:ext cx="3283271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400" b="1" dirty="0">
                <a:solidFill>
                  <a:srgbClr val="1D1D1A"/>
                </a:solidFill>
                <a:latin typeface="微软雅黑" panose="020B0503020204020204" pitchFamily="34" charset="-122"/>
              </a:rPr>
              <a:t>尾随</a:t>
            </a:r>
            <a:r>
              <a:rPr lang="en-US" altLang="zh-CN" sz="2400" b="1" dirty="0">
                <a:solidFill>
                  <a:srgbClr val="1D1D1A"/>
                </a:solidFill>
                <a:latin typeface="微软雅黑" panose="020B0503020204020204" pitchFamily="34" charset="-122"/>
              </a:rPr>
              <a:t>lambda </a:t>
            </a:r>
            <a:r>
              <a:rPr lang="zh-CN" altLang="en-US" sz="2400" dirty="0">
                <a:solidFill>
                  <a:prstClr val="black"/>
                </a:solidFill>
                <a:latin typeface="微软雅黑" panose="020B0503020204020204" pitchFamily="34" charset="-122"/>
              </a:rPr>
              <a:t>定义组件</a:t>
            </a:r>
            <a:endParaRPr lang="zh-CN" altLang="en-US" sz="2400" dirty="0">
              <a:solidFill>
                <a:prstClr val="black"/>
              </a:solidFill>
              <a:ea typeface="黑体" panose="02010609060101010101" pitchFamily="49" charset="-122"/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8035D937-54C9-4FA7-A7D4-36F544DEE4FB}"/>
              </a:ext>
            </a:extLst>
          </p:cNvPr>
          <p:cNvSpPr/>
          <p:nvPr/>
        </p:nvSpPr>
        <p:spPr>
          <a:xfrm>
            <a:off x="980282" y="3429000"/>
            <a:ext cx="3228769" cy="83099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400" b="1" dirty="0">
                <a:solidFill>
                  <a:prstClr val="black"/>
                </a:solidFill>
                <a:latin typeface="微软雅黑" panose="020B0503020204020204" pitchFamily="34" charset="-122"/>
              </a:rPr>
              <a:t>命名参数 </a:t>
            </a:r>
            <a:r>
              <a:rPr lang="zh-CN" altLang="en-US" sz="2400" dirty="0">
                <a:solidFill>
                  <a:prstClr val="black"/>
                </a:solidFill>
                <a:latin typeface="微软雅黑" panose="020B0503020204020204" pitchFamily="34" charset="-122"/>
              </a:rPr>
              <a:t>和</a:t>
            </a:r>
            <a:r>
              <a:rPr lang="en-US" altLang="zh-CN" sz="2400" dirty="0">
                <a:solidFill>
                  <a:prstClr val="black"/>
                </a:solidFill>
                <a:latin typeface="微软雅黑" panose="020B0503020204020204" pitchFamily="34" charset="-122"/>
              </a:rPr>
              <a:t> </a:t>
            </a:r>
            <a:r>
              <a:rPr lang="zh-CN" altLang="en-US" sz="2400" b="1" dirty="0">
                <a:solidFill>
                  <a:prstClr val="black"/>
                </a:solidFill>
                <a:latin typeface="微软雅黑" panose="020B0503020204020204" pitchFamily="34" charset="-122"/>
              </a:rPr>
              <a:t>链式调用</a:t>
            </a:r>
            <a:r>
              <a:rPr lang="en-US" altLang="zh-CN" sz="2400" b="1" dirty="0">
                <a:solidFill>
                  <a:prstClr val="black"/>
                </a:solidFill>
                <a:latin typeface="微软雅黑" panose="020B0503020204020204" pitchFamily="34" charset="-122"/>
              </a:rPr>
              <a:t> </a:t>
            </a:r>
          </a:p>
          <a:p>
            <a:r>
              <a:rPr lang="en-US" altLang="zh-CN" sz="2400" dirty="0">
                <a:solidFill>
                  <a:prstClr val="black"/>
                </a:solidFill>
                <a:latin typeface="微软雅黑" panose="020B0503020204020204" pitchFamily="34" charset="-122"/>
              </a:rPr>
              <a:t>    </a:t>
            </a:r>
            <a:r>
              <a:rPr lang="zh-CN" altLang="en-US" sz="2400" dirty="0">
                <a:solidFill>
                  <a:prstClr val="black"/>
                </a:solidFill>
                <a:latin typeface="微软雅黑" panose="020B0503020204020204" pitchFamily="34" charset="-122"/>
              </a:rPr>
              <a:t>定义组件属性</a:t>
            </a:r>
            <a:endParaRPr lang="zh-CN" altLang="en-US" sz="2400" dirty="0">
              <a:solidFill>
                <a:prstClr val="black"/>
              </a:solidFill>
              <a:ea typeface="黑体" panose="02010609060101010101" pitchFamily="49" charset="-122"/>
            </a:endParaRP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E8036F7B-E41A-436D-A52E-C0F983DF2FA5}"/>
              </a:ext>
            </a:extLst>
          </p:cNvPr>
          <p:cNvSpPr/>
          <p:nvPr/>
        </p:nvSpPr>
        <p:spPr>
          <a:xfrm>
            <a:off x="10599169" y="678949"/>
            <a:ext cx="1380067" cy="705599"/>
          </a:xfrm>
          <a:prstGeom prst="rect">
            <a:avLst/>
          </a:prstGeom>
          <a:noFill/>
          <a:ln w="12700" cap="flat" cmpd="sng" algn="ctr">
            <a:solidFill>
              <a:srgbClr val="5B9BD5">
                <a:shade val="50000"/>
              </a:srgbClr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algn="ctr">
              <a:defRPr/>
            </a:pPr>
            <a:r>
              <a:rPr lang="zh-CN" altLang="en-US" kern="0" dirty="0">
                <a:solidFill>
                  <a:prstClr val="black"/>
                </a:solidFill>
                <a:latin typeface="微软雅黑" panose="020B0503020204020204" pitchFamily="34" charset="-122"/>
              </a:rPr>
              <a:t>尾随</a:t>
            </a:r>
            <a:r>
              <a:rPr lang="en-US" altLang="zh-CN" kern="0" dirty="0">
                <a:solidFill>
                  <a:prstClr val="black"/>
                </a:solidFill>
                <a:latin typeface="微软雅黑" panose="020B0503020204020204" pitchFamily="34" charset="-122"/>
              </a:rPr>
              <a:t> lambda</a:t>
            </a:r>
            <a:endParaRPr lang="zh-CN" altLang="en-US" sz="2000" kern="0" dirty="0">
              <a:solidFill>
                <a:prstClr val="black"/>
              </a:solidFill>
              <a:latin typeface="微软雅黑" panose="020B0503020204020204" pitchFamily="34" charset="-122"/>
            </a:endParaRPr>
          </a:p>
        </p:txBody>
      </p:sp>
      <p:cxnSp>
        <p:nvCxnSpPr>
          <p:cNvPr id="8" name="直接连接符 7">
            <a:extLst>
              <a:ext uri="{FF2B5EF4-FFF2-40B4-BE49-F238E27FC236}">
                <a16:creationId xmlns:a16="http://schemas.microsoft.com/office/drawing/2014/main" id="{499DCFB3-B0FF-4460-9561-9E2C98A97EEF}"/>
              </a:ext>
            </a:extLst>
          </p:cNvPr>
          <p:cNvCxnSpPr>
            <a:cxnSpLocks/>
            <a:stCxn id="7" idx="1"/>
          </p:cNvCxnSpPr>
          <p:nvPr/>
        </p:nvCxnSpPr>
        <p:spPr>
          <a:xfrm flipH="1">
            <a:off x="10098633" y="1031749"/>
            <a:ext cx="500536" cy="146659"/>
          </a:xfrm>
          <a:prstGeom prst="line">
            <a:avLst/>
          </a:prstGeom>
          <a:noFill/>
          <a:ln w="6350" cap="flat" cmpd="sng" algn="ctr">
            <a:solidFill>
              <a:srgbClr val="5B9BD5"/>
            </a:solidFill>
            <a:prstDash val="solid"/>
            <a:miter lim="800000"/>
          </a:ln>
          <a:effectLst/>
        </p:spPr>
      </p:cxnSp>
      <p:cxnSp>
        <p:nvCxnSpPr>
          <p:cNvPr id="9" name="直接箭头连接符 8">
            <a:extLst>
              <a:ext uri="{FF2B5EF4-FFF2-40B4-BE49-F238E27FC236}">
                <a16:creationId xmlns:a16="http://schemas.microsoft.com/office/drawing/2014/main" id="{182A13A2-659B-496E-8C48-0EB66C7E7563}"/>
              </a:ext>
            </a:extLst>
          </p:cNvPr>
          <p:cNvCxnSpPr>
            <a:cxnSpLocks/>
          </p:cNvCxnSpPr>
          <p:nvPr/>
        </p:nvCxnSpPr>
        <p:spPr>
          <a:xfrm flipH="1">
            <a:off x="8039100" y="1178408"/>
            <a:ext cx="2059533" cy="1765308"/>
          </a:xfrm>
          <a:prstGeom prst="straightConnector1">
            <a:avLst/>
          </a:prstGeom>
          <a:noFill/>
          <a:ln w="6350" cap="flat" cmpd="sng" algn="ctr">
            <a:solidFill>
              <a:srgbClr val="5B9BD5"/>
            </a:solidFill>
            <a:prstDash val="solid"/>
            <a:miter lim="800000"/>
            <a:tailEnd type="triangle"/>
          </a:ln>
          <a:effectLst/>
        </p:spPr>
      </p:cxnSp>
      <p:cxnSp>
        <p:nvCxnSpPr>
          <p:cNvPr id="10" name="直接箭头连接符 9">
            <a:extLst>
              <a:ext uri="{FF2B5EF4-FFF2-40B4-BE49-F238E27FC236}">
                <a16:creationId xmlns:a16="http://schemas.microsoft.com/office/drawing/2014/main" id="{033B9B57-E8B2-4997-8309-D278E047F922}"/>
              </a:ext>
            </a:extLst>
          </p:cNvPr>
          <p:cNvCxnSpPr>
            <a:cxnSpLocks/>
          </p:cNvCxnSpPr>
          <p:nvPr/>
        </p:nvCxnSpPr>
        <p:spPr>
          <a:xfrm flipH="1">
            <a:off x="8404976" y="1178408"/>
            <a:ext cx="1693657" cy="2787589"/>
          </a:xfrm>
          <a:prstGeom prst="straightConnector1">
            <a:avLst/>
          </a:prstGeom>
          <a:noFill/>
          <a:ln w="6350" cap="flat" cmpd="sng" algn="ctr">
            <a:solidFill>
              <a:srgbClr val="5B9BD5"/>
            </a:solidFill>
            <a:prstDash val="solid"/>
            <a:miter lim="800000"/>
            <a:tailEnd type="triangle"/>
          </a:ln>
          <a:effectLst/>
        </p:spPr>
      </p:cxnSp>
      <p:cxnSp>
        <p:nvCxnSpPr>
          <p:cNvPr id="11" name="直接箭头连接符 10">
            <a:extLst>
              <a:ext uri="{FF2B5EF4-FFF2-40B4-BE49-F238E27FC236}">
                <a16:creationId xmlns:a16="http://schemas.microsoft.com/office/drawing/2014/main" id="{9B1F0EED-CA20-4E32-B761-D018D2F969BD}"/>
              </a:ext>
            </a:extLst>
          </p:cNvPr>
          <p:cNvCxnSpPr>
            <a:cxnSpLocks/>
          </p:cNvCxnSpPr>
          <p:nvPr/>
        </p:nvCxnSpPr>
        <p:spPr>
          <a:xfrm flipH="1">
            <a:off x="8839200" y="1178408"/>
            <a:ext cx="1259433" cy="3761892"/>
          </a:xfrm>
          <a:prstGeom prst="straightConnector1">
            <a:avLst/>
          </a:prstGeom>
          <a:noFill/>
          <a:ln w="6350" cap="flat" cmpd="sng" algn="ctr">
            <a:solidFill>
              <a:srgbClr val="5B9BD5"/>
            </a:solidFill>
            <a:prstDash val="solid"/>
            <a:miter lim="800000"/>
            <a:tailEnd type="triangle"/>
          </a:ln>
          <a:effectLst/>
        </p:spPr>
      </p:cxnSp>
    </p:spTree>
    <p:extLst>
      <p:ext uri="{BB962C8B-B14F-4D97-AF65-F5344CB8AC3E}">
        <p14:creationId xmlns:p14="http://schemas.microsoft.com/office/powerpoint/2010/main" val="4064787781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9C2FE2A-94B8-49E5-B716-3257F75EF4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类型扩展和属性</a:t>
            </a:r>
          </a:p>
        </p:txBody>
      </p:sp>
      <p:pic>
        <p:nvPicPr>
          <p:cNvPr id="3" name="Picture 6" descr="C:\Users\x00474358\AppData\Roaming\eSpace_Desktop\UserData\x00474358\imagefiles\2034C1DF-51AD-4C0D-A9DE-B74FA0EFC419.png">
            <a:extLst>
              <a:ext uri="{FF2B5EF4-FFF2-40B4-BE49-F238E27FC236}">
                <a16:creationId xmlns:a16="http://schemas.microsoft.com/office/drawing/2014/main" id="{B453C544-7D99-48E6-83EB-3987C7AAA70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0049" y="2211518"/>
            <a:ext cx="5964003" cy="119280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矩形 3">
            <a:extLst>
              <a:ext uri="{FF2B5EF4-FFF2-40B4-BE49-F238E27FC236}">
                <a16:creationId xmlns:a16="http://schemas.microsoft.com/office/drawing/2014/main" id="{BCA6B192-0F4C-4311-85C2-0B4B3A11CDB5}"/>
              </a:ext>
            </a:extLst>
          </p:cNvPr>
          <p:cNvSpPr/>
          <p:nvPr/>
        </p:nvSpPr>
        <p:spPr>
          <a:xfrm>
            <a:off x="558227" y="4000059"/>
            <a:ext cx="5540154" cy="212090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 defTabSz="914478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b="1" dirty="0">
                <a:solidFill>
                  <a:srgbClr val="C00000"/>
                </a:solidFill>
                <a:latin typeface="微软雅黑"/>
              </a:rPr>
              <a:t>类型扩展</a:t>
            </a:r>
            <a:r>
              <a:rPr lang="zh-CN" altLang="en-US" dirty="0">
                <a:solidFill>
                  <a:srgbClr val="333333"/>
                </a:solidFill>
                <a:latin typeface="微软雅黑"/>
              </a:rPr>
              <a:t>：采用“</a:t>
            </a:r>
            <a:r>
              <a:rPr lang="en-US" altLang="zh-CN" dirty="0">
                <a:solidFill>
                  <a:srgbClr val="333333"/>
                </a:solidFill>
                <a:latin typeface="微软雅黑"/>
              </a:rPr>
              <a:t>extend</a:t>
            </a:r>
            <a:r>
              <a:rPr lang="zh-CN" altLang="en-US" dirty="0">
                <a:solidFill>
                  <a:srgbClr val="333333"/>
                </a:solidFill>
                <a:latin typeface="微软雅黑"/>
              </a:rPr>
              <a:t>”关键字，为类型添加新功能，并且不破坏原有类型封装性；</a:t>
            </a:r>
            <a:endParaRPr lang="en-US" altLang="zh-CN" dirty="0">
              <a:solidFill>
                <a:srgbClr val="333333"/>
              </a:solidFill>
              <a:latin typeface="微软雅黑"/>
            </a:endParaRPr>
          </a:p>
          <a:p>
            <a:pPr marL="285750" indent="-285750" defTabSz="914478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b="1" dirty="0">
                <a:solidFill>
                  <a:srgbClr val="C00000"/>
                </a:solidFill>
                <a:latin typeface="微软雅黑"/>
              </a:rPr>
              <a:t>属性</a:t>
            </a:r>
            <a:r>
              <a:rPr lang="zh-CN" altLang="en-US" dirty="0">
                <a:solidFill>
                  <a:srgbClr val="1D1D1A"/>
                </a:solidFill>
                <a:latin typeface="微软雅黑"/>
              </a:rPr>
              <a:t>：采用“</a:t>
            </a:r>
            <a:r>
              <a:rPr lang="en-US" altLang="zh-CN" dirty="0">
                <a:solidFill>
                  <a:srgbClr val="1D1D1A"/>
                </a:solidFill>
                <a:latin typeface="微软雅黑"/>
              </a:rPr>
              <a:t>prop</a:t>
            </a:r>
            <a:r>
              <a:rPr lang="zh-CN" altLang="en-US" dirty="0">
                <a:solidFill>
                  <a:srgbClr val="1D1D1A"/>
                </a:solidFill>
                <a:latin typeface="微软雅黑"/>
              </a:rPr>
              <a:t>”关键字，将数据读写封装成访问函数，外部访问与普通字段无异，便于实现访问控制、数据监控、跟踪调试、数据绑定等机制</a:t>
            </a:r>
            <a:r>
              <a:rPr lang="zh-CN" altLang="en-US" dirty="0">
                <a:solidFill>
                  <a:srgbClr val="333333"/>
                </a:solidFill>
                <a:latin typeface="微软雅黑"/>
              </a:rPr>
              <a:t>；</a:t>
            </a:r>
          </a:p>
        </p:txBody>
      </p:sp>
      <p:pic>
        <p:nvPicPr>
          <p:cNvPr id="5" name="Picture 2" descr="C:\Users\x00474358\AppData\Roaming\eSpace_Desktop\UserData\x00474358\imagefiles\2FDC198A-28B6-4052-A7A7-5399399FFB55.png">
            <a:extLst>
              <a:ext uri="{FF2B5EF4-FFF2-40B4-BE49-F238E27FC236}">
                <a16:creationId xmlns:a16="http://schemas.microsoft.com/office/drawing/2014/main" id="{6C1044D4-F798-4F4E-B0E4-E6B9A07F844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07453" y="549347"/>
            <a:ext cx="5404347" cy="594352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735067961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副标题 1">
            <a:extLst>
              <a:ext uri="{FF2B5EF4-FFF2-40B4-BE49-F238E27FC236}">
                <a16:creationId xmlns:a16="http://schemas.microsoft.com/office/drawing/2014/main" id="{8BFA1DF2-8D3C-4C2C-8FAB-C0841FD8C8BD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kumimoji="1" lang="zh-CN" altLang="en-US" sz="3200" dirty="0">
                <a:solidFill>
                  <a:srgbClr val="1D1D1A"/>
                </a:solidFill>
                <a:latin typeface="微软雅黑" pitchFamily="34" charset="-122"/>
                <a:ea typeface="微软雅黑" pitchFamily="34" charset="-122"/>
                <a:cs typeface="Arial" pitchFamily="34" charset="0"/>
                <a:sym typeface="Arial"/>
              </a:rPr>
              <a:t>过程宏和模板宏（部分能力构建中）</a:t>
            </a:r>
          </a:p>
          <a:p>
            <a:endParaRPr lang="zh-CN" alt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AA7FBD2-9D94-42A5-AB25-67CAC737435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5825" y="2085349"/>
            <a:ext cx="5907891" cy="1774065"/>
          </a:xfrm>
          <a:prstGeom prst="rect">
            <a:avLst/>
          </a:prstGeom>
          <a:solidFill>
            <a:sysClr val="window" lastClr="FFFFFF"/>
          </a:solidFill>
        </p:spPr>
      </p:pic>
      <p:sp>
        <p:nvSpPr>
          <p:cNvPr id="5" name="文本框 4">
            <a:extLst>
              <a:ext uri="{FF2B5EF4-FFF2-40B4-BE49-F238E27FC236}">
                <a16:creationId xmlns:a16="http://schemas.microsoft.com/office/drawing/2014/main" id="{B57BA37B-78BC-4503-A548-B35BDCDEE47D}"/>
              </a:ext>
            </a:extLst>
          </p:cNvPr>
          <p:cNvSpPr txBox="1"/>
          <p:nvPr/>
        </p:nvSpPr>
        <p:spPr>
          <a:xfrm>
            <a:off x="757237" y="1332616"/>
            <a:ext cx="690562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 b="1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过程宏：</a:t>
            </a:r>
            <a:r>
              <a:rPr lang="zh-CN" altLang="en-US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一段仓颉代码，对输入代码的</a:t>
            </a:r>
            <a:r>
              <a:rPr lang="en-US" altLang="zh-CN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token stream/AST</a:t>
            </a:r>
            <a:r>
              <a:rPr lang="zh-CN" altLang="en-US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做变换</a:t>
            </a:r>
          </a:p>
        </p:txBody>
      </p:sp>
      <p:sp>
        <p:nvSpPr>
          <p:cNvPr id="6" name="流程图: 文档 5">
            <a:extLst>
              <a:ext uri="{FF2B5EF4-FFF2-40B4-BE49-F238E27FC236}">
                <a16:creationId xmlns:a16="http://schemas.microsoft.com/office/drawing/2014/main" id="{B200714D-F1E4-442F-95EA-06E785E44AE8}"/>
              </a:ext>
            </a:extLst>
          </p:cNvPr>
          <p:cNvSpPr/>
          <p:nvPr/>
        </p:nvSpPr>
        <p:spPr>
          <a:xfrm>
            <a:off x="8620125" y="1971675"/>
            <a:ext cx="2743200" cy="1381125"/>
          </a:xfrm>
          <a:prstGeom prst="flowChartDocument">
            <a:avLst/>
          </a:prstGeom>
          <a:solidFill>
            <a:srgbClr val="E7E6E6"/>
          </a:solidFill>
          <a:ln w="12700" cap="flat" cmpd="sng" algn="ctr">
            <a:noFill/>
            <a:prstDash val="solid"/>
            <a:miter lim="800000"/>
          </a:ln>
          <a:effectLst>
            <a:outerShdw blurRad="50800" dist="50800" dir="5400000" algn="ctr" rotWithShape="0">
              <a:srgbClr val="000000">
                <a:alpha val="94000"/>
              </a:srgbClr>
            </a:outerShdw>
          </a:effectLst>
        </p:spPr>
        <p:txBody>
          <a:bodyPr rtlCol="0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4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黑体" panose="02010609060101010101" pitchFamily="49" charset="-122"/>
                <a:cs typeface="+mn-cs"/>
              </a:rPr>
              <a:t>macro </a:t>
            </a:r>
            <a:r>
              <a:rPr kumimoji="0" lang="en-US" altLang="zh-CN" sz="1400" b="0" i="0" u="none" strike="noStrike" kern="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黑体" panose="02010609060101010101" pitchFamily="49" charset="-122"/>
                <a:cs typeface="+mn-cs"/>
              </a:rPr>
              <a:t>FindType</a:t>
            </a:r>
            <a:r>
              <a:rPr kumimoji="0" lang="en-US" altLang="zh-CN" sz="14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黑体" panose="02010609060101010101" pitchFamily="49" charset="-122"/>
                <a:cs typeface="+mn-cs"/>
              </a:rPr>
              <a:t>( </a:t>
            </a:r>
            <a:r>
              <a:rPr kumimoji="0" lang="en-US" altLang="zh-CN" sz="1400" b="0" i="0" u="none" strike="noStrike" kern="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黑体" panose="02010609060101010101" pitchFamily="49" charset="-122"/>
                <a:cs typeface="+mn-cs"/>
              </a:rPr>
              <a:t>varDecl</a:t>
            </a:r>
            <a:r>
              <a:rPr kumimoji="0" lang="en-US" altLang="zh-CN" sz="14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黑体" panose="02010609060101010101" pitchFamily="49" charset="-122"/>
                <a:cs typeface="+mn-cs"/>
              </a:rPr>
              <a:t> ) {</a:t>
            </a: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4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黑体" panose="02010609060101010101" pitchFamily="49" charset="-122"/>
                <a:cs typeface="+mn-cs"/>
              </a:rPr>
              <a:t>    …</a:t>
            </a: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4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黑体" panose="02010609060101010101" pitchFamily="49" charset="-122"/>
                <a:cs typeface="+mn-cs"/>
              </a:rPr>
              <a:t>    …</a:t>
            </a: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4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黑体" panose="02010609060101010101" pitchFamily="49" charset="-122"/>
                <a:cs typeface="+mn-cs"/>
              </a:rPr>
              <a:t>}</a:t>
            </a:r>
            <a:endParaRPr kumimoji="0" lang="zh-CN" altLang="en-US" sz="18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/>
              <a:ea typeface="黑体" panose="02010609060101010101" pitchFamily="49" charset="-122"/>
              <a:cs typeface="+mn-cs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0883DBFF-935A-48BC-8A39-2081F213B549}"/>
              </a:ext>
            </a:extLst>
          </p:cNvPr>
          <p:cNvSpPr txBox="1"/>
          <p:nvPr/>
        </p:nvSpPr>
        <p:spPr>
          <a:xfrm>
            <a:off x="885825" y="1713420"/>
            <a:ext cx="23241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宏调用</a:t>
            </a:r>
            <a:r>
              <a:rPr lang="en-US" altLang="zh-CN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/</a:t>
            </a:r>
            <a:r>
              <a:rPr lang="zh-CN" altLang="en-US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宏展开：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490E4E25-0D58-4B24-A6C4-DDC3BF89357C}"/>
              </a:ext>
            </a:extLst>
          </p:cNvPr>
          <p:cNvSpPr/>
          <p:nvPr/>
        </p:nvSpPr>
        <p:spPr>
          <a:xfrm>
            <a:off x="1419225" y="2428875"/>
            <a:ext cx="3933825" cy="228600"/>
          </a:xfrm>
          <a:prstGeom prst="rect">
            <a:avLst/>
          </a:prstGeom>
          <a:noFill/>
          <a:ln w="25400" cap="flat" cmpd="sng" algn="ctr">
            <a:solidFill>
              <a:srgbClr val="4472C4"/>
            </a:solidFill>
            <a:prstDash val="lgDash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/>
              <a:ea typeface="黑体" panose="02010609060101010101" pitchFamily="49" charset="-122"/>
              <a:cs typeface="+mn-cs"/>
            </a:endParaRPr>
          </a:p>
        </p:txBody>
      </p:sp>
      <p:sp>
        <p:nvSpPr>
          <p:cNvPr id="9" name="箭头: 右 8">
            <a:extLst>
              <a:ext uri="{FF2B5EF4-FFF2-40B4-BE49-F238E27FC236}">
                <a16:creationId xmlns:a16="http://schemas.microsoft.com/office/drawing/2014/main" id="{28A8078E-A113-4612-9CA8-28654853CA23}"/>
              </a:ext>
            </a:extLst>
          </p:cNvPr>
          <p:cNvSpPr/>
          <p:nvPr/>
        </p:nvSpPr>
        <p:spPr>
          <a:xfrm rot="21071381">
            <a:off x="6962775" y="2371725"/>
            <a:ext cx="1390650" cy="95250"/>
          </a:xfrm>
          <a:prstGeom prst="rightArrow">
            <a:avLst/>
          </a:prstGeom>
          <a:solidFill>
            <a:srgbClr val="4472C4"/>
          </a:solidFill>
          <a:ln w="12700" cap="flat" cmpd="sng" algn="ctr">
            <a:solidFill>
              <a:srgbClr val="4472C4">
                <a:shade val="50000"/>
              </a:srgbClr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/>
              <a:ea typeface="黑体" panose="02010609060101010101" pitchFamily="49" charset="-122"/>
              <a:cs typeface="+mn-cs"/>
            </a:endParaRPr>
          </a:p>
        </p:txBody>
      </p:sp>
      <p:sp>
        <p:nvSpPr>
          <p:cNvPr id="10" name="箭头: 右 9">
            <a:extLst>
              <a:ext uri="{FF2B5EF4-FFF2-40B4-BE49-F238E27FC236}">
                <a16:creationId xmlns:a16="http://schemas.microsoft.com/office/drawing/2014/main" id="{528D9CA2-6E59-4B90-95C4-049407FFDEB4}"/>
              </a:ext>
            </a:extLst>
          </p:cNvPr>
          <p:cNvSpPr/>
          <p:nvPr/>
        </p:nvSpPr>
        <p:spPr>
          <a:xfrm rot="11168922">
            <a:off x="6941457" y="2693576"/>
            <a:ext cx="1390650" cy="95250"/>
          </a:xfrm>
          <a:prstGeom prst="rightArrow">
            <a:avLst/>
          </a:prstGeom>
          <a:solidFill>
            <a:srgbClr val="4472C4"/>
          </a:solidFill>
          <a:ln w="12700" cap="flat" cmpd="sng" algn="ctr">
            <a:solidFill>
              <a:srgbClr val="4472C4">
                <a:shade val="50000"/>
              </a:srgbClr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/>
              <a:ea typeface="黑体" panose="02010609060101010101" pitchFamily="49" charset="-122"/>
              <a:cs typeface="+mn-cs"/>
            </a:endParaRPr>
          </a:p>
        </p:txBody>
      </p:sp>
      <p:pic>
        <p:nvPicPr>
          <p:cNvPr id="11" name="Picture 4">
            <a:extLst>
              <a:ext uri="{FF2B5EF4-FFF2-40B4-BE49-F238E27FC236}">
                <a16:creationId xmlns:a16="http://schemas.microsoft.com/office/drawing/2014/main" id="{41DCE9CD-CF34-443F-B7F1-3D7A09C6A2E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9410" y="3738682"/>
            <a:ext cx="5715830" cy="2947626"/>
          </a:xfrm>
          <a:prstGeom prst="rect">
            <a:avLst/>
          </a:prstGeom>
        </p:spPr>
      </p:pic>
      <p:sp>
        <p:nvSpPr>
          <p:cNvPr id="12" name="椭圆 11">
            <a:extLst>
              <a:ext uri="{FF2B5EF4-FFF2-40B4-BE49-F238E27FC236}">
                <a16:creationId xmlns:a16="http://schemas.microsoft.com/office/drawing/2014/main" id="{EC7925A5-E051-49B3-811C-AC60B22C711C}"/>
              </a:ext>
            </a:extLst>
          </p:cNvPr>
          <p:cNvSpPr/>
          <p:nvPr/>
        </p:nvSpPr>
        <p:spPr>
          <a:xfrm>
            <a:off x="7968068" y="3738682"/>
            <a:ext cx="1038225" cy="499915"/>
          </a:xfrm>
          <a:prstGeom prst="ellipse">
            <a:avLst/>
          </a:prstGeom>
          <a:noFill/>
          <a:ln w="25400" cap="flat" cmpd="sng" algn="ctr">
            <a:solidFill>
              <a:srgbClr val="FF0000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/>
              <a:ea typeface="黑体" panose="02010609060101010101" pitchFamily="49" charset="-122"/>
              <a:cs typeface="+mn-cs"/>
            </a:endParaRPr>
          </a:p>
        </p:txBody>
      </p:sp>
      <p:sp>
        <p:nvSpPr>
          <p:cNvPr id="13" name="椭圆 12">
            <a:extLst>
              <a:ext uri="{FF2B5EF4-FFF2-40B4-BE49-F238E27FC236}">
                <a16:creationId xmlns:a16="http://schemas.microsoft.com/office/drawing/2014/main" id="{A0B48DBF-37B8-4824-9DCC-F7BD69BA0682}"/>
              </a:ext>
            </a:extLst>
          </p:cNvPr>
          <p:cNvSpPr/>
          <p:nvPr/>
        </p:nvSpPr>
        <p:spPr>
          <a:xfrm>
            <a:off x="9951654" y="3738682"/>
            <a:ext cx="1038225" cy="499915"/>
          </a:xfrm>
          <a:prstGeom prst="ellipse">
            <a:avLst/>
          </a:prstGeom>
          <a:noFill/>
          <a:ln w="25400" cap="flat" cmpd="sng" algn="ctr">
            <a:solidFill>
              <a:srgbClr val="FF0000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/>
              <a:ea typeface="黑体" panose="02010609060101010101" pitchFamily="49" charset="-122"/>
              <a:cs typeface="+mn-cs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92703F3F-940F-45C2-87E9-56B2A46D0AF1}"/>
              </a:ext>
            </a:extLst>
          </p:cNvPr>
          <p:cNvSpPr txBox="1"/>
          <p:nvPr/>
        </p:nvSpPr>
        <p:spPr>
          <a:xfrm>
            <a:off x="752475" y="4202940"/>
            <a:ext cx="345757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 b="1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多阶段过程宏：</a:t>
            </a: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E1DF7A21-EAF2-4ACB-A435-AC2EE5D1E5BC}"/>
              </a:ext>
            </a:extLst>
          </p:cNvPr>
          <p:cNvSpPr txBox="1"/>
          <p:nvPr/>
        </p:nvSpPr>
        <p:spPr>
          <a:xfrm>
            <a:off x="1057275" y="4682915"/>
            <a:ext cx="4781551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宏调用可以发生在不同的阶段，决定了宏输入的格式是</a:t>
            </a:r>
            <a:endParaRPr lang="en-US" altLang="zh-CN" dirty="0">
              <a:solidFill>
                <a:prstClr val="black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42900" indent="-342900">
              <a:buFontTx/>
              <a:buAutoNum type="arabicParenR"/>
            </a:pPr>
            <a:r>
              <a:rPr lang="en-US" altLang="zh-CN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token stream</a:t>
            </a:r>
            <a:r>
              <a:rPr lang="zh-CN" altLang="en-US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；</a:t>
            </a:r>
            <a:endParaRPr lang="en-US" altLang="zh-CN" dirty="0">
              <a:solidFill>
                <a:prstClr val="black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42900" indent="-342900">
              <a:buFontTx/>
              <a:buAutoNum type="arabicParenR"/>
            </a:pPr>
            <a:r>
              <a:rPr lang="zh-CN" altLang="en-US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无类型信息的</a:t>
            </a:r>
            <a:r>
              <a:rPr lang="en-US" altLang="zh-CN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AST</a:t>
            </a:r>
            <a:r>
              <a:rPr lang="zh-CN" altLang="en-US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；亦或</a:t>
            </a:r>
            <a:endParaRPr lang="en-US" altLang="zh-CN" dirty="0">
              <a:solidFill>
                <a:prstClr val="black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42900" indent="-342900">
              <a:buFontTx/>
              <a:buAutoNum type="arabicParenR"/>
            </a:pPr>
            <a:r>
              <a:rPr lang="zh-CN" altLang="en-US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带类型信息的</a:t>
            </a:r>
            <a:r>
              <a:rPr lang="en-US" altLang="zh-CN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AST</a:t>
            </a:r>
            <a:endParaRPr lang="zh-CN" altLang="en-US" dirty="0">
              <a:solidFill>
                <a:prstClr val="black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8DF08F00-A138-4988-B673-7FDF8B27F588}"/>
              </a:ext>
            </a:extLst>
          </p:cNvPr>
          <p:cNvSpPr txBox="1"/>
          <p:nvPr/>
        </p:nvSpPr>
        <p:spPr>
          <a:xfrm>
            <a:off x="8303696" y="1579112"/>
            <a:ext cx="23241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宏定义：</a:t>
            </a:r>
          </a:p>
        </p:txBody>
      </p:sp>
    </p:spTree>
    <p:extLst>
      <p:ext uri="{BB962C8B-B14F-4D97-AF65-F5344CB8AC3E}">
        <p14:creationId xmlns:p14="http://schemas.microsoft.com/office/powerpoint/2010/main" val="1296382304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副标题 1">
            <a:extLst>
              <a:ext uri="{FF2B5EF4-FFF2-40B4-BE49-F238E27FC236}">
                <a16:creationId xmlns:a16="http://schemas.microsoft.com/office/drawing/2014/main" id="{8BFA1DF2-8D3C-4C2C-8FAB-C0841FD8C8BD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kumimoji="1" lang="zh-CN" altLang="en-US" sz="3200" dirty="0">
                <a:solidFill>
                  <a:srgbClr val="1D1D1A"/>
                </a:solidFill>
                <a:latin typeface="微软雅黑" pitchFamily="34" charset="-122"/>
                <a:ea typeface="微软雅黑" pitchFamily="34" charset="-122"/>
                <a:cs typeface="Arial" pitchFamily="34" charset="0"/>
                <a:sym typeface="Arial"/>
              </a:rPr>
              <a:t>过程宏和模板宏（部分能力构建中）</a:t>
            </a:r>
          </a:p>
          <a:p>
            <a:endParaRPr lang="zh-CN" altLang="en-US" dirty="0"/>
          </a:p>
        </p:txBody>
      </p:sp>
      <p:pic>
        <p:nvPicPr>
          <p:cNvPr id="17" name="Picture 4">
            <a:extLst>
              <a:ext uri="{FF2B5EF4-FFF2-40B4-BE49-F238E27FC236}">
                <a16:creationId xmlns:a16="http://schemas.microsoft.com/office/drawing/2014/main" id="{A2AE686F-AF11-490C-9DB1-1191A5632A5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5849" y="2140570"/>
            <a:ext cx="5468211" cy="2267307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18" name="Picture 5">
            <a:extLst>
              <a:ext uri="{FF2B5EF4-FFF2-40B4-BE49-F238E27FC236}">
                <a16:creationId xmlns:a16="http://schemas.microsoft.com/office/drawing/2014/main" id="{6EA0FC80-C69D-45FA-9E1B-5257A5C1B4A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67586" y="1997589"/>
            <a:ext cx="4922782" cy="1403276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19" name="文本框 18">
            <a:extLst>
              <a:ext uri="{FF2B5EF4-FFF2-40B4-BE49-F238E27FC236}">
                <a16:creationId xmlns:a16="http://schemas.microsoft.com/office/drawing/2014/main" id="{EAA68BB5-B1BE-44ED-96F4-67347562634E}"/>
              </a:ext>
            </a:extLst>
          </p:cNvPr>
          <p:cNvSpPr txBox="1"/>
          <p:nvPr/>
        </p:nvSpPr>
        <p:spPr>
          <a:xfrm>
            <a:off x="757237" y="1332616"/>
            <a:ext cx="690562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 b="1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模板宏：</a:t>
            </a:r>
            <a:r>
              <a:rPr lang="zh-CN" altLang="en-US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对指定模式的输入代码做变换</a:t>
            </a:r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1F69FA21-E378-489D-BF24-C3971EC8F1B2}"/>
              </a:ext>
            </a:extLst>
          </p:cNvPr>
          <p:cNvSpPr/>
          <p:nvPr/>
        </p:nvSpPr>
        <p:spPr>
          <a:xfrm>
            <a:off x="2622306" y="2808185"/>
            <a:ext cx="2582740" cy="914098"/>
          </a:xfrm>
          <a:prstGeom prst="rect">
            <a:avLst/>
          </a:prstGeom>
          <a:noFill/>
          <a:ln w="25400" cap="flat" cmpd="sng" algn="ctr">
            <a:solidFill>
              <a:srgbClr val="4472C4"/>
            </a:solidFill>
            <a:prstDash val="lgDash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/>
              <a:ea typeface="黑体" panose="02010609060101010101" pitchFamily="49" charset="-122"/>
              <a:cs typeface="+mn-cs"/>
            </a:endParaRP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E047C224-3977-40D1-A633-F36C22A84D59}"/>
              </a:ext>
            </a:extLst>
          </p:cNvPr>
          <p:cNvSpPr txBox="1"/>
          <p:nvPr/>
        </p:nvSpPr>
        <p:spPr>
          <a:xfrm>
            <a:off x="1105227" y="1795645"/>
            <a:ext cx="23241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宏定义：</a:t>
            </a: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4953D578-C8E6-4C46-9F04-FB7BAD5C9BBB}"/>
              </a:ext>
            </a:extLst>
          </p:cNvPr>
          <p:cNvSpPr txBox="1"/>
          <p:nvPr/>
        </p:nvSpPr>
        <p:spPr>
          <a:xfrm>
            <a:off x="7039302" y="1628257"/>
            <a:ext cx="23241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宏展开：</a:t>
            </a:r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B2950A7D-36C7-4EBD-8B05-6DCE221645F7}"/>
              </a:ext>
            </a:extLst>
          </p:cNvPr>
          <p:cNvSpPr txBox="1"/>
          <p:nvPr/>
        </p:nvSpPr>
        <p:spPr>
          <a:xfrm>
            <a:off x="1160026" y="4631055"/>
            <a:ext cx="468695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相比过程宏能力受限，但更容易定义和使用</a:t>
            </a:r>
          </a:p>
        </p:txBody>
      </p:sp>
      <p:pic>
        <p:nvPicPr>
          <p:cNvPr id="24" name="Picture 3">
            <a:extLst>
              <a:ext uri="{FF2B5EF4-FFF2-40B4-BE49-F238E27FC236}">
                <a16:creationId xmlns:a16="http://schemas.microsoft.com/office/drawing/2014/main" id="{601C29BB-E8DB-413B-9946-B6F09660425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52771" y="3665727"/>
            <a:ext cx="4337597" cy="3179857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3853643446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矩形 9">
            <a:extLst>
              <a:ext uri="{FF2B5EF4-FFF2-40B4-BE49-F238E27FC236}">
                <a16:creationId xmlns:a16="http://schemas.microsoft.com/office/drawing/2014/main" id="{D8C82D45-883F-43F6-B839-D0A58C30E5A5}"/>
              </a:ext>
            </a:extLst>
          </p:cNvPr>
          <p:cNvSpPr/>
          <p:nvPr/>
        </p:nvSpPr>
        <p:spPr>
          <a:xfrm>
            <a:off x="0" y="3675821"/>
            <a:ext cx="12192000" cy="523220"/>
          </a:xfrm>
          <a:prstGeom prst="rect">
            <a:avLst/>
          </a:prstGeom>
          <a:solidFill>
            <a:schemeClr val="accent1">
              <a:alpha val="69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/>
              <a:ea typeface="微软雅黑"/>
              <a:cs typeface="+mn-cs"/>
            </a:endParaRPr>
          </a:p>
        </p:txBody>
      </p:sp>
      <p:sp>
        <p:nvSpPr>
          <p:cNvPr id="2" name="标题 1">
            <a:extLst>
              <a:ext uri="{FF2B5EF4-FFF2-40B4-BE49-F238E27FC236}">
                <a16:creationId xmlns:a16="http://schemas.microsoft.com/office/drawing/2014/main" id="{AE211210-7AF7-B46E-0C5B-E15C8B0184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报告提纲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F4C1EE9B-7E0C-43F7-B1AC-59E5ACE59C00}"/>
              </a:ext>
            </a:extLst>
          </p:cNvPr>
          <p:cNvSpPr txBox="1"/>
          <p:nvPr/>
        </p:nvSpPr>
        <p:spPr>
          <a:xfrm>
            <a:off x="3005592" y="2266121"/>
            <a:ext cx="499950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marR="0" lvl="0" indent="-4572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Ø"/>
              <a:tabLst/>
              <a:defRPr/>
            </a:pP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微软雅黑"/>
                <a:cs typeface="+mn-cs"/>
              </a:rPr>
              <a:t>仓颉语言背景介绍</a:t>
            </a: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938FF7AA-45F7-4F01-9833-93F6E71EB324}"/>
              </a:ext>
            </a:extLst>
          </p:cNvPr>
          <p:cNvSpPr txBox="1"/>
          <p:nvPr/>
        </p:nvSpPr>
        <p:spPr>
          <a:xfrm>
            <a:off x="3021495" y="2969390"/>
            <a:ext cx="612250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marR="0" lvl="0" indent="-4572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Ø"/>
              <a:tabLst/>
              <a:defRPr/>
            </a:pP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微软雅黑"/>
                <a:cs typeface="+mn-cs"/>
              </a:rPr>
              <a:t>设计理念和技术特性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093FF9DB-C968-4B85-A6A2-10438123A72B}"/>
              </a:ext>
            </a:extLst>
          </p:cNvPr>
          <p:cNvSpPr txBox="1"/>
          <p:nvPr/>
        </p:nvSpPr>
        <p:spPr>
          <a:xfrm>
            <a:off x="3021495" y="3672659"/>
            <a:ext cx="612250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marR="0" lvl="0" indent="-4572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Ø"/>
              <a:tabLst/>
              <a:defRPr/>
            </a:pP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微软雅黑"/>
                <a:cs typeface="+mn-cs"/>
              </a:rPr>
              <a:t>大模型下的编程语言思考</a:t>
            </a: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2B34D4D9-FCA4-62C4-B24A-6FEDFAF4AD9E}"/>
              </a:ext>
            </a:extLst>
          </p:cNvPr>
          <p:cNvSpPr txBox="1"/>
          <p:nvPr/>
        </p:nvSpPr>
        <p:spPr>
          <a:xfrm>
            <a:off x="3021495" y="4375928"/>
            <a:ext cx="612250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marR="0" lvl="0" indent="-4572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Ø"/>
              <a:tabLst/>
              <a:defRPr/>
            </a:pP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微软雅黑"/>
                <a:cs typeface="+mn-cs"/>
              </a:rPr>
              <a:t>未来方向和规划</a:t>
            </a:r>
          </a:p>
        </p:txBody>
      </p:sp>
    </p:spTree>
    <p:extLst>
      <p:ext uri="{BB962C8B-B14F-4D97-AF65-F5344CB8AC3E}">
        <p14:creationId xmlns:p14="http://schemas.microsoft.com/office/powerpoint/2010/main" val="2236877317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F5FC102-751D-460A-9E8C-F54591B4D5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大模型下的应用开发</a:t>
            </a: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A455EF1E-0699-4C2E-8318-022F6C6006B0}"/>
              </a:ext>
            </a:extLst>
          </p:cNvPr>
          <p:cNvSpPr txBox="1"/>
          <p:nvPr/>
        </p:nvSpPr>
        <p:spPr>
          <a:xfrm>
            <a:off x="1499352" y="1718758"/>
            <a:ext cx="3712297" cy="55378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defTabSz="914112">
              <a:defRPr/>
            </a:pPr>
            <a:r>
              <a:rPr kumimoji="1" lang="zh-CN" altLang="en-US" sz="1799" b="1" dirty="0">
                <a:solidFill>
                  <a:srgbClr val="000000"/>
                </a:solidFill>
                <a:latin typeface="Microsoft YaHei" panose="020B0503020204020204" pitchFamily="34" charset="-122"/>
              </a:rPr>
              <a:t>大模型作为运行时服务</a:t>
            </a:r>
            <a:br>
              <a:rPr kumimoji="1" lang="en-US" altLang="zh-CN" sz="1799" b="1" dirty="0">
                <a:solidFill>
                  <a:srgbClr val="000000"/>
                </a:solidFill>
                <a:latin typeface="Microsoft YaHei" panose="020B0503020204020204" pitchFamily="34" charset="-122"/>
              </a:rPr>
            </a:br>
            <a:endParaRPr kumimoji="1" lang="zh-CN" altLang="en-US" sz="1799" b="1" dirty="0">
              <a:solidFill>
                <a:srgbClr val="000000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1D10708A-EBEC-484F-A851-CBFCB6685E98}"/>
              </a:ext>
            </a:extLst>
          </p:cNvPr>
          <p:cNvSpPr txBox="1"/>
          <p:nvPr/>
        </p:nvSpPr>
        <p:spPr>
          <a:xfrm>
            <a:off x="6980353" y="1718758"/>
            <a:ext cx="3712297" cy="55378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defTabSz="914112">
              <a:defRPr/>
            </a:pPr>
            <a:r>
              <a:rPr kumimoji="1" lang="zh-CN" altLang="en-US" sz="1799" b="1" dirty="0">
                <a:solidFill>
                  <a:srgbClr val="000000"/>
                </a:solidFill>
                <a:latin typeface="Microsoft YaHei" panose="020B0503020204020204" pitchFamily="34" charset="-122"/>
              </a:rPr>
              <a:t>大模型辅助生成代码</a:t>
            </a:r>
            <a:br>
              <a:rPr kumimoji="1" lang="en-US" altLang="zh-CN" sz="1799" b="1" dirty="0">
                <a:solidFill>
                  <a:srgbClr val="000000"/>
                </a:solidFill>
                <a:latin typeface="Microsoft YaHei" panose="020B0503020204020204" pitchFamily="34" charset="-122"/>
              </a:rPr>
            </a:br>
            <a:endParaRPr kumimoji="1" lang="zh-CN" altLang="en-US" sz="1799" b="1" dirty="0">
              <a:solidFill>
                <a:srgbClr val="000000"/>
              </a:solidFill>
              <a:latin typeface="Microsoft YaHei" panose="020B0503020204020204" pitchFamily="34" charset="-122"/>
            </a:endParaRPr>
          </a:p>
        </p:txBody>
      </p:sp>
      <p:grpSp>
        <p:nvGrpSpPr>
          <p:cNvPr id="5" name="组合 4">
            <a:extLst>
              <a:ext uri="{FF2B5EF4-FFF2-40B4-BE49-F238E27FC236}">
                <a16:creationId xmlns:a16="http://schemas.microsoft.com/office/drawing/2014/main" id="{2A3DD084-AF92-4711-92F1-A06EBAEA6E3B}"/>
              </a:ext>
            </a:extLst>
          </p:cNvPr>
          <p:cNvGrpSpPr/>
          <p:nvPr/>
        </p:nvGrpSpPr>
        <p:grpSpPr>
          <a:xfrm>
            <a:off x="184344" y="4131094"/>
            <a:ext cx="5593519" cy="1110503"/>
            <a:chOff x="5552364" y="3055344"/>
            <a:chExt cx="5491695" cy="1368479"/>
          </a:xfrm>
        </p:grpSpPr>
        <p:sp>
          <p:nvSpPr>
            <p:cNvPr id="6" name="矩形 5">
              <a:extLst>
                <a:ext uri="{FF2B5EF4-FFF2-40B4-BE49-F238E27FC236}">
                  <a16:creationId xmlns:a16="http://schemas.microsoft.com/office/drawing/2014/main" id="{F1670345-9592-4082-AD44-283A4EF154F5}"/>
                </a:ext>
              </a:extLst>
            </p:cNvPr>
            <p:cNvSpPr/>
            <p:nvPr/>
          </p:nvSpPr>
          <p:spPr>
            <a:xfrm>
              <a:off x="5552364" y="3055344"/>
              <a:ext cx="5386538" cy="1368479"/>
            </a:xfrm>
            <a:prstGeom prst="rect">
              <a:avLst/>
            </a:prstGeom>
            <a:solidFill>
              <a:srgbClr val="F0F7EB"/>
            </a:solidFill>
            <a:ln w="1270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rot="0" spcFirstLastPara="0" vertOverflow="overflow" horzOverflow="overflow" vert="horz" wrap="square" lIns="91404" tIns="45702" rIns="91404" bIns="45702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defTabSz="914034">
                <a:defRPr/>
              </a:pPr>
              <a:r>
                <a:rPr lang="en-US" altLang="zh-CN" sz="1200" kern="0" dirty="0" err="1">
                  <a:solidFill>
                    <a:srgbClr val="000000"/>
                  </a:solidFill>
                  <a:latin typeface="Consolas" panose="020B0609020204030204" pitchFamily="49" charset="0"/>
                  <a:ea typeface="等线" panose="02010600030101010101" pitchFamily="2" charset="-122"/>
                </a:rPr>
                <a:t>func</a:t>
              </a:r>
              <a:r>
                <a:rPr lang="en-US" altLang="zh-CN" sz="1200" kern="0" dirty="0">
                  <a:solidFill>
                    <a:srgbClr val="000000"/>
                  </a:solidFill>
                  <a:latin typeface="Consolas" panose="020B0609020204030204" pitchFamily="49" charset="0"/>
                  <a:ea typeface="等线" panose="02010600030101010101" pitchFamily="2" charset="-122"/>
                </a:rPr>
                <a:t> convert(md: String): String {</a:t>
              </a:r>
              <a:endParaRPr lang="en-US" sz="1200" kern="0" dirty="0">
                <a:solidFill>
                  <a:srgbClr val="000000"/>
                </a:solidFill>
                <a:latin typeface="Consolas" panose="020B0609020204030204" pitchFamily="49" charset="0"/>
              </a:endParaRPr>
            </a:p>
            <a:p>
              <a:pPr defTabSz="914034">
                <a:defRPr/>
              </a:pPr>
              <a:endParaRPr lang="en-US" sz="1200" kern="0" dirty="0">
                <a:solidFill>
                  <a:srgbClr val="000000"/>
                </a:solidFill>
                <a:latin typeface="Consolas" panose="020B0609020204030204" pitchFamily="49" charset="0"/>
              </a:endParaRPr>
            </a:p>
            <a:p>
              <a:pPr defTabSz="914034">
                <a:defRPr/>
              </a:pPr>
              <a:endParaRPr lang="en-US" sz="1200" kern="0" dirty="0">
                <a:solidFill>
                  <a:srgbClr val="000000"/>
                </a:solidFill>
                <a:latin typeface="Consolas" panose="020B0609020204030204" pitchFamily="49" charset="0"/>
              </a:endParaRPr>
            </a:p>
            <a:p>
              <a:pPr defTabSz="914034">
                <a:defRPr/>
              </a:pPr>
              <a:endParaRPr lang="en-US" sz="1200" kern="0" dirty="0">
                <a:solidFill>
                  <a:srgbClr val="000000"/>
                </a:solidFill>
                <a:latin typeface="Consolas" panose="020B0609020204030204" pitchFamily="49" charset="0"/>
              </a:endParaRPr>
            </a:p>
            <a:p>
              <a:pPr defTabSz="914034">
                <a:defRPr/>
              </a:pPr>
              <a:endParaRPr lang="en-US" sz="1200" kern="0" dirty="0">
                <a:solidFill>
                  <a:srgbClr val="000000"/>
                </a:solidFill>
                <a:latin typeface="Consolas" panose="020B0609020204030204" pitchFamily="49" charset="0"/>
              </a:endParaRPr>
            </a:p>
            <a:p>
              <a:pPr defTabSz="914034">
                <a:defRPr/>
              </a:pPr>
              <a:r>
                <a:rPr lang="en-US" sz="1200" kern="0" dirty="0">
                  <a:solidFill>
                    <a:srgbClr val="000000"/>
                  </a:solidFill>
                  <a:latin typeface="Consolas" panose="020B0609020204030204" pitchFamily="49" charset="0"/>
                </a:rPr>
                <a:t>}</a:t>
              </a:r>
            </a:p>
          </p:txBody>
        </p:sp>
        <p:grpSp>
          <p:nvGrpSpPr>
            <p:cNvPr id="7" name="组合 6">
              <a:extLst>
                <a:ext uri="{FF2B5EF4-FFF2-40B4-BE49-F238E27FC236}">
                  <a16:creationId xmlns:a16="http://schemas.microsoft.com/office/drawing/2014/main" id="{573D83F6-7636-4F6F-A150-FE9C5EAB7FD4}"/>
                </a:ext>
              </a:extLst>
            </p:cNvPr>
            <p:cNvGrpSpPr/>
            <p:nvPr/>
          </p:nvGrpSpPr>
          <p:grpSpPr>
            <a:xfrm>
              <a:off x="5684729" y="3339339"/>
              <a:ext cx="5359330" cy="816694"/>
              <a:chOff x="2769278" y="4852527"/>
              <a:chExt cx="5359330" cy="816694"/>
            </a:xfrm>
          </p:grpSpPr>
          <p:sp>
            <p:nvSpPr>
              <p:cNvPr id="8" name="椭圆 7">
                <a:extLst>
                  <a:ext uri="{FF2B5EF4-FFF2-40B4-BE49-F238E27FC236}">
                    <a16:creationId xmlns:a16="http://schemas.microsoft.com/office/drawing/2014/main" id="{732B0CAF-A310-4246-A87E-42D6D49EAB25}"/>
                  </a:ext>
                </a:extLst>
              </p:cNvPr>
              <p:cNvSpPr/>
              <p:nvPr/>
            </p:nvSpPr>
            <p:spPr>
              <a:xfrm>
                <a:off x="5716846" y="4852527"/>
                <a:ext cx="1278581" cy="816694"/>
              </a:xfrm>
              <a:prstGeom prst="ellipse">
                <a:avLst/>
              </a:prstGeom>
              <a:solidFill>
                <a:sysClr val="window" lastClr="FFFFFF"/>
              </a:solidFill>
              <a:ln w="12700" cap="flat" cmpd="sng" algn="ctr">
                <a:solidFill>
                  <a:sysClr val="windowText" lastClr="000000"/>
                </a:solidFill>
                <a:prstDash val="solid"/>
                <a:miter lim="800000"/>
              </a:ln>
              <a:effectLst/>
            </p:spPr>
            <p:txBody>
              <a:bodyPr rot="0" spcFirstLastPara="0" vertOverflow="overflow" horzOverflow="overflow" vert="horz" wrap="square" lIns="91404" tIns="45702" rIns="91404" bIns="45702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 defTabSz="914034">
                  <a:defRPr/>
                </a:pPr>
                <a:r>
                  <a:rPr lang="en-US" sz="1599" kern="0" dirty="0">
                    <a:solidFill>
                      <a:prstClr val="black"/>
                    </a:solidFill>
                    <a:latin typeface="Calibri" panose="020F0502020204030204"/>
                  </a:rPr>
                  <a:t>LLM</a:t>
                </a:r>
              </a:p>
            </p:txBody>
          </p:sp>
          <p:sp>
            <p:nvSpPr>
              <p:cNvPr id="9" name="箭头: 右 8">
                <a:extLst>
                  <a:ext uri="{FF2B5EF4-FFF2-40B4-BE49-F238E27FC236}">
                    <a16:creationId xmlns:a16="http://schemas.microsoft.com/office/drawing/2014/main" id="{CA018859-F27F-4EEF-AA75-9E12037BB2D1}"/>
                  </a:ext>
                </a:extLst>
              </p:cNvPr>
              <p:cNvSpPr/>
              <p:nvPr/>
            </p:nvSpPr>
            <p:spPr>
              <a:xfrm>
                <a:off x="5247202" y="5130104"/>
                <a:ext cx="346947" cy="261543"/>
              </a:xfrm>
              <a:prstGeom prst="rightArrow">
                <a:avLst/>
              </a:prstGeom>
              <a:solidFill>
                <a:sysClr val="window" lastClr="FFFFFF"/>
              </a:solidFill>
              <a:ln w="12700" cap="flat" cmpd="sng" algn="ctr">
                <a:solidFill>
                  <a:sysClr val="windowText" lastClr="000000"/>
                </a:solidFill>
                <a:prstDash val="solid"/>
                <a:miter lim="800000"/>
              </a:ln>
              <a:effectLst/>
            </p:spPr>
            <p:txBody>
              <a:bodyPr rot="0" spcFirstLastPara="0" vertOverflow="overflow" horzOverflow="overflow" vert="horz" wrap="square" lIns="91404" tIns="45702" rIns="91404" bIns="45702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 defTabSz="914034">
                  <a:defRPr/>
                </a:pPr>
                <a:endParaRPr lang="en-US" sz="1599" kern="0">
                  <a:solidFill>
                    <a:prstClr val="black"/>
                  </a:solidFill>
                  <a:latin typeface="Calibri" panose="020F0502020204030204"/>
                </a:endParaRPr>
              </a:p>
            </p:txBody>
          </p:sp>
          <p:sp>
            <p:nvSpPr>
              <p:cNvPr id="10" name="文本框 9">
                <a:extLst>
                  <a:ext uri="{FF2B5EF4-FFF2-40B4-BE49-F238E27FC236}">
                    <a16:creationId xmlns:a16="http://schemas.microsoft.com/office/drawing/2014/main" id="{DEFFFEEE-1A53-41C9-BB1F-7BD60D62AA78}"/>
                  </a:ext>
                </a:extLst>
              </p:cNvPr>
              <p:cNvSpPr txBox="1"/>
              <p:nvPr/>
            </p:nvSpPr>
            <p:spPr>
              <a:xfrm>
                <a:off x="2769278" y="4944460"/>
                <a:ext cx="2427147" cy="6441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defTabSz="914034">
                  <a:defRPr/>
                </a:pPr>
                <a:r>
                  <a:rPr lang="en-US" altLang="zh-CN" sz="1399" kern="0" dirty="0">
                    <a:solidFill>
                      <a:prstClr val="black"/>
                    </a:solidFill>
                    <a:latin typeface="Calibri" panose="020F0502020204030204"/>
                    <a:ea typeface="等线" panose="02010600030101010101" pitchFamily="2" charset="-122"/>
                  </a:rPr>
                  <a:t>“</a:t>
                </a:r>
                <a:r>
                  <a:rPr lang="zh-CN" altLang="en-US" sz="1399" kern="0" dirty="0">
                    <a:solidFill>
                      <a:prstClr val="black"/>
                    </a:solidFill>
                    <a:latin typeface="Calibri" panose="020F0502020204030204"/>
                    <a:ea typeface="等线" panose="02010600030101010101" pitchFamily="2" charset="-122"/>
                  </a:rPr>
                  <a:t>请把 </a:t>
                </a:r>
                <a:r>
                  <a:rPr lang="en-US" altLang="zh-CN" sz="1399" kern="0" dirty="0">
                    <a:solidFill>
                      <a:prstClr val="black"/>
                    </a:solidFill>
                    <a:latin typeface="Calibri" panose="020F0502020204030204"/>
                    <a:ea typeface="等线" panose="02010600030101010101" pitchFamily="2" charset="-122"/>
                  </a:rPr>
                  <a:t>markdown </a:t>
                </a:r>
                <a:r>
                  <a:rPr lang="zh-CN" altLang="en-US" sz="1399" kern="0" dirty="0">
                    <a:solidFill>
                      <a:prstClr val="black"/>
                    </a:solidFill>
                    <a:latin typeface="Calibri" panose="020F0502020204030204"/>
                    <a:ea typeface="等线" panose="02010600030101010101" pitchFamily="2" charset="-122"/>
                  </a:rPr>
                  <a:t>格式的</a:t>
                </a:r>
                <a:r>
                  <a:rPr lang="en-US" altLang="zh-CN" sz="1399" kern="0" dirty="0">
                    <a:solidFill>
                      <a:prstClr val="black"/>
                    </a:solidFill>
                    <a:latin typeface="Calibri" panose="020F0502020204030204"/>
                    <a:ea typeface="等线" panose="02010600030101010101" pitchFamily="2" charset="-122"/>
                  </a:rPr>
                  <a:t>${md} </a:t>
                </a:r>
                <a:r>
                  <a:rPr lang="zh-CN" altLang="en-US" sz="1399" kern="0" dirty="0">
                    <a:solidFill>
                      <a:prstClr val="black"/>
                    </a:solidFill>
                    <a:latin typeface="Calibri" panose="020F0502020204030204"/>
                    <a:ea typeface="等线" panose="02010600030101010101" pitchFamily="2" charset="-122"/>
                  </a:rPr>
                  <a:t>转换为 </a:t>
                </a:r>
                <a:r>
                  <a:rPr lang="en-US" altLang="zh-CN" sz="1399" kern="0" dirty="0">
                    <a:solidFill>
                      <a:prstClr val="black"/>
                    </a:solidFill>
                    <a:latin typeface="Calibri" panose="020F0502020204030204"/>
                    <a:ea typeface="等线" panose="02010600030101010101" pitchFamily="2" charset="-122"/>
                  </a:rPr>
                  <a:t>html </a:t>
                </a:r>
                <a:r>
                  <a:rPr lang="zh-CN" altLang="en-US" sz="1399" kern="0" dirty="0">
                    <a:solidFill>
                      <a:prstClr val="black"/>
                    </a:solidFill>
                    <a:latin typeface="Calibri" panose="020F0502020204030204"/>
                    <a:ea typeface="等线" panose="02010600030101010101" pitchFamily="2" charset="-122"/>
                  </a:rPr>
                  <a:t>格式</a:t>
                </a:r>
                <a:r>
                  <a:rPr lang="en-US" altLang="zh-CN" sz="1399" kern="0" dirty="0">
                    <a:solidFill>
                      <a:prstClr val="black"/>
                    </a:solidFill>
                    <a:latin typeface="Calibri" panose="020F0502020204030204"/>
                    <a:ea typeface="等线" panose="02010600030101010101" pitchFamily="2" charset="-122"/>
                  </a:rPr>
                  <a:t>”</a:t>
                </a:r>
                <a:endParaRPr lang="en-US" sz="1399" kern="0" dirty="0">
                  <a:solidFill>
                    <a:prstClr val="black"/>
                  </a:solidFill>
                  <a:latin typeface="Calibri" panose="020F0502020204030204"/>
                </a:endParaRPr>
              </a:p>
            </p:txBody>
          </p:sp>
          <p:sp>
            <p:nvSpPr>
              <p:cNvPr id="11" name="文本框 10">
                <a:extLst>
                  <a:ext uri="{FF2B5EF4-FFF2-40B4-BE49-F238E27FC236}">
                    <a16:creationId xmlns:a16="http://schemas.microsoft.com/office/drawing/2014/main" id="{7665FF9D-1577-4D51-A371-A63BC5420A3C}"/>
                  </a:ext>
                </a:extLst>
              </p:cNvPr>
              <p:cNvSpPr txBox="1"/>
              <p:nvPr/>
            </p:nvSpPr>
            <p:spPr>
              <a:xfrm>
                <a:off x="7443929" y="5091597"/>
                <a:ext cx="684679" cy="37896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defTabSz="914034">
                  <a:defRPr/>
                </a:pPr>
                <a:r>
                  <a:rPr lang="zh-CN" altLang="en-US" sz="1399" kern="0" dirty="0">
                    <a:solidFill>
                      <a:prstClr val="black"/>
                    </a:solidFill>
                    <a:latin typeface="Calibri" panose="020F0502020204030204"/>
                    <a:ea typeface="等线" panose="02010600030101010101" pitchFamily="2" charset="-122"/>
                  </a:rPr>
                  <a:t>结果</a:t>
                </a:r>
                <a:endParaRPr lang="en-US" sz="1399" kern="0" dirty="0">
                  <a:solidFill>
                    <a:prstClr val="black"/>
                  </a:solidFill>
                  <a:latin typeface="Calibri" panose="020F0502020204030204"/>
                </a:endParaRPr>
              </a:p>
            </p:txBody>
          </p:sp>
          <p:sp>
            <p:nvSpPr>
              <p:cNvPr id="12" name="箭头: 右 11">
                <a:extLst>
                  <a:ext uri="{FF2B5EF4-FFF2-40B4-BE49-F238E27FC236}">
                    <a16:creationId xmlns:a16="http://schemas.microsoft.com/office/drawing/2014/main" id="{4A93A143-51CF-4061-8D99-38166981342E}"/>
                  </a:ext>
                </a:extLst>
              </p:cNvPr>
              <p:cNvSpPr/>
              <p:nvPr/>
            </p:nvSpPr>
            <p:spPr>
              <a:xfrm>
                <a:off x="7096982" y="5130103"/>
                <a:ext cx="346947" cy="261543"/>
              </a:xfrm>
              <a:prstGeom prst="rightArrow">
                <a:avLst/>
              </a:prstGeom>
              <a:solidFill>
                <a:sysClr val="window" lastClr="FFFFFF"/>
              </a:solidFill>
              <a:ln w="12700" cap="flat" cmpd="sng" algn="ctr">
                <a:solidFill>
                  <a:sysClr val="windowText" lastClr="000000"/>
                </a:solidFill>
                <a:prstDash val="solid"/>
                <a:miter lim="800000"/>
              </a:ln>
              <a:effectLst/>
            </p:spPr>
            <p:txBody>
              <a:bodyPr rot="0" spcFirstLastPara="0" vertOverflow="overflow" horzOverflow="overflow" vert="horz" wrap="square" lIns="91404" tIns="45702" rIns="91404" bIns="45702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 defTabSz="914034">
                  <a:defRPr/>
                </a:pPr>
                <a:endParaRPr lang="en-US" sz="1599" kern="0">
                  <a:solidFill>
                    <a:prstClr val="black"/>
                  </a:solidFill>
                  <a:latin typeface="Calibri" panose="020F0502020204030204"/>
                </a:endParaRPr>
              </a:p>
            </p:txBody>
          </p:sp>
        </p:grpSp>
      </p:grpSp>
      <p:sp>
        <p:nvSpPr>
          <p:cNvPr id="13" name="矩形 12">
            <a:extLst>
              <a:ext uri="{FF2B5EF4-FFF2-40B4-BE49-F238E27FC236}">
                <a16:creationId xmlns:a16="http://schemas.microsoft.com/office/drawing/2014/main" id="{A2714FCA-4419-425B-BA9B-B3DF7DC9B603}"/>
              </a:ext>
            </a:extLst>
          </p:cNvPr>
          <p:cNvSpPr/>
          <p:nvPr/>
        </p:nvSpPr>
        <p:spPr>
          <a:xfrm>
            <a:off x="184345" y="2505769"/>
            <a:ext cx="5454594" cy="1092531"/>
          </a:xfrm>
          <a:prstGeom prst="rect">
            <a:avLst/>
          </a:prstGeom>
          <a:solidFill>
            <a:srgbClr val="F0F7EB"/>
          </a:solidFill>
          <a:ln w="12700" cap="flat" cmpd="sng" algn="ctr">
            <a:solidFill>
              <a:sysClr val="windowText" lastClr="000000"/>
            </a:solidFill>
            <a:prstDash val="solid"/>
            <a:miter lim="800000"/>
          </a:ln>
          <a:effectLst/>
        </p:spPr>
        <p:txBody>
          <a:bodyPr rot="0" spcFirstLastPara="0" vertOverflow="overflow" horzOverflow="overflow" vert="horz" wrap="square" lIns="91404" tIns="45702" rIns="91404" bIns="45702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defTabSz="914034">
              <a:defRPr/>
            </a:pPr>
            <a:r>
              <a:rPr lang="en-US" altLang="zh-CN" sz="1200" kern="0" dirty="0" err="1">
                <a:solidFill>
                  <a:srgbClr val="000000"/>
                </a:solidFill>
                <a:latin typeface="Consolas" panose="020B0609020204030204" pitchFamily="49" charset="0"/>
                <a:ea typeface="等线" panose="02010600030101010101" pitchFamily="2" charset="-122"/>
              </a:rPr>
              <a:t>func</a:t>
            </a:r>
            <a:r>
              <a:rPr lang="en-US" altLang="zh-CN" sz="1200" kern="0" dirty="0">
                <a:solidFill>
                  <a:srgbClr val="000000"/>
                </a:solidFill>
                <a:latin typeface="Consolas" panose="020B0609020204030204" pitchFamily="49" charset="0"/>
                <a:ea typeface="等线" panose="02010600030101010101" pitchFamily="2" charset="-122"/>
              </a:rPr>
              <a:t> convert(md: String): String {</a:t>
            </a:r>
          </a:p>
          <a:p>
            <a:pPr defTabSz="914034">
              <a:defRPr/>
            </a:pPr>
            <a:r>
              <a:rPr lang="en-US" altLang="zh-CN" sz="1200" kern="0" dirty="0">
                <a:solidFill>
                  <a:srgbClr val="000000"/>
                </a:solidFill>
                <a:latin typeface="Consolas" panose="020B0609020204030204" pitchFamily="49" charset="0"/>
                <a:ea typeface="等线" panose="02010600030101010101" pitchFamily="2" charset="-122"/>
              </a:rPr>
              <a:t>    let md = </a:t>
            </a:r>
            <a:r>
              <a:rPr lang="en-US" altLang="zh-CN" sz="1200" kern="0" dirty="0" err="1">
                <a:solidFill>
                  <a:srgbClr val="000000"/>
                </a:solidFill>
                <a:latin typeface="Consolas" panose="020B0609020204030204" pitchFamily="49" charset="0"/>
                <a:ea typeface="等线" panose="02010600030101010101" pitchFamily="2" charset="-122"/>
              </a:rPr>
              <a:t>loadFile</a:t>
            </a:r>
            <a:r>
              <a:rPr lang="en-US" altLang="zh-CN" sz="1200" kern="0" dirty="0">
                <a:solidFill>
                  <a:srgbClr val="000000"/>
                </a:solidFill>
                <a:latin typeface="Consolas" panose="020B0609020204030204" pitchFamily="49" charset="0"/>
                <a:ea typeface="等线" panose="02010600030101010101" pitchFamily="2" charset="-122"/>
              </a:rPr>
              <a:t>(“a.md”)</a:t>
            </a:r>
          </a:p>
          <a:p>
            <a:pPr defTabSz="914034">
              <a:defRPr/>
            </a:pPr>
            <a:r>
              <a:rPr lang="en-US" altLang="zh-CN" sz="1200" kern="0" dirty="0">
                <a:solidFill>
                  <a:srgbClr val="000000"/>
                </a:solidFill>
                <a:latin typeface="Consolas" panose="020B0609020204030204" pitchFamily="49" charset="0"/>
                <a:ea typeface="等线" panose="02010600030101010101" pitchFamily="2" charset="-122"/>
              </a:rPr>
              <a:t>    let html = </a:t>
            </a:r>
            <a:r>
              <a:rPr lang="en-US" altLang="zh-CN" sz="1200" kern="0" dirty="0">
                <a:solidFill>
                  <a:srgbClr val="0070C0"/>
                </a:solidFill>
                <a:latin typeface="Consolas" panose="020B0609020204030204" pitchFamily="49" charset="0"/>
                <a:ea typeface="等线" panose="02010600030101010101" pitchFamily="2" charset="-122"/>
              </a:rPr>
              <a:t>convert</a:t>
            </a:r>
            <a:r>
              <a:rPr lang="en-US" altLang="zh-CN" sz="1200" kern="0" dirty="0">
                <a:solidFill>
                  <a:srgbClr val="000000"/>
                </a:solidFill>
                <a:latin typeface="Consolas" panose="020B0609020204030204" pitchFamily="49" charset="0"/>
                <a:ea typeface="等线" panose="02010600030101010101" pitchFamily="2" charset="-122"/>
              </a:rPr>
              <a:t>(md)</a:t>
            </a:r>
          </a:p>
          <a:p>
            <a:pPr defTabSz="914034">
              <a:defRPr/>
            </a:pPr>
            <a:r>
              <a:rPr lang="en-US" altLang="zh-CN" sz="1200" kern="0" dirty="0">
                <a:solidFill>
                  <a:srgbClr val="000000"/>
                </a:solidFill>
                <a:latin typeface="Consolas" panose="020B0609020204030204" pitchFamily="49" charset="0"/>
                <a:ea typeface="等线" panose="02010600030101010101" pitchFamily="2" charset="-122"/>
              </a:rPr>
              <a:t>    </a:t>
            </a:r>
            <a:r>
              <a:rPr lang="en-US" altLang="zh-CN" sz="1200" kern="0" dirty="0" err="1">
                <a:solidFill>
                  <a:srgbClr val="000000"/>
                </a:solidFill>
                <a:latin typeface="Consolas" panose="020B0609020204030204" pitchFamily="49" charset="0"/>
                <a:ea typeface="等线" panose="02010600030101010101" pitchFamily="2" charset="-122"/>
              </a:rPr>
              <a:t>saveFile</a:t>
            </a:r>
            <a:r>
              <a:rPr lang="en-US" altLang="zh-CN" sz="1200" kern="0" dirty="0">
                <a:solidFill>
                  <a:srgbClr val="000000"/>
                </a:solidFill>
                <a:latin typeface="Consolas" panose="020B0609020204030204" pitchFamily="49" charset="0"/>
                <a:ea typeface="等线" panose="02010600030101010101" pitchFamily="2" charset="-122"/>
              </a:rPr>
              <a:t>(“a.html”, html)</a:t>
            </a:r>
          </a:p>
          <a:p>
            <a:pPr defTabSz="914034">
              <a:defRPr/>
            </a:pPr>
            <a:r>
              <a:rPr lang="en-US" sz="1200" kern="0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BCDDCB8B-63D0-45C0-8120-1CCF5F5A9C6D}"/>
              </a:ext>
            </a:extLst>
          </p:cNvPr>
          <p:cNvSpPr txBox="1"/>
          <p:nvPr/>
        </p:nvSpPr>
        <p:spPr>
          <a:xfrm>
            <a:off x="184345" y="2195871"/>
            <a:ext cx="978255" cy="27689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defTabSz="914112">
              <a:defRPr/>
            </a:pPr>
            <a:r>
              <a:rPr kumimoji="1" lang="en-US" altLang="zh-CN" sz="1799" dirty="0">
                <a:solidFill>
                  <a:srgbClr val="000000"/>
                </a:solidFill>
                <a:latin typeface="Microsoft YaHei" panose="020B0503020204020204" pitchFamily="34" charset="-122"/>
              </a:rPr>
              <a:t>As is:</a:t>
            </a:r>
            <a:endParaRPr kumimoji="1" lang="zh-CN" altLang="en-US" sz="1799" dirty="0">
              <a:solidFill>
                <a:srgbClr val="000000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15" name="箭头: 下 14">
            <a:extLst>
              <a:ext uri="{FF2B5EF4-FFF2-40B4-BE49-F238E27FC236}">
                <a16:creationId xmlns:a16="http://schemas.microsoft.com/office/drawing/2014/main" id="{1FAB10DE-C829-414C-81D3-6A3B6D9BAD71}"/>
              </a:ext>
            </a:extLst>
          </p:cNvPr>
          <p:cNvSpPr/>
          <p:nvPr/>
        </p:nvSpPr>
        <p:spPr>
          <a:xfrm>
            <a:off x="2613843" y="3750237"/>
            <a:ext cx="521165" cy="243361"/>
          </a:xfrm>
          <a:prstGeom prst="downArrow">
            <a:avLst/>
          </a:prstGeom>
          <a:solidFill>
            <a:srgbClr val="0070C0"/>
          </a:solidFill>
          <a:ln w="12700" cap="flat" cmpd="sng" algn="ctr">
            <a:solidFill>
              <a:srgbClr val="0070C0"/>
            </a:solidFill>
            <a:prstDash val="solid"/>
            <a:miter lim="800000"/>
          </a:ln>
          <a:effectLst/>
        </p:spPr>
        <p:txBody>
          <a:bodyPr rot="0" spcFirstLastPara="0" vertOverflow="overflow" horzOverflow="overflow" vert="horz" wrap="square" lIns="91404" tIns="45702" rIns="91404" bIns="45702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112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799" b="0" i="0" u="none" strike="noStrike" kern="0" cap="none" spc="0" normalizeH="0" baseline="0" noProof="0">
              <a:ln>
                <a:noFill/>
              </a:ln>
              <a:solidFill>
                <a:srgbClr val="666666"/>
              </a:solidFill>
              <a:effectLst/>
              <a:uLnTx/>
              <a:uFillTx/>
              <a:latin typeface="Calibri" panose="020F0502020204030204"/>
              <a:ea typeface="等线" panose="02010600030101010101" pitchFamily="2" charset="-122"/>
              <a:cs typeface="+mn-cs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EE4174D6-337E-44D7-BC7E-A229B56579DE}"/>
              </a:ext>
            </a:extLst>
          </p:cNvPr>
          <p:cNvSpPr txBox="1"/>
          <p:nvPr/>
        </p:nvSpPr>
        <p:spPr>
          <a:xfrm>
            <a:off x="184344" y="3785455"/>
            <a:ext cx="978255" cy="27689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defTabSz="914112">
              <a:defRPr/>
            </a:pPr>
            <a:r>
              <a:rPr kumimoji="1" lang="en-US" altLang="zh-CN" sz="1799" dirty="0">
                <a:solidFill>
                  <a:srgbClr val="000000"/>
                </a:solidFill>
                <a:latin typeface="Microsoft YaHei" panose="020B0503020204020204" pitchFamily="34" charset="-122"/>
              </a:rPr>
              <a:t>To be:</a:t>
            </a:r>
            <a:endParaRPr kumimoji="1" lang="zh-CN" altLang="en-US" sz="1799" dirty="0">
              <a:solidFill>
                <a:srgbClr val="000000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0C43003C-4093-4C22-87CF-7F49E95132D7}"/>
              </a:ext>
            </a:extLst>
          </p:cNvPr>
          <p:cNvSpPr txBox="1"/>
          <p:nvPr/>
        </p:nvSpPr>
        <p:spPr>
          <a:xfrm>
            <a:off x="343925" y="5717413"/>
            <a:ext cx="5351593" cy="55378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defTabSz="914112">
              <a:defRPr/>
            </a:pPr>
            <a:r>
              <a:rPr kumimoji="1" lang="zh-CN" altLang="en-US" sz="1799" b="1" dirty="0">
                <a:solidFill>
                  <a:srgbClr val="000000"/>
                </a:solidFill>
                <a:latin typeface="Microsoft YaHei" panose="020B0503020204020204" pitchFamily="34" charset="-122"/>
              </a:rPr>
              <a:t>关键挑战：</a:t>
            </a:r>
            <a:r>
              <a:rPr kumimoji="1" lang="zh-CN" altLang="en-US" sz="1799" dirty="0">
                <a:solidFill>
                  <a:srgbClr val="000000"/>
                </a:solidFill>
                <a:latin typeface="Microsoft YaHei" panose="020B0503020204020204" pitchFamily="34" charset="-122"/>
              </a:rPr>
              <a:t>需求的精确描述（</a:t>
            </a:r>
            <a:r>
              <a:rPr kumimoji="1" lang="en-US" altLang="zh-CN" sz="1799" dirty="0">
                <a:solidFill>
                  <a:srgbClr val="000000"/>
                </a:solidFill>
                <a:latin typeface="Microsoft YaHei" panose="020B0503020204020204" pitchFamily="34" charset="-122"/>
              </a:rPr>
              <a:t>Prompt</a:t>
            </a:r>
            <a:r>
              <a:rPr kumimoji="1" lang="zh-CN" altLang="en-US" sz="1799" dirty="0">
                <a:solidFill>
                  <a:srgbClr val="000000"/>
                </a:solidFill>
                <a:latin typeface="Microsoft YaHei" panose="020B0503020204020204" pitchFamily="34" charset="-122"/>
              </a:rPr>
              <a:t>），与大模型的交互，服务的编排，结果的校验等</a:t>
            </a:r>
          </a:p>
        </p:txBody>
      </p:sp>
      <p:sp>
        <p:nvSpPr>
          <p:cNvPr id="18" name="流程图: 卡片 17">
            <a:extLst>
              <a:ext uri="{FF2B5EF4-FFF2-40B4-BE49-F238E27FC236}">
                <a16:creationId xmlns:a16="http://schemas.microsoft.com/office/drawing/2014/main" id="{5469A5D8-948D-4A9E-A690-6C3E2E75559E}"/>
              </a:ext>
            </a:extLst>
          </p:cNvPr>
          <p:cNvSpPr/>
          <p:nvPr/>
        </p:nvSpPr>
        <p:spPr>
          <a:xfrm>
            <a:off x="6553064" y="2462852"/>
            <a:ext cx="1331437" cy="683020"/>
          </a:xfrm>
          <a:prstGeom prst="flowChartPunchedCard">
            <a:avLst/>
          </a:prstGeom>
          <a:solidFill>
            <a:srgbClr val="0070C0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ot="0" spcFirstLastPara="0" vertOverflow="overflow" horzOverflow="overflow" vert="horz" wrap="square" lIns="91404" tIns="45702" rIns="91404" bIns="45702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112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799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/>
                <a:ea typeface="等线" panose="02010600030101010101" pitchFamily="2" charset="-122"/>
                <a:cs typeface="+mn-cs"/>
              </a:rPr>
              <a:t>需求</a:t>
            </a:r>
            <a:endParaRPr kumimoji="0" lang="en-US" altLang="zh-CN" sz="1799" b="1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等线" panose="02010600030101010101" pitchFamily="2" charset="-122"/>
              <a:cs typeface="+mn-cs"/>
            </a:endParaRPr>
          </a:p>
          <a:p>
            <a:pPr marL="0" marR="0" lvl="0" indent="0" algn="ctr" defTabSz="914112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799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/>
                <a:ea typeface="等线" panose="02010600030101010101" pitchFamily="2" charset="-122"/>
                <a:cs typeface="+mn-cs"/>
              </a:rPr>
              <a:t>（</a:t>
            </a:r>
            <a:r>
              <a:rPr kumimoji="0" lang="en-US" altLang="zh-CN" sz="1799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/>
                <a:ea typeface="等线" panose="02010600030101010101" pitchFamily="2" charset="-122"/>
                <a:cs typeface="+mn-cs"/>
              </a:rPr>
              <a:t>Prompt</a:t>
            </a:r>
            <a:r>
              <a:rPr kumimoji="0" lang="zh-CN" altLang="en-US" sz="1799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/>
                <a:ea typeface="等线" panose="02010600030101010101" pitchFamily="2" charset="-122"/>
                <a:cs typeface="+mn-cs"/>
              </a:rPr>
              <a:t>）</a:t>
            </a:r>
          </a:p>
        </p:txBody>
      </p:sp>
      <p:sp>
        <p:nvSpPr>
          <p:cNvPr id="19" name="椭圆 18">
            <a:extLst>
              <a:ext uri="{FF2B5EF4-FFF2-40B4-BE49-F238E27FC236}">
                <a16:creationId xmlns:a16="http://schemas.microsoft.com/office/drawing/2014/main" id="{272DF0FC-463D-470D-9560-FD7C2C5DFD81}"/>
              </a:ext>
            </a:extLst>
          </p:cNvPr>
          <p:cNvSpPr/>
          <p:nvPr/>
        </p:nvSpPr>
        <p:spPr>
          <a:xfrm>
            <a:off x="9175919" y="2462851"/>
            <a:ext cx="1302287" cy="662737"/>
          </a:xfrm>
          <a:prstGeom prst="ellipse">
            <a:avLst/>
          </a:prstGeom>
          <a:solidFill>
            <a:sysClr val="window" lastClr="FFFFFF"/>
          </a:solidFill>
          <a:ln w="12700" cap="flat" cmpd="sng" algn="ctr">
            <a:solidFill>
              <a:sysClr val="windowText" lastClr="000000"/>
            </a:solidFill>
            <a:prstDash val="solid"/>
            <a:miter lim="800000"/>
          </a:ln>
          <a:effectLst/>
        </p:spPr>
        <p:txBody>
          <a:bodyPr rot="0" spcFirstLastPara="0" vertOverflow="overflow" horzOverflow="overflow" vert="horz" wrap="square" lIns="91404" tIns="45702" rIns="91404" bIns="45702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914034">
              <a:defRPr/>
            </a:pPr>
            <a:r>
              <a:rPr lang="en-US" sz="1599" kern="0" dirty="0">
                <a:solidFill>
                  <a:prstClr val="black"/>
                </a:solidFill>
                <a:latin typeface="Calibri" panose="020F0502020204030204"/>
              </a:rPr>
              <a:t>LLM</a:t>
            </a:r>
          </a:p>
        </p:txBody>
      </p:sp>
      <p:sp>
        <p:nvSpPr>
          <p:cNvPr id="20" name="箭头: 右 19">
            <a:extLst>
              <a:ext uri="{FF2B5EF4-FFF2-40B4-BE49-F238E27FC236}">
                <a16:creationId xmlns:a16="http://schemas.microsoft.com/office/drawing/2014/main" id="{D60DF85C-707D-44AB-85D7-702C4ED7F041}"/>
              </a:ext>
            </a:extLst>
          </p:cNvPr>
          <p:cNvSpPr/>
          <p:nvPr/>
        </p:nvSpPr>
        <p:spPr>
          <a:xfrm>
            <a:off x="8266564" y="2703291"/>
            <a:ext cx="733244" cy="220977"/>
          </a:xfrm>
          <a:prstGeom prst="rightArrow">
            <a:avLst/>
          </a:prstGeom>
          <a:solidFill>
            <a:srgbClr val="0070C0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ot="0" spcFirstLastPara="0" vertOverflow="overflow" horzOverflow="overflow" vert="horz" wrap="square" lIns="91404" tIns="45702" rIns="91404" bIns="45702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112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799" b="0" i="0" u="none" strike="noStrike" kern="0" cap="none" spc="0" normalizeH="0" baseline="0" noProof="0">
              <a:ln>
                <a:noFill/>
              </a:ln>
              <a:solidFill>
                <a:srgbClr val="666666"/>
              </a:solidFill>
              <a:effectLst/>
              <a:uLnTx/>
              <a:uFillTx/>
              <a:latin typeface="Calibri" panose="020F0502020204030204"/>
              <a:ea typeface="等线" panose="02010600030101010101" pitchFamily="2" charset="-122"/>
              <a:cs typeface="+mn-cs"/>
            </a:endParaRPr>
          </a:p>
        </p:txBody>
      </p:sp>
      <p:sp>
        <p:nvSpPr>
          <p:cNvPr id="21" name="箭头: 直角上 20">
            <a:extLst>
              <a:ext uri="{FF2B5EF4-FFF2-40B4-BE49-F238E27FC236}">
                <a16:creationId xmlns:a16="http://schemas.microsoft.com/office/drawing/2014/main" id="{C3E56FFF-C999-41A2-8789-0CF8FC6A9B08}"/>
              </a:ext>
            </a:extLst>
          </p:cNvPr>
          <p:cNvSpPr/>
          <p:nvPr/>
        </p:nvSpPr>
        <p:spPr>
          <a:xfrm rot="10800000" flipH="1">
            <a:off x="10626983" y="2746040"/>
            <a:ext cx="843754" cy="356455"/>
          </a:xfrm>
          <a:prstGeom prst="bentUpArrow">
            <a:avLst>
              <a:gd name="adj1" fmla="val 33453"/>
              <a:gd name="adj2" fmla="val 32045"/>
              <a:gd name="adj3" fmla="val 25000"/>
            </a:avLst>
          </a:prstGeom>
          <a:solidFill>
            <a:srgbClr val="0070C0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ot="0" spcFirstLastPara="0" vertOverflow="overflow" horzOverflow="overflow" vert="horz" wrap="square" lIns="91404" tIns="45702" rIns="91404" bIns="45702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112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799" b="0" i="0" u="none" strike="noStrike" kern="0" cap="none" spc="0" normalizeH="0" baseline="0" noProof="0">
              <a:ln>
                <a:noFill/>
              </a:ln>
              <a:solidFill>
                <a:srgbClr val="666666"/>
              </a:solidFill>
              <a:effectLst/>
              <a:uLnTx/>
              <a:uFillTx/>
              <a:latin typeface="Calibri" panose="020F0502020204030204"/>
              <a:ea typeface="等线" panose="02010600030101010101" pitchFamily="2" charset="-122"/>
              <a:cs typeface="+mn-cs"/>
            </a:endParaRPr>
          </a:p>
        </p:txBody>
      </p:sp>
      <p:sp>
        <p:nvSpPr>
          <p:cNvPr id="22" name="流程图: 文档 21">
            <a:extLst>
              <a:ext uri="{FF2B5EF4-FFF2-40B4-BE49-F238E27FC236}">
                <a16:creationId xmlns:a16="http://schemas.microsoft.com/office/drawing/2014/main" id="{91E36C55-13D0-4707-9359-BFB37B390251}"/>
              </a:ext>
            </a:extLst>
          </p:cNvPr>
          <p:cNvSpPr/>
          <p:nvPr/>
        </p:nvSpPr>
        <p:spPr>
          <a:xfrm>
            <a:off x="10886476" y="3287234"/>
            <a:ext cx="978255" cy="1092531"/>
          </a:xfrm>
          <a:prstGeom prst="flowChartDocument">
            <a:avLst/>
          </a:prstGeom>
          <a:solidFill>
            <a:srgbClr val="0070C0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ot="0" spcFirstLastPara="0" vertOverflow="overflow" horzOverflow="overflow" vert="horz" wrap="square" lIns="91404" tIns="45702" rIns="91404" bIns="45702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112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799" b="0" i="0" u="none" strike="noStrike" kern="0" cap="none" spc="0" normalizeH="0" baseline="0" noProof="0">
              <a:ln>
                <a:noFill/>
              </a:ln>
              <a:solidFill>
                <a:srgbClr val="666666"/>
              </a:solidFill>
              <a:effectLst/>
              <a:uLnTx/>
              <a:uFillTx/>
              <a:latin typeface="Calibri" panose="020F0502020204030204"/>
              <a:ea typeface="等线" panose="02010600030101010101" pitchFamily="2" charset="-122"/>
              <a:cs typeface="+mn-cs"/>
            </a:endParaRPr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21A2FCCF-243A-420D-AB1F-AC2763A97AEF}"/>
              </a:ext>
            </a:extLst>
          </p:cNvPr>
          <p:cNvSpPr txBox="1"/>
          <p:nvPr/>
        </p:nvSpPr>
        <p:spPr>
          <a:xfrm>
            <a:off x="11155742" y="3647602"/>
            <a:ext cx="665719" cy="27689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defTabSz="914112">
              <a:defRPr/>
            </a:pPr>
            <a:r>
              <a:rPr kumimoji="1" lang="zh-CN" altLang="en-US" sz="1799" dirty="0">
                <a:solidFill>
                  <a:srgbClr val="FFFFFF"/>
                </a:solidFill>
                <a:latin typeface="Microsoft YaHei" panose="020B0503020204020204" pitchFamily="34" charset="-122"/>
              </a:rPr>
              <a:t>代码</a:t>
            </a:r>
          </a:p>
        </p:txBody>
      </p:sp>
      <p:pic>
        <p:nvPicPr>
          <p:cNvPr id="24" name="图片 23">
            <a:extLst>
              <a:ext uri="{FF2B5EF4-FFF2-40B4-BE49-F238E27FC236}">
                <a16:creationId xmlns:a16="http://schemas.microsoft.com/office/drawing/2014/main" id="{58DB9C87-3ECD-48C9-AC64-FD5D3C9B800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flipH="1">
            <a:off x="7792805" y="3322594"/>
            <a:ext cx="1302287" cy="1298703"/>
          </a:xfrm>
          <a:prstGeom prst="rect">
            <a:avLst/>
          </a:prstGeom>
        </p:spPr>
      </p:pic>
      <p:sp>
        <p:nvSpPr>
          <p:cNvPr id="25" name="箭头: 右 24">
            <a:extLst>
              <a:ext uri="{FF2B5EF4-FFF2-40B4-BE49-F238E27FC236}">
                <a16:creationId xmlns:a16="http://schemas.microsoft.com/office/drawing/2014/main" id="{2ADFFDC2-ABE9-4B70-98A0-6C3758FAAABD}"/>
              </a:ext>
            </a:extLst>
          </p:cNvPr>
          <p:cNvSpPr/>
          <p:nvPr/>
        </p:nvSpPr>
        <p:spPr>
          <a:xfrm>
            <a:off x="9388030" y="3759944"/>
            <a:ext cx="1090176" cy="208144"/>
          </a:xfrm>
          <a:prstGeom prst="rightArrow">
            <a:avLst/>
          </a:prstGeom>
          <a:solidFill>
            <a:srgbClr val="FFFFFF"/>
          </a:solidFill>
          <a:ln w="12700" cap="flat" cmpd="sng" algn="ctr">
            <a:solidFill>
              <a:sysClr val="windowText" lastClr="000000"/>
            </a:solidFill>
            <a:prstDash val="solid"/>
            <a:miter lim="800000"/>
          </a:ln>
          <a:effectLst/>
        </p:spPr>
        <p:txBody>
          <a:bodyPr rot="0" spcFirstLastPara="0" vertOverflow="overflow" horzOverflow="overflow" vert="horz" wrap="square" lIns="91404" tIns="45702" rIns="91404" bIns="45702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112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799" b="0" i="0" u="none" strike="noStrike" kern="0" cap="none" spc="0" normalizeH="0" baseline="0" noProof="0">
              <a:ln>
                <a:noFill/>
              </a:ln>
              <a:solidFill>
                <a:srgbClr val="666666"/>
              </a:solidFill>
              <a:effectLst/>
              <a:uLnTx/>
              <a:uFillTx/>
              <a:latin typeface="Calibri" panose="020F0502020204030204"/>
              <a:ea typeface="等线" panose="02010600030101010101" pitchFamily="2" charset="-122"/>
              <a:cs typeface="+mn-cs"/>
            </a:endParaRPr>
          </a:p>
        </p:txBody>
      </p:sp>
      <p:sp>
        <p:nvSpPr>
          <p:cNvPr id="26" name="文本框 25">
            <a:extLst>
              <a:ext uri="{FF2B5EF4-FFF2-40B4-BE49-F238E27FC236}">
                <a16:creationId xmlns:a16="http://schemas.microsoft.com/office/drawing/2014/main" id="{080BEA23-2B93-439E-B60A-70887DCD7994}"/>
              </a:ext>
            </a:extLst>
          </p:cNvPr>
          <p:cNvSpPr txBox="1"/>
          <p:nvPr/>
        </p:nvSpPr>
        <p:spPr>
          <a:xfrm>
            <a:off x="9204292" y="3513819"/>
            <a:ext cx="1385238" cy="246125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defTabSz="914112">
              <a:defRPr/>
            </a:pPr>
            <a:r>
              <a:rPr kumimoji="1" lang="zh-CN" altLang="en-US" sz="1599" dirty="0">
                <a:solidFill>
                  <a:srgbClr val="000000"/>
                </a:solidFill>
                <a:latin typeface="Microsoft YaHei" panose="020B0503020204020204" pitchFamily="34" charset="-122"/>
              </a:rPr>
              <a:t>代码阅读</a:t>
            </a:r>
            <a:r>
              <a:rPr kumimoji="1" lang="en-US" altLang="zh-CN" sz="1599" dirty="0">
                <a:solidFill>
                  <a:srgbClr val="000000"/>
                </a:solidFill>
                <a:latin typeface="Microsoft YaHei" panose="020B0503020204020204" pitchFamily="34" charset="-122"/>
              </a:rPr>
              <a:t>/</a:t>
            </a:r>
            <a:r>
              <a:rPr kumimoji="1" lang="zh-CN" altLang="en-US" sz="1599" dirty="0">
                <a:solidFill>
                  <a:srgbClr val="000000"/>
                </a:solidFill>
                <a:latin typeface="Microsoft YaHei" panose="020B0503020204020204" pitchFamily="34" charset="-122"/>
              </a:rPr>
              <a:t>评审</a:t>
            </a:r>
          </a:p>
        </p:txBody>
      </p:sp>
      <p:sp>
        <p:nvSpPr>
          <p:cNvPr id="27" name="箭头: 右 26">
            <a:extLst>
              <a:ext uri="{FF2B5EF4-FFF2-40B4-BE49-F238E27FC236}">
                <a16:creationId xmlns:a16="http://schemas.microsoft.com/office/drawing/2014/main" id="{DB131D5E-2BEF-4A15-B014-1EE825E862EA}"/>
              </a:ext>
            </a:extLst>
          </p:cNvPr>
          <p:cNvSpPr/>
          <p:nvPr/>
        </p:nvSpPr>
        <p:spPr>
          <a:xfrm rot="20564816">
            <a:off x="9388031" y="4163056"/>
            <a:ext cx="1090176" cy="208144"/>
          </a:xfrm>
          <a:prstGeom prst="rightArrow">
            <a:avLst/>
          </a:prstGeom>
          <a:solidFill>
            <a:srgbClr val="FFFFFF"/>
          </a:solidFill>
          <a:ln w="12700" cap="flat" cmpd="sng" algn="ctr">
            <a:solidFill>
              <a:sysClr val="windowText" lastClr="000000"/>
            </a:solidFill>
            <a:prstDash val="solid"/>
            <a:miter lim="800000"/>
          </a:ln>
          <a:effectLst/>
        </p:spPr>
        <p:txBody>
          <a:bodyPr rot="0" spcFirstLastPara="0" vertOverflow="overflow" horzOverflow="overflow" vert="horz" wrap="square" lIns="91404" tIns="45702" rIns="91404" bIns="45702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112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799" b="0" i="0" u="none" strike="noStrike" kern="0" cap="none" spc="0" normalizeH="0" baseline="0" noProof="0">
              <a:ln>
                <a:noFill/>
              </a:ln>
              <a:solidFill>
                <a:srgbClr val="666666"/>
              </a:solidFill>
              <a:effectLst/>
              <a:uLnTx/>
              <a:uFillTx/>
              <a:latin typeface="Calibri" panose="020F0502020204030204"/>
              <a:ea typeface="等线" panose="02010600030101010101" pitchFamily="2" charset="-122"/>
              <a:cs typeface="+mn-cs"/>
            </a:endParaRPr>
          </a:p>
        </p:txBody>
      </p:sp>
      <p:sp>
        <p:nvSpPr>
          <p:cNvPr id="28" name="文本框 27">
            <a:extLst>
              <a:ext uri="{FF2B5EF4-FFF2-40B4-BE49-F238E27FC236}">
                <a16:creationId xmlns:a16="http://schemas.microsoft.com/office/drawing/2014/main" id="{AE3ACF46-8B0D-408C-B131-25FA83FAD070}"/>
              </a:ext>
            </a:extLst>
          </p:cNvPr>
          <p:cNvSpPr txBox="1"/>
          <p:nvPr/>
        </p:nvSpPr>
        <p:spPr>
          <a:xfrm rot="20477646">
            <a:off x="9267430" y="4371999"/>
            <a:ext cx="1385238" cy="246125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defTabSz="914112">
              <a:defRPr/>
            </a:pPr>
            <a:r>
              <a:rPr kumimoji="1" lang="zh-CN" altLang="en-US" sz="1599" dirty="0">
                <a:solidFill>
                  <a:srgbClr val="000000"/>
                </a:solidFill>
                <a:latin typeface="Microsoft YaHei" panose="020B0503020204020204" pitchFamily="34" charset="-122"/>
              </a:rPr>
              <a:t>代码测试</a:t>
            </a:r>
            <a:r>
              <a:rPr kumimoji="1" lang="en-US" altLang="zh-CN" sz="1599" dirty="0">
                <a:solidFill>
                  <a:srgbClr val="000000"/>
                </a:solidFill>
                <a:latin typeface="Microsoft YaHei" panose="020B0503020204020204" pitchFamily="34" charset="-122"/>
              </a:rPr>
              <a:t>/</a:t>
            </a:r>
            <a:r>
              <a:rPr kumimoji="1" lang="zh-CN" altLang="en-US" sz="1599" dirty="0">
                <a:solidFill>
                  <a:srgbClr val="000000"/>
                </a:solidFill>
                <a:latin typeface="Microsoft YaHei" panose="020B0503020204020204" pitchFamily="34" charset="-122"/>
              </a:rPr>
              <a:t>验证</a:t>
            </a:r>
          </a:p>
        </p:txBody>
      </p:sp>
      <p:sp>
        <p:nvSpPr>
          <p:cNvPr id="29" name="箭头: 直角上 28">
            <a:extLst>
              <a:ext uri="{FF2B5EF4-FFF2-40B4-BE49-F238E27FC236}">
                <a16:creationId xmlns:a16="http://schemas.microsoft.com/office/drawing/2014/main" id="{BB147E93-3CC9-4EE8-BFD3-93074894DE63}"/>
              </a:ext>
            </a:extLst>
          </p:cNvPr>
          <p:cNvSpPr/>
          <p:nvPr/>
        </p:nvSpPr>
        <p:spPr>
          <a:xfrm rot="5400000" flipV="1">
            <a:off x="10429405" y="4520446"/>
            <a:ext cx="883093" cy="1084796"/>
          </a:xfrm>
          <a:prstGeom prst="bentUpArrow">
            <a:avLst>
              <a:gd name="adj1" fmla="val 12871"/>
              <a:gd name="adj2" fmla="val 16555"/>
              <a:gd name="adj3" fmla="val 14916"/>
            </a:avLst>
          </a:prstGeom>
          <a:noFill/>
          <a:ln w="12700" cap="flat" cmpd="sng" algn="ctr">
            <a:solidFill>
              <a:srgbClr val="1D1D1A"/>
            </a:solidFill>
            <a:prstDash val="solid"/>
            <a:miter lim="800000"/>
          </a:ln>
          <a:effectLst/>
        </p:spPr>
        <p:txBody>
          <a:bodyPr rot="0" spcFirstLastPara="0" vertOverflow="overflow" horzOverflow="overflow" vert="horz" wrap="square" lIns="91404" tIns="45702" rIns="91404" bIns="45702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112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799" b="0" i="0" u="none" strike="noStrike" kern="0" cap="none" spc="0" normalizeH="0" baseline="0" noProof="0">
              <a:ln>
                <a:noFill/>
              </a:ln>
              <a:solidFill>
                <a:srgbClr val="666666"/>
              </a:solidFill>
              <a:effectLst/>
              <a:uLnTx/>
              <a:uFillTx/>
              <a:latin typeface="Calibri" panose="020F0502020204030204"/>
              <a:ea typeface="等线" panose="02010600030101010101" pitchFamily="2" charset="-122"/>
              <a:cs typeface="+mn-cs"/>
            </a:endParaRPr>
          </a:p>
        </p:txBody>
      </p:sp>
      <p:sp>
        <p:nvSpPr>
          <p:cNvPr id="30" name="文本框 29">
            <a:extLst>
              <a:ext uri="{FF2B5EF4-FFF2-40B4-BE49-F238E27FC236}">
                <a16:creationId xmlns:a16="http://schemas.microsoft.com/office/drawing/2014/main" id="{5DAB2154-D977-492C-BF69-62443E89448B}"/>
              </a:ext>
            </a:extLst>
          </p:cNvPr>
          <p:cNvSpPr txBox="1"/>
          <p:nvPr/>
        </p:nvSpPr>
        <p:spPr>
          <a:xfrm>
            <a:off x="8604961" y="5201339"/>
            <a:ext cx="2022022" cy="27689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defTabSz="914112">
              <a:defRPr/>
            </a:pPr>
            <a:r>
              <a:rPr kumimoji="1" lang="zh-CN" altLang="en-US" sz="1799" dirty="0">
                <a:solidFill>
                  <a:srgbClr val="000000"/>
                </a:solidFill>
                <a:latin typeface="Microsoft YaHei" panose="020B0503020204020204" pitchFamily="34" charset="-122"/>
              </a:rPr>
              <a:t>编译</a:t>
            </a:r>
            <a:r>
              <a:rPr kumimoji="1" lang="en-US" altLang="zh-CN" sz="1799" dirty="0">
                <a:solidFill>
                  <a:srgbClr val="000000"/>
                </a:solidFill>
                <a:latin typeface="Microsoft YaHei" panose="020B0503020204020204" pitchFamily="34" charset="-122"/>
              </a:rPr>
              <a:t>/</a:t>
            </a:r>
            <a:r>
              <a:rPr kumimoji="1" lang="zh-CN" altLang="en-US" sz="1799" dirty="0">
                <a:solidFill>
                  <a:srgbClr val="000000"/>
                </a:solidFill>
                <a:latin typeface="Microsoft YaHei" panose="020B0503020204020204" pitchFamily="34" charset="-122"/>
              </a:rPr>
              <a:t>分发</a:t>
            </a:r>
            <a:r>
              <a:rPr kumimoji="1" lang="en-US" altLang="zh-CN" sz="1799" dirty="0">
                <a:solidFill>
                  <a:srgbClr val="000000"/>
                </a:solidFill>
                <a:latin typeface="Microsoft YaHei" panose="020B0503020204020204" pitchFamily="34" charset="-122"/>
              </a:rPr>
              <a:t>/</a:t>
            </a:r>
            <a:r>
              <a:rPr kumimoji="1" lang="zh-CN" altLang="en-US" sz="1799" dirty="0">
                <a:solidFill>
                  <a:srgbClr val="000000"/>
                </a:solidFill>
                <a:latin typeface="Microsoft YaHei" panose="020B0503020204020204" pitchFamily="34" charset="-122"/>
              </a:rPr>
              <a:t>部署</a:t>
            </a:r>
          </a:p>
        </p:txBody>
      </p:sp>
      <p:sp>
        <p:nvSpPr>
          <p:cNvPr id="31" name="文本框 30">
            <a:extLst>
              <a:ext uri="{FF2B5EF4-FFF2-40B4-BE49-F238E27FC236}">
                <a16:creationId xmlns:a16="http://schemas.microsoft.com/office/drawing/2014/main" id="{CC8026CC-6FD3-488E-A09B-390B6FC13A94}"/>
              </a:ext>
            </a:extLst>
          </p:cNvPr>
          <p:cNvSpPr txBox="1"/>
          <p:nvPr/>
        </p:nvSpPr>
        <p:spPr>
          <a:xfrm>
            <a:off x="6456865" y="5723352"/>
            <a:ext cx="5351593" cy="55378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defTabSz="914112">
              <a:defRPr/>
            </a:pPr>
            <a:r>
              <a:rPr kumimoji="1" lang="zh-CN" altLang="en-US" sz="1799" b="1" dirty="0">
                <a:solidFill>
                  <a:srgbClr val="000000"/>
                </a:solidFill>
                <a:latin typeface="Microsoft YaHei" panose="020B0503020204020204" pitchFamily="34" charset="-122"/>
              </a:rPr>
              <a:t>关键挑战：</a:t>
            </a:r>
            <a:r>
              <a:rPr kumimoji="1" lang="zh-CN" altLang="en-US" sz="1799" dirty="0">
                <a:solidFill>
                  <a:srgbClr val="000000"/>
                </a:solidFill>
                <a:latin typeface="Microsoft YaHei" panose="020B0503020204020204" pitchFamily="34" charset="-122"/>
              </a:rPr>
              <a:t>提升生成能力，代码更易读（更加声明式，</a:t>
            </a:r>
            <a:r>
              <a:rPr kumimoji="1" lang="en-US" altLang="zh-CN" sz="1799" dirty="0">
                <a:solidFill>
                  <a:srgbClr val="000000"/>
                </a:solidFill>
                <a:latin typeface="Microsoft YaHei" panose="020B0503020204020204" pitchFamily="34" charset="-122"/>
              </a:rPr>
              <a:t>Very High-Level PL</a:t>
            </a:r>
            <a:r>
              <a:rPr kumimoji="1" lang="zh-CN" altLang="en-US" sz="1799" dirty="0">
                <a:solidFill>
                  <a:srgbClr val="000000"/>
                </a:solidFill>
                <a:latin typeface="Microsoft YaHei" panose="020B0503020204020204" pitchFamily="34" charset="-122"/>
              </a:rPr>
              <a:t>），更易测试</a:t>
            </a:r>
            <a:r>
              <a:rPr kumimoji="1" lang="en-US" altLang="zh-CN" sz="1799" dirty="0">
                <a:solidFill>
                  <a:srgbClr val="000000"/>
                </a:solidFill>
                <a:latin typeface="Microsoft YaHei" panose="020B0503020204020204" pitchFamily="34" charset="-122"/>
              </a:rPr>
              <a:t>/</a:t>
            </a:r>
            <a:r>
              <a:rPr kumimoji="1" lang="zh-CN" altLang="en-US" sz="1799" dirty="0">
                <a:solidFill>
                  <a:srgbClr val="000000"/>
                </a:solidFill>
                <a:latin typeface="Microsoft YaHei" panose="020B0503020204020204" pitchFamily="34" charset="-122"/>
              </a:rPr>
              <a:t>验证</a:t>
            </a:r>
          </a:p>
        </p:txBody>
      </p:sp>
      <p:cxnSp>
        <p:nvCxnSpPr>
          <p:cNvPr id="32" name="直接连接符 31">
            <a:extLst>
              <a:ext uri="{FF2B5EF4-FFF2-40B4-BE49-F238E27FC236}">
                <a16:creationId xmlns:a16="http://schemas.microsoft.com/office/drawing/2014/main" id="{A4B81A2E-DA08-4032-B102-9F7E09338833}"/>
              </a:ext>
            </a:extLst>
          </p:cNvPr>
          <p:cNvCxnSpPr>
            <a:cxnSpLocks/>
          </p:cNvCxnSpPr>
          <p:nvPr/>
        </p:nvCxnSpPr>
        <p:spPr>
          <a:xfrm>
            <a:off x="6076881" y="2195871"/>
            <a:ext cx="0" cy="3583748"/>
          </a:xfrm>
          <a:prstGeom prst="line">
            <a:avLst/>
          </a:prstGeom>
          <a:noFill/>
          <a:ln w="6350" cap="flat" cmpd="sng" algn="ctr">
            <a:solidFill>
              <a:srgbClr val="002060"/>
            </a:solidFill>
            <a:prstDash val="lgDash"/>
            <a:miter lim="800000"/>
          </a:ln>
          <a:effectLst/>
        </p:spPr>
      </p:cxnSp>
    </p:spTree>
    <p:extLst>
      <p:ext uri="{BB962C8B-B14F-4D97-AF65-F5344CB8AC3E}">
        <p14:creationId xmlns:p14="http://schemas.microsoft.com/office/powerpoint/2010/main" val="4266741465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93F9642-A6FE-4AF5-8212-C9CF254DDC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CN" dirty="0"/>
              <a:t>Agent</a:t>
            </a:r>
            <a:r>
              <a:rPr lang="zh-CN" altLang="en-US" dirty="0"/>
              <a:t>原生智能应用开发（构建中）</a:t>
            </a:r>
          </a:p>
        </p:txBody>
      </p:sp>
      <p:sp>
        <p:nvSpPr>
          <p:cNvPr id="3" name="矩形: 圆角 2">
            <a:extLst>
              <a:ext uri="{FF2B5EF4-FFF2-40B4-BE49-F238E27FC236}">
                <a16:creationId xmlns:a16="http://schemas.microsoft.com/office/drawing/2014/main" id="{9F463966-3119-4FFB-8687-46DE4063A87F}"/>
              </a:ext>
            </a:extLst>
          </p:cNvPr>
          <p:cNvSpPr/>
          <p:nvPr/>
        </p:nvSpPr>
        <p:spPr>
          <a:xfrm>
            <a:off x="6368627" y="1572005"/>
            <a:ext cx="4763489" cy="4471261"/>
          </a:xfrm>
          <a:prstGeom prst="roundRect">
            <a:avLst/>
          </a:prstGeom>
          <a:solidFill>
            <a:srgbClr val="1D1D1A">
              <a:lumMod val="10000"/>
              <a:lumOff val="90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78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srgbClr val="666666"/>
              </a:solidFill>
              <a:effectLst/>
              <a:uLnTx/>
              <a:uFillTx/>
              <a:latin typeface="Calibri" panose="020F0502020204030204"/>
              <a:ea typeface="等线" panose="02010600030101010101" pitchFamily="2" charset="-122"/>
              <a:cs typeface="+mn-cs"/>
            </a:endParaRPr>
          </a:p>
        </p:txBody>
      </p:sp>
      <p:sp>
        <p:nvSpPr>
          <p:cNvPr id="4" name="矩形: 圆角 3">
            <a:extLst>
              <a:ext uri="{FF2B5EF4-FFF2-40B4-BE49-F238E27FC236}">
                <a16:creationId xmlns:a16="http://schemas.microsoft.com/office/drawing/2014/main" id="{9014D51B-70A7-43B2-8CDE-AE63D2536B60}"/>
              </a:ext>
            </a:extLst>
          </p:cNvPr>
          <p:cNvSpPr/>
          <p:nvPr/>
        </p:nvSpPr>
        <p:spPr>
          <a:xfrm>
            <a:off x="1220811" y="1591158"/>
            <a:ext cx="4734793" cy="4471261"/>
          </a:xfrm>
          <a:prstGeom prst="roundRect">
            <a:avLst/>
          </a:prstGeom>
          <a:solidFill>
            <a:srgbClr val="1D1D1A">
              <a:lumMod val="10000"/>
              <a:lumOff val="90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78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srgbClr val="666666"/>
              </a:solidFill>
              <a:effectLst/>
              <a:uLnTx/>
              <a:uFillTx/>
              <a:latin typeface="Calibri" panose="020F0502020204030204"/>
              <a:ea typeface="等线" panose="02010600030101010101" pitchFamily="2" charset="-122"/>
              <a:cs typeface="+mn-cs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33F00D4E-A01E-4F0F-8605-7AC220F6E3CE}"/>
              </a:ext>
            </a:extLst>
          </p:cNvPr>
          <p:cNvSpPr txBox="1"/>
          <p:nvPr/>
        </p:nvSpPr>
        <p:spPr>
          <a:xfrm>
            <a:off x="1625384" y="1844012"/>
            <a:ext cx="3442248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defTabSz="1011586" fontAlgn="base">
              <a:spcBef>
                <a:spcPct val="20000"/>
              </a:spcBef>
              <a:spcAft>
                <a:spcPct val="0"/>
              </a:spcAft>
              <a:buClr>
                <a:srgbClr val="990000"/>
              </a:buClr>
              <a:defRPr/>
            </a:pPr>
            <a:r>
              <a:rPr lang="zh-CN" altLang="en-US" sz="2000" b="1" dirty="0">
                <a:solidFill>
                  <a:srgbClr val="1D1D1A"/>
                </a:solidFill>
                <a:latin typeface="微软雅黑" panose="020B0503020204020204" pitchFamily="34" charset="-122"/>
                <a:sym typeface="Helvetica"/>
              </a:rPr>
              <a:t>内嵌</a:t>
            </a:r>
            <a:r>
              <a:rPr lang="en-US" altLang="zh-CN" sz="2000" b="1" dirty="0">
                <a:solidFill>
                  <a:srgbClr val="1D1D1A"/>
                </a:solidFill>
                <a:latin typeface="微软雅黑" panose="020B0503020204020204" pitchFamily="34" charset="-122"/>
                <a:sym typeface="Helvetica"/>
              </a:rPr>
              <a:t>AgentDSL</a:t>
            </a:r>
            <a:r>
              <a:rPr lang="zh-CN" altLang="en-US" sz="2000" b="1" dirty="0">
                <a:solidFill>
                  <a:srgbClr val="1D1D1A"/>
                </a:solidFill>
                <a:latin typeface="微软雅黑" panose="020B0503020204020204" pitchFamily="34" charset="-122"/>
                <a:sym typeface="Helvetica"/>
              </a:rPr>
              <a:t>的编程框架</a:t>
            </a:r>
            <a:endParaRPr lang="en-US" altLang="zh-CN" sz="2000" b="1" dirty="0">
              <a:solidFill>
                <a:srgbClr val="1D1D1A"/>
              </a:solidFill>
              <a:latin typeface="微软雅黑" panose="020B0503020204020204" pitchFamily="34" charset="-122"/>
              <a:sym typeface="Helvetica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BB346521-95FC-420E-B853-3159C5CE6817}"/>
              </a:ext>
            </a:extLst>
          </p:cNvPr>
          <p:cNvSpPr txBox="1"/>
          <p:nvPr/>
        </p:nvSpPr>
        <p:spPr>
          <a:xfrm>
            <a:off x="7337418" y="1844012"/>
            <a:ext cx="258679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defTabSz="1011586" fontAlgn="base">
              <a:spcBef>
                <a:spcPct val="20000"/>
              </a:spcBef>
              <a:spcAft>
                <a:spcPct val="0"/>
              </a:spcAft>
              <a:buClr>
                <a:srgbClr val="990000"/>
              </a:buClr>
              <a:defRPr/>
            </a:pPr>
            <a:r>
              <a:rPr lang="zh-CN" altLang="en-US" sz="2000" b="1" dirty="0">
                <a:solidFill>
                  <a:srgbClr val="1D1D1A"/>
                </a:solidFill>
                <a:latin typeface="微软雅黑" panose="020B0503020204020204" pitchFamily="34" charset="-122"/>
                <a:sym typeface="Helvetica"/>
              </a:rPr>
              <a:t>多</a:t>
            </a:r>
            <a:r>
              <a:rPr lang="en-US" altLang="zh-CN" sz="2000" b="1" dirty="0">
                <a:solidFill>
                  <a:srgbClr val="1D1D1A"/>
                </a:solidFill>
                <a:latin typeface="微软雅黑" panose="020B0503020204020204" pitchFamily="34" charset="-122"/>
                <a:sym typeface="Helvetica"/>
              </a:rPr>
              <a:t>Agent</a:t>
            </a:r>
            <a:r>
              <a:rPr lang="zh-CN" altLang="en-US" sz="2000" b="1" dirty="0">
                <a:solidFill>
                  <a:srgbClr val="1D1D1A"/>
                </a:solidFill>
                <a:latin typeface="微软雅黑" panose="020B0503020204020204" pitchFamily="34" charset="-122"/>
                <a:sym typeface="Helvetica"/>
              </a:rPr>
              <a:t>协同</a:t>
            </a:r>
            <a:endParaRPr lang="en-US" altLang="zh-CN" sz="2000" b="1" dirty="0">
              <a:solidFill>
                <a:srgbClr val="1D1D1A"/>
              </a:solidFill>
              <a:latin typeface="微软雅黑" panose="020B0503020204020204" pitchFamily="34" charset="-122"/>
              <a:sym typeface="Helvetica"/>
            </a:endParaRPr>
          </a:p>
        </p:txBody>
      </p:sp>
      <p:pic>
        <p:nvPicPr>
          <p:cNvPr id="8" name="Picture 57">
            <a:extLst>
              <a:ext uri="{FF2B5EF4-FFF2-40B4-BE49-F238E27FC236}">
                <a16:creationId xmlns:a16="http://schemas.microsoft.com/office/drawing/2014/main" id="{3C3413ED-3AF1-4222-8C2D-40C334091EB8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prstClr val="black"/>
              <a:srgbClr val="FFFFFF">
                <a:tint val="45000"/>
                <a:satMod val="400000"/>
              </a:srgbClr>
            </a:duotone>
          </a:blip>
          <a:stretch>
            <a:fillRect/>
          </a:stretch>
        </p:blipFill>
        <p:spPr>
          <a:xfrm flipV="1">
            <a:off x="1581649" y="4315982"/>
            <a:ext cx="3640052" cy="426991"/>
          </a:xfrm>
          <a:prstGeom prst="rect">
            <a:avLst/>
          </a:prstGeom>
        </p:spPr>
      </p:pic>
      <p:grpSp>
        <p:nvGrpSpPr>
          <p:cNvPr id="21" name="组合 20">
            <a:extLst>
              <a:ext uri="{FF2B5EF4-FFF2-40B4-BE49-F238E27FC236}">
                <a16:creationId xmlns:a16="http://schemas.microsoft.com/office/drawing/2014/main" id="{24321162-D5EF-47F6-9569-F5A473FEF79B}"/>
              </a:ext>
            </a:extLst>
          </p:cNvPr>
          <p:cNvGrpSpPr/>
          <p:nvPr/>
        </p:nvGrpSpPr>
        <p:grpSpPr>
          <a:xfrm>
            <a:off x="1404373" y="4666499"/>
            <a:ext cx="4273421" cy="904049"/>
            <a:chOff x="1375398" y="4298895"/>
            <a:chExt cx="3191300" cy="822579"/>
          </a:xfrm>
        </p:grpSpPr>
        <p:sp>
          <p:nvSpPr>
            <p:cNvPr id="9" name="梯形 8">
              <a:extLst>
                <a:ext uri="{FF2B5EF4-FFF2-40B4-BE49-F238E27FC236}">
                  <a16:creationId xmlns:a16="http://schemas.microsoft.com/office/drawing/2014/main" id="{BB0346BF-C805-4516-B51F-C012CC8514D5}"/>
                </a:ext>
              </a:extLst>
            </p:cNvPr>
            <p:cNvSpPr/>
            <p:nvPr/>
          </p:nvSpPr>
          <p:spPr>
            <a:xfrm>
              <a:off x="1653762" y="4298895"/>
              <a:ext cx="2641084" cy="402982"/>
            </a:xfrm>
            <a:prstGeom prst="trapezoid">
              <a:avLst>
                <a:gd name="adj" fmla="val 313070"/>
              </a:avLst>
            </a:prstGeom>
            <a:gradFill>
              <a:gsLst>
                <a:gs pos="0">
                  <a:srgbClr val="666666">
                    <a:lumMod val="60000"/>
                    <a:lumOff val="40000"/>
                    <a:alpha val="10000"/>
                  </a:srgbClr>
                </a:gs>
                <a:gs pos="67000">
                  <a:srgbClr val="666666">
                    <a:lumMod val="60000"/>
                    <a:lumOff val="40000"/>
                    <a:alpha val="0"/>
                  </a:srgbClr>
                </a:gs>
              </a:gsLst>
              <a:lin ang="16200000" scaled="1"/>
            </a:gradFill>
            <a:ln w="9525" cap="flat" cmpd="sng" algn="ctr">
              <a:gradFill flip="none" rotWithShape="1">
                <a:gsLst>
                  <a:gs pos="0">
                    <a:srgbClr val="A3A3A3">
                      <a:alpha val="40000"/>
                    </a:srgbClr>
                  </a:gs>
                  <a:gs pos="71000">
                    <a:srgbClr val="666666">
                      <a:lumMod val="60000"/>
                      <a:lumOff val="40000"/>
                      <a:alpha val="0"/>
                    </a:srgbClr>
                  </a:gs>
                </a:gsLst>
                <a:lin ang="16200000" scaled="1"/>
                <a:tileRect/>
              </a:gradFill>
              <a:prstDash val="solid"/>
              <a:miter lim="800000"/>
            </a:ln>
            <a:effectLst>
              <a:outerShdw blurRad="50800" dist="38100" dir="5400000" sx="99000" sy="99000" algn="ctr" rotWithShape="0">
                <a:srgbClr val="000000">
                  <a:alpha val="10000"/>
                </a:srgbClr>
              </a:outerShdw>
            </a:effectLst>
          </p:spPr>
          <p:txBody>
            <a:bodyPr lIns="108025" anchor="ctr">
              <a:noAutofit/>
            </a:bodyPr>
            <a:lstStyle/>
            <a:p>
              <a:pPr defTabSz="1219688" fontAlgn="ctr">
                <a:defRPr/>
              </a:pPr>
              <a:endParaRPr lang="en-US" altLang="zh-CN" sz="1050" b="1" kern="0" dirty="0">
                <a:solidFill>
                  <a:srgbClr val="000000"/>
                </a:solidFill>
                <a:latin typeface="微软雅黑" panose="020B0503020204020204" pitchFamily="34" charset="-122"/>
                <a:cs typeface="arial" panose="020B0604020202020204" pitchFamily="34" charset="0"/>
                <a:sym typeface="Arial" panose="020B0604020202020204" pitchFamily="34" charset="0"/>
              </a:endParaRPr>
            </a:p>
          </p:txBody>
        </p:sp>
        <p:sp>
          <p:nvSpPr>
            <p:cNvPr id="10" name="梯形 9">
              <a:extLst>
                <a:ext uri="{FF2B5EF4-FFF2-40B4-BE49-F238E27FC236}">
                  <a16:creationId xmlns:a16="http://schemas.microsoft.com/office/drawing/2014/main" id="{4CC867BD-2425-4B31-A2A0-B5777335CFCD}"/>
                </a:ext>
              </a:extLst>
            </p:cNvPr>
            <p:cNvSpPr/>
            <p:nvPr/>
          </p:nvSpPr>
          <p:spPr>
            <a:xfrm>
              <a:off x="1517821" y="4718901"/>
              <a:ext cx="2906454" cy="402573"/>
            </a:xfrm>
            <a:prstGeom prst="trapezoid">
              <a:avLst>
                <a:gd name="adj" fmla="val 30745"/>
              </a:avLst>
            </a:prstGeom>
            <a:gradFill>
              <a:gsLst>
                <a:gs pos="100000">
                  <a:srgbClr val="7F7F7F">
                    <a:alpha val="5000"/>
                  </a:srgbClr>
                </a:gs>
                <a:gs pos="0">
                  <a:srgbClr val="7F7F7F">
                    <a:alpha val="0"/>
                  </a:srgbClr>
                </a:gs>
              </a:gsLst>
              <a:lin ang="16200000" scaled="0"/>
            </a:gradFill>
            <a:ln w="3175">
              <a:gradFill>
                <a:gsLst>
                  <a:gs pos="0">
                    <a:srgbClr val="666666">
                      <a:lumMod val="60000"/>
                      <a:lumOff val="40000"/>
                    </a:srgbClr>
                  </a:gs>
                  <a:gs pos="100000">
                    <a:srgbClr val="666666">
                      <a:lumMod val="20000"/>
                      <a:lumOff val="80000"/>
                      <a:alpha val="0"/>
                    </a:srgbClr>
                  </a:gs>
                </a:gsLst>
                <a:lin ang="5400000" scaled="0"/>
              </a:gradFill>
            </a:ln>
          </p:spPr>
          <p:txBody>
            <a:bodyPr vert="horz" wrap="square" lIns="91461" tIns="45731" rIns="91461" bIns="45731" numCol="1" anchor="t" anchorCtr="0" compatLnSpc="1">
              <a:prstTxWarp prst="textNoShape">
                <a:avLst/>
              </a:prstTxWarp>
            </a:bodyPr>
            <a:lstStyle/>
            <a:p>
              <a:pPr defTabSz="914583" fontAlgn="ctr">
                <a:defRPr/>
              </a:pPr>
              <a:endParaRPr lang="en-US" altLang="zh-CN" sz="1600" kern="0" dirty="0">
                <a:solidFill>
                  <a:srgbClr val="0D0D0D"/>
                </a:solidFill>
                <a:latin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11" name="矩形 10">
              <a:extLst>
                <a:ext uri="{FF2B5EF4-FFF2-40B4-BE49-F238E27FC236}">
                  <a16:creationId xmlns:a16="http://schemas.microsoft.com/office/drawing/2014/main" id="{6152D920-92AE-466C-9432-EC9B5001F149}"/>
                </a:ext>
              </a:extLst>
            </p:cNvPr>
            <p:cNvSpPr/>
            <p:nvPr/>
          </p:nvSpPr>
          <p:spPr>
            <a:xfrm>
              <a:off x="2402908" y="4475174"/>
              <a:ext cx="1172236" cy="169277"/>
            </a:xfrm>
            <a:prstGeom prst="rect">
              <a:avLst/>
            </a:prstGeom>
          </p:spPr>
          <p:txBody>
            <a:bodyPr wrap="square" lIns="0" tIns="0" rIns="0" bIns="0">
              <a:spAutoFit/>
            </a:bodyPr>
            <a:lstStyle/>
            <a:p>
              <a:pPr algn="ctr" defTabSz="714724">
                <a:defRPr/>
              </a:pPr>
              <a:r>
                <a:rPr kumimoji="1" lang="zh-CN" altLang="en-US" sz="1200" b="1" kern="0" dirty="0">
                  <a:solidFill>
                    <a:srgbClr val="1D1D1A"/>
                  </a:solidFill>
                  <a:latin typeface="微软雅黑" panose="020B0503020204020204" pitchFamily="34" charset="-122"/>
                  <a:cs typeface="+mn-ea"/>
                  <a:sym typeface="Arial" panose="020B0604020202020204" pitchFamily="34" charset="0"/>
                </a:rPr>
                <a:t>仓颉 </a:t>
              </a:r>
              <a:r>
                <a:rPr kumimoji="1" lang="en-US" altLang="zh-CN" sz="1200" b="1" kern="0" dirty="0">
                  <a:solidFill>
                    <a:srgbClr val="1D1D1A"/>
                  </a:solidFill>
                  <a:latin typeface="微软雅黑" panose="020B0503020204020204" pitchFamily="34" charset="-122"/>
                  <a:cs typeface="+mn-ea"/>
                  <a:sym typeface="Arial" panose="020B0604020202020204" pitchFamily="34" charset="0"/>
                </a:rPr>
                <a:t>AgentDSL</a:t>
              </a:r>
            </a:p>
          </p:txBody>
        </p:sp>
        <p:sp>
          <p:nvSpPr>
            <p:cNvPr id="12" name="矩形 11">
              <a:extLst>
                <a:ext uri="{FF2B5EF4-FFF2-40B4-BE49-F238E27FC236}">
                  <a16:creationId xmlns:a16="http://schemas.microsoft.com/office/drawing/2014/main" id="{8E63D2DE-453D-4E00-9742-711A81617145}"/>
                </a:ext>
              </a:extLst>
            </p:cNvPr>
            <p:cNvSpPr/>
            <p:nvPr/>
          </p:nvSpPr>
          <p:spPr>
            <a:xfrm>
              <a:off x="1375398" y="4839233"/>
              <a:ext cx="3191300" cy="226991"/>
            </a:xfrm>
            <a:prstGeom prst="rect">
              <a:avLst/>
            </a:prstGeom>
            <a:noFill/>
            <a:ln w="12700" cap="flat" cmpd="sng" algn="ctr">
              <a:noFill/>
              <a:prstDash val="solid"/>
              <a:miter lim="800000"/>
            </a:ln>
            <a:effectLst/>
          </p:spPr>
          <p:txBody>
            <a:bodyPr lIns="359718" rIns="359718" rtlCol="0" anchor="ctr" anchorCtr="0"/>
            <a:lstStyle/>
            <a:p>
              <a:pPr algn="ctr" defTabSz="714724" fontAlgn="ctr">
                <a:defRPr/>
              </a:pPr>
              <a:r>
                <a:rPr kumimoji="1" lang="zh-CN" altLang="en-US" sz="1000" b="1" kern="0" dirty="0">
                  <a:solidFill>
                    <a:srgbClr val="1D1D1A"/>
                  </a:solidFill>
                  <a:latin typeface="微软雅黑" panose="020B0503020204020204" pitchFamily="34" charset="-122"/>
                  <a:cs typeface="+mn-ea"/>
                  <a:sym typeface="Arial" panose="020B0604020202020204" pitchFamily="34" charset="0"/>
                </a:rPr>
                <a:t>模型聚合</a:t>
              </a:r>
              <a:r>
                <a:rPr kumimoji="1" lang="en-US" altLang="zh-CN" sz="1000" b="1" kern="0" dirty="0">
                  <a:solidFill>
                    <a:srgbClr val="1D1D1A"/>
                  </a:solidFill>
                  <a:latin typeface="微软雅黑" panose="020B0503020204020204" pitchFamily="34" charset="-122"/>
                  <a:cs typeface="+mn-ea"/>
                  <a:sym typeface="Arial" panose="020B0604020202020204" pitchFamily="34" charset="0"/>
                </a:rPr>
                <a:t> | </a:t>
              </a:r>
              <a:r>
                <a:rPr kumimoji="1" lang="zh-CN" altLang="en-US" sz="1000" b="1" kern="0" dirty="0">
                  <a:solidFill>
                    <a:srgbClr val="1D1D1A"/>
                  </a:solidFill>
                  <a:latin typeface="微软雅黑" panose="020B0503020204020204" pitchFamily="34" charset="-122"/>
                  <a:cs typeface="+mn-ea"/>
                  <a:sym typeface="Arial" panose="020B0604020202020204" pitchFamily="34" charset="0"/>
                </a:rPr>
                <a:t>多</a:t>
              </a:r>
              <a:r>
                <a:rPr kumimoji="1" lang="en-US" altLang="zh-CN" sz="1000" b="1" kern="0" dirty="0">
                  <a:solidFill>
                    <a:srgbClr val="1D1D1A"/>
                  </a:solidFill>
                  <a:latin typeface="微软雅黑" panose="020B0503020204020204" pitchFamily="34" charset="-122"/>
                  <a:cs typeface="+mn-ea"/>
                  <a:sym typeface="Arial" panose="020B0604020202020204" pitchFamily="34" charset="0"/>
                </a:rPr>
                <a:t>Agent</a:t>
              </a:r>
              <a:r>
                <a:rPr kumimoji="1" lang="zh-CN" altLang="en-US" sz="1000" b="1" kern="0" dirty="0">
                  <a:solidFill>
                    <a:srgbClr val="1D1D1A"/>
                  </a:solidFill>
                  <a:latin typeface="微软雅黑" panose="020B0503020204020204" pitchFamily="34" charset="-122"/>
                  <a:cs typeface="+mn-ea"/>
                  <a:sym typeface="Arial" panose="020B0604020202020204" pitchFamily="34" charset="0"/>
                </a:rPr>
                <a:t>协同</a:t>
              </a:r>
              <a:r>
                <a:rPr kumimoji="1" lang="en-US" altLang="zh-CN" sz="1000" b="1" kern="0" dirty="0">
                  <a:solidFill>
                    <a:srgbClr val="1D1D1A"/>
                  </a:solidFill>
                  <a:latin typeface="微软雅黑" panose="020B0503020204020204" pitchFamily="34" charset="-122"/>
                  <a:cs typeface="+mn-ea"/>
                  <a:sym typeface="Arial" panose="020B0604020202020204" pitchFamily="34" charset="0"/>
                </a:rPr>
                <a:t> |</a:t>
              </a:r>
              <a:r>
                <a:rPr kumimoji="1" lang="zh-CN" altLang="en-US" sz="1000" b="1" kern="0" dirty="0">
                  <a:solidFill>
                    <a:srgbClr val="1D1D1A"/>
                  </a:solidFill>
                  <a:latin typeface="微软雅黑" panose="020B0503020204020204" pitchFamily="34" charset="-122"/>
                  <a:cs typeface="+mn-ea"/>
                  <a:sym typeface="Arial" panose="020B0604020202020204" pitchFamily="34" charset="0"/>
                </a:rPr>
                <a:t>高效检索</a:t>
              </a:r>
              <a:r>
                <a:rPr kumimoji="1" lang="en-US" altLang="zh-CN" sz="1000" b="1" kern="0" dirty="0">
                  <a:solidFill>
                    <a:srgbClr val="1D1D1A"/>
                  </a:solidFill>
                  <a:latin typeface="微软雅黑" panose="020B0503020204020204" pitchFamily="34" charset="-122"/>
                  <a:cs typeface="+mn-ea"/>
                  <a:sym typeface="Arial" panose="020B0604020202020204" pitchFamily="34" charset="0"/>
                </a:rPr>
                <a:t>RAG | </a:t>
              </a:r>
              <a:r>
                <a:rPr kumimoji="1" lang="zh-CN" altLang="en-US" sz="1000" b="1" kern="0" dirty="0">
                  <a:solidFill>
                    <a:srgbClr val="1D1D1A"/>
                  </a:solidFill>
                  <a:latin typeface="微软雅黑" panose="020B0503020204020204" pitchFamily="34" charset="-122"/>
                  <a:cs typeface="+mn-ea"/>
                  <a:sym typeface="Arial" panose="020B0604020202020204" pitchFamily="34" charset="0"/>
                </a:rPr>
                <a:t>智能工具链</a:t>
              </a:r>
              <a:endParaRPr kumimoji="1" lang="en-US" altLang="zh-CN" sz="1000" b="1" kern="0" dirty="0">
                <a:solidFill>
                  <a:srgbClr val="1D1D1A"/>
                </a:solidFill>
                <a:latin typeface="微软雅黑" panose="020B0503020204020204" pitchFamily="34" charset="-122"/>
                <a:cs typeface="+mn-ea"/>
                <a:sym typeface="Arial" panose="020B0604020202020204" pitchFamily="34" charset="0"/>
              </a:endParaRPr>
            </a:p>
          </p:txBody>
        </p:sp>
      </p:grpSp>
      <p:sp>
        <p:nvSpPr>
          <p:cNvPr id="13" name="矩形 12">
            <a:extLst>
              <a:ext uri="{FF2B5EF4-FFF2-40B4-BE49-F238E27FC236}">
                <a16:creationId xmlns:a16="http://schemas.microsoft.com/office/drawing/2014/main" id="{FC8F7850-7793-443B-9DA0-46AE07F50558}"/>
              </a:ext>
            </a:extLst>
          </p:cNvPr>
          <p:cNvSpPr/>
          <p:nvPr/>
        </p:nvSpPr>
        <p:spPr>
          <a:xfrm>
            <a:off x="3346508" y="4079828"/>
            <a:ext cx="706427" cy="153888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pPr algn="ctr" defTabSz="714724">
              <a:defRPr/>
            </a:pPr>
            <a:endParaRPr kumimoji="1" lang="en-US" altLang="zh-CN" sz="1000" b="1" kern="0" dirty="0">
              <a:solidFill>
                <a:srgbClr val="FFFFFF"/>
              </a:solidFill>
              <a:latin typeface="微软雅黑" panose="020B0503020204020204" pitchFamily="34" charset="-122"/>
              <a:cs typeface="+mn-ea"/>
              <a:sym typeface="Arial" panose="020B0604020202020204" pitchFamily="34" charset="0"/>
            </a:endParaRP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3D06A173-8293-4025-8A4C-E71B798E0B1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33447" y="3162300"/>
            <a:ext cx="4079041" cy="1965803"/>
          </a:xfrm>
          <a:prstGeom prst="rect">
            <a:avLst/>
          </a:prstGeom>
        </p:spPr>
      </p:pic>
      <p:sp>
        <p:nvSpPr>
          <p:cNvPr id="14" name="文本框 13">
            <a:extLst>
              <a:ext uri="{FF2B5EF4-FFF2-40B4-BE49-F238E27FC236}">
                <a16:creationId xmlns:a16="http://schemas.microsoft.com/office/drawing/2014/main" id="{B195DEAC-B777-448E-9F8C-BF0E0F408C3A}"/>
              </a:ext>
            </a:extLst>
          </p:cNvPr>
          <p:cNvSpPr txBox="1"/>
          <p:nvPr/>
        </p:nvSpPr>
        <p:spPr>
          <a:xfrm>
            <a:off x="8923349" y="3463174"/>
            <a:ext cx="2540550" cy="276999"/>
          </a:xfrm>
          <a:prstGeom prst="rect">
            <a:avLst/>
          </a:prstGeom>
          <a:solidFill>
            <a:sysClr val="windowText" lastClr="000000">
              <a:lumMod val="85000"/>
              <a:lumOff val="15000"/>
            </a:sysClr>
          </a:solidFill>
          <a:ln>
            <a:solidFill>
              <a:sysClr val="window" lastClr="FFFFFF">
                <a:lumMod val="50000"/>
              </a:sysClr>
            </a:solidFill>
          </a:ln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1000" b="1">
                <a:solidFill>
                  <a:srgbClr val="9ED072"/>
                </a:solidFill>
                <a:effectLst/>
                <a:latin typeface="Consolas" panose="020B0609020204030204" pitchFamily="49" charset="0"/>
              </a:defRPr>
            </a:lvl1pPr>
          </a:lstStyle>
          <a:p>
            <a:pPr defTabSz="999707">
              <a:defRPr/>
            </a:pPr>
            <a:r>
              <a:rPr lang="en-US" altLang="zh-CN" sz="1200" kern="0" dirty="0">
                <a:ea typeface="等线" panose="02010600030101010101" pitchFamily="2" charset="-122"/>
              </a:rPr>
              <a:t>agent1 </a:t>
            </a:r>
            <a:r>
              <a:rPr lang="en-US" altLang="zh-CN" sz="1200" kern="0" dirty="0">
                <a:solidFill>
                  <a:srgbClr val="FFC000"/>
                </a:solidFill>
                <a:ea typeface="等线" panose="02010600030101010101" pitchFamily="2" charset="-122"/>
              </a:rPr>
              <a:t>|&gt;</a:t>
            </a:r>
            <a:r>
              <a:rPr lang="en-US" altLang="zh-CN" sz="1200" kern="0" dirty="0">
                <a:ea typeface="等线" panose="02010600030101010101" pitchFamily="2" charset="-122"/>
              </a:rPr>
              <a:t> agent2 </a:t>
            </a:r>
            <a:r>
              <a:rPr lang="en-US" altLang="zh-CN" sz="1200" kern="0" dirty="0">
                <a:solidFill>
                  <a:srgbClr val="FFC000"/>
                </a:solidFill>
                <a:ea typeface="等线" panose="02010600030101010101" pitchFamily="2" charset="-122"/>
              </a:rPr>
              <a:t>|&gt;</a:t>
            </a:r>
            <a:r>
              <a:rPr lang="en-US" altLang="zh-CN" sz="1200" kern="0" dirty="0">
                <a:ea typeface="等线" panose="02010600030101010101" pitchFamily="2" charset="-122"/>
              </a:rPr>
              <a:t> agent3</a:t>
            </a: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A65E8CAA-E7C3-49CB-AA1E-8EE5AF0EF1A6}"/>
              </a:ext>
            </a:extLst>
          </p:cNvPr>
          <p:cNvSpPr txBox="1"/>
          <p:nvPr/>
        </p:nvSpPr>
        <p:spPr>
          <a:xfrm>
            <a:off x="8798124" y="4676259"/>
            <a:ext cx="2333993" cy="276999"/>
          </a:xfrm>
          <a:prstGeom prst="rect">
            <a:avLst/>
          </a:prstGeom>
          <a:solidFill>
            <a:sysClr val="windowText" lastClr="000000">
              <a:lumMod val="85000"/>
              <a:lumOff val="15000"/>
            </a:sysClr>
          </a:solidFill>
          <a:ln>
            <a:solidFill>
              <a:sysClr val="window" lastClr="FFFFFF">
                <a:lumMod val="50000"/>
              </a:sysClr>
            </a:solidFill>
          </a:ln>
        </p:spPr>
        <p:txBody>
          <a:bodyPr wrap="square" rtlCol="0">
            <a:spAutoFit/>
          </a:bodyPr>
          <a:lstStyle/>
          <a:p>
            <a:pPr defTabSz="999707">
              <a:defRPr/>
            </a:pPr>
            <a:r>
              <a:rPr lang="en-US" altLang="zh-CN" sz="1200" b="1" kern="0" dirty="0">
                <a:solidFill>
                  <a:srgbClr val="9ED072"/>
                </a:solidFill>
                <a:latin typeface="Consolas" panose="020B0609020204030204" pitchFamily="49" charset="0"/>
                <a:ea typeface="等线" panose="02010600030101010101" pitchFamily="2" charset="-122"/>
              </a:rPr>
              <a:t>agent1</a:t>
            </a:r>
            <a:r>
              <a:rPr lang="zh-CN" altLang="en-US" sz="1200" b="1" kern="0" dirty="0">
                <a:solidFill>
                  <a:srgbClr val="9ED072"/>
                </a:solidFill>
                <a:latin typeface="Consolas" panose="020B0609020204030204" pitchFamily="49" charset="0"/>
                <a:ea typeface="等线" panose="02010600030101010101" pitchFamily="2" charset="-122"/>
              </a:rPr>
              <a:t> </a:t>
            </a:r>
            <a:r>
              <a:rPr lang="en-US" altLang="zh-CN" sz="1200" b="1" kern="0" dirty="0">
                <a:solidFill>
                  <a:srgbClr val="FFC000"/>
                </a:solidFill>
                <a:latin typeface="Consolas" panose="020B0609020204030204" pitchFamily="49" charset="0"/>
                <a:ea typeface="等线" panose="02010600030101010101" pitchFamily="2" charset="-122"/>
              </a:rPr>
              <a:t>|</a:t>
            </a:r>
            <a:r>
              <a:rPr lang="zh-CN" altLang="en-US" sz="1200" b="1" kern="0" dirty="0">
                <a:solidFill>
                  <a:srgbClr val="9ED072"/>
                </a:solidFill>
                <a:latin typeface="Consolas" panose="020B0609020204030204" pitchFamily="49" charset="0"/>
                <a:ea typeface="等线" panose="02010600030101010101" pitchFamily="2" charset="-122"/>
              </a:rPr>
              <a:t> </a:t>
            </a:r>
            <a:r>
              <a:rPr lang="en-US" altLang="zh-CN" sz="1200" b="1" kern="0" dirty="0">
                <a:solidFill>
                  <a:srgbClr val="9ED072"/>
                </a:solidFill>
                <a:latin typeface="Consolas" panose="020B0609020204030204" pitchFamily="49" charset="0"/>
                <a:ea typeface="等线" panose="02010600030101010101" pitchFamily="2" charset="-122"/>
              </a:rPr>
              <a:t>agent2</a:t>
            </a:r>
            <a:r>
              <a:rPr lang="zh-CN" altLang="en-US" sz="1200" b="1" kern="0" dirty="0">
                <a:solidFill>
                  <a:srgbClr val="9ED072"/>
                </a:solidFill>
                <a:latin typeface="Consolas" panose="020B0609020204030204" pitchFamily="49" charset="0"/>
                <a:ea typeface="等线" panose="02010600030101010101" pitchFamily="2" charset="-122"/>
              </a:rPr>
              <a:t> </a:t>
            </a:r>
            <a:r>
              <a:rPr lang="en-US" altLang="zh-CN" sz="1200" b="1" kern="0" dirty="0">
                <a:solidFill>
                  <a:srgbClr val="FFC000"/>
                </a:solidFill>
                <a:latin typeface="Consolas" panose="020B0609020204030204" pitchFamily="49" charset="0"/>
                <a:ea typeface="等线" panose="02010600030101010101" pitchFamily="2" charset="-122"/>
              </a:rPr>
              <a:t>|</a:t>
            </a:r>
            <a:r>
              <a:rPr lang="zh-CN" altLang="en-US" sz="1200" b="1" kern="0" dirty="0">
                <a:solidFill>
                  <a:srgbClr val="9ED072"/>
                </a:solidFill>
                <a:latin typeface="Consolas" panose="020B0609020204030204" pitchFamily="49" charset="0"/>
                <a:ea typeface="等线" panose="02010600030101010101" pitchFamily="2" charset="-122"/>
              </a:rPr>
              <a:t> </a:t>
            </a:r>
            <a:r>
              <a:rPr lang="en-US" altLang="zh-CN" sz="1200" b="1" kern="0" dirty="0">
                <a:solidFill>
                  <a:srgbClr val="9ED072"/>
                </a:solidFill>
                <a:latin typeface="Consolas" panose="020B0609020204030204" pitchFamily="49" charset="0"/>
                <a:ea typeface="等线" panose="02010600030101010101" pitchFamily="2" charset="-122"/>
              </a:rPr>
              <a:t>agent3</a:t>
            </a: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B4100333-AB8B-473C-8934-A2510FD68FD5}"/>
              </a:ext>
            </a:extLst>
          </p:cNvPr>
          <p:cNvSpPr txBox="1"/>
          <p:nvPr/>
        </p:nvSpPr>
        <p:spPr>
          <a:xfrm>
            <a:off x="6368628" y="4018272"/>
            <a:ext cx="2427238" cy="276999"/>
          </a:xfrm>
          <a:prstGeom prst="rect">
            <a:avLst/>
          </a:prstGeom>
          <a:solidFill>
            <a:sysClr val="windowText" lastClr="000000">
              <a:lumMod val="85000"/>
              <a:lumOff val="15000"/>
            </a:sysClr>
          </a:solidFill>
          <a:ln>
            <a:solidFill>
              <a:sysClr val="window" lastClr="FFFFFF">
                <a:lumMod val="50000"/>
              </a:sysClr>
            </a:solidFill>
          </a:ln>
        </p:spPr>
        <p:txBody>
          <a:bodyPr wrap="square" rtlCol="0">
            <a:spAutoFit/>
          </a:bodyPr>
          <a:lstStyle/>
          <a:p>
            <a:pPr defTabSz="999707">
              <a:defRPr/>
            </a:pPr>
            <a:r>
              <a:rPr lang="en-US" altLang="zh-CN" sz="1200" b="1" kern="0" dirty="0">
                <a:solidFill>
                  <a:srgbClr val="9ED072"/>
                </a:solidFill>
                <a:latin typeface="Consolas" panose="020B0609020204030204" pitchFamily="49" charset="0"/>
                <a:ea typeface="等线" panose="02010600030101010101" pitchFamily="2" charset="-122"/>
              </a:rPr>
              <a:t>agent1 </a:t>
            </a:r>
            <a:r>
              <a:rPr lang="en-US" altLang="zh-CN" sz="1200" b="1" kern="0" dirty="0">
                <a:solidFill>
                  <a:srgbClr val="FFC000"/>
                </a:solidFill>
                <a:latin typeface="Consolas" panose="020B0609020204030204" pitchFamily="49" charset="0"/>
                <a:ea typeface="等线" panose="02010600030101010101" pitchFamily="2" charset="-122"/>
              </a:rPr>
              <a:t>&lt;=</a:t>
            </a:r>
            <a:r>
              <a:rPr lang="en-US" altLang="zh-CN" sz="1200" b="1" kern="0" dirty="0">
                <a:solidFill>
                  <a:srgbClr val="9ED072"/>
                </a:solidFill>
                <a:latin typeface="Consolas" panose="020B0609020204030204" pitchFamily="49" charset="0"/>
                <a:ea typeface="等线" panose="02010600030101010101" pitchFamily="2" charset="-122"/>
              </a:rPr>
              <a:t> [agent2, agent3]</a:t>
            </a: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ED038D9A-A28D-4ED8-98FB-20F212FD30C0}"/>
              </a:ext>
            </a:extLst>
          </p:cNvPr>
          <p:cNvSpPr/>
          <p:nvPr/>
        </p:nvSpPr>
        <p:spPr>
          <a:xfrm>
            <a:off x="1844258" y="2360873"/>
            <a:ext cx="3026018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 defTabSz="1011586" fontAlgn="base">
              <a:spcBef>
                <a:spcPct val="20000"/>
              </a:spcBef>
              <a:spcAft>
                <a:spcPct val="0"/>
              </a:spcAft>
              <a:buClr>
                <a:srgbClr val="990000"/>
              </a:buClr>
              <a:defRPr/>
            </a:pPr>
            <a:r>
              <a:rPr kumimoji="1" lang="zh-CN" altLang="en-US" sz="1600" b="1" dirty="0">
                <a:solidFill>
                  <a:srgbClr val="1D1D1A"/>
                </a:solidFill>
                <a:latin typeface="FZLanTingHeiS-R-GB"/>
              </a:rPr>
              <a:t>自然语言</a:t>
            </a:r>
            <a:r>
              <a:rPr kumimoji="1" lang="en-US" altLang="zh-CN" sz="1600" b="1" dirty="0">
                <a:solidFill>
                  <a:srgbClr val="1D1D1A"/>
                </a:solidFill>
                <a:latin typeface="FZLanTingHeiS-R-GB"/>
              </a:rPr>
              <a:t>&amp;</a:t>
            </a:r>
            <a:r>
              <a:rPr kumimoji="1" lang="zh-CN" altLang="en-US" sz="1600" b="1" dirty="0">
                <a:solidFill>
                  <a:srgbClr val="1D1D1A"/>
                </a:solidFill>
                <a:latin typeface="FZLanTingHeiS-R-GB"/>
              </a:rPr>
              <a:t>编程语言有机融合</a:t>
            </a:r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3E8506B5-DF1E-49E3-A73D-96862D74A7C6}"/>
              </a:ext>
            </a:extLst>
          </p:cNvPr>
          <p:cNvSpPr/>
          <p:nvPr/>
        </p:nvSpPr>
        <p:spPr>
          <a:xfrm>
            <a:off x="7163512" y="2354896"/>
            <a:ext cx="2934601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 defTabSz="1011586" fontAlgn="base">
              <a:spcBef>
                <a:spcPct val="20000"/>
              </a:spcBef>
              <a:spcAft>
                <a:spcPct val="0"/>
              </a:spcAft>
              <a:buClr>
                <a:srgbClr val="990000"/>
              </a:buClr>
              <a:defRPr/>
            </a:pPr>
            <a:r>
              <a:rPr kumimoji="1" lang="zh-CN" altLang="en-US" sz="1600" b="1" dirty="0">
                <a:solidFill>
                  <a:srgbClr val="1D1D1A"/>
                </a:solidFill>
                <a:latin typeface="FZLanTingHeiS-R-GB"/>
              </a:rPr>
              <a:t>简化符号表达，模式自由组合</a:t>
            </a:r>
          </a:p>
        </p:txBody>
      </p:sp>
      <p:sp>
        <p:nvSpPr>
          <p:cNvPr id="19" name="文本框 18">
            <a:extLst>
              <a:ext uri="{FF2B5EF4-FFF2-40B4-BE49-F238E27FC236}">
                <a16:creationId xmlns:a16="http://schemas.microsoft.com/office/drawing/2014/main" id="{9071B759-0127-40AB-B775-2ED000D0AB1E}"/>
              </a:ext>
            </a:extLst>
          </p:cNvPr>
          <p:cNvSpPr txBox="1"/>
          <p:nvPr/>
        </p:nvSpPr>
        <p:spPr>
          <a:xfrm>
            <a:off x="1541985" y="2805800"/>
            <a:ext cx="3998198" cy="1754326"/>
          </a:xfrm>
          <a:prstGeom prst="rect">
            <a:avLst/>
          </a:prstGeom>
          <a:solidFill>
            <a:sysClr val="windowText" lastClr="000000">
              <a:lumMod val="85000"/>
              <a:lumOff val="15000"/>
            </a:sysClr>
          </a:solidFill>
          <a:ln>
            <a:solidFill>
              <a:sysClr val="window" lastClr="FFFFFF">
                <a:lumMod val="50000"/>
              </a:sysClr>
            </a:solidFill>
          </a:ln>
        </p:spPr>
        <p:txBody>
          <a:bodyPr wrap="square" rtlCol="0">
            <a:spAutoFit/>
          </a:bodyPr>
          <a:lstStyle/>
          <a:p>
            <a:pPr defTabSz="999707">
              <a:defRPr/>
            </a:pPr>
            <a:r>
              <a:rPr lang="en-US" altLang="zh-CN" sz="1200" b="1" kern="0" dirty="0">
                <a:solidFill>
                  <a:srgbClr val="F1BF43"/>
                </a:solidFill>
                <a:latin typeface="Consolas" panose="020B0609020204030204" pitchFamily="49" charset="0"/>
                <a:ea typeface="等线" panose="02010600030101010101" pitchFamily="2" charset="-122"/>
              </a:rPr>
              <a:t>@agent </a:t>
            </a:r>
            <a:r>
              <a:rPr lang="en-US" altLang="zh-CN" sz="1200" b="1" kern="0" dirty="0">
                <a:solidFill>
                  <a:srgbClr val="9ED072"/>
                </a:solidFill>
                <a:latin typeface="Consolas" panose="020B0609020204030204" pitchFamily="49" charset="0"/>
                <a:ea typeface="等线" panose="02010600030101010101" pitchFamily="2" charset="-122"/>
              </a:rPr>
              <a:t>class Planner {</a:t>
            </a:r>
          </a:p>
          <a:p>
            <a:pPr defTabSz="999707">
              <a:defRPr/>
            </a:pPr>
            <a:r>
              <a:rPr lang="en-US" altLang="zh-CN" sz="1200" b="1" kern="0" dirty="0">
                <a:solidFill>
                  <a:srgbClr val="9ED072"/>
                </a:solidFill>
                <a:latin typeface="Consolas" panose="020B0609020204030204" pitchFamily="49" charset="0"/>
                <a:ea typeface="等线" panose="02010600030101010101" pitchFamily="2" charset="-122"/>
              </a:rPr>
              <a:t>  </a:t>
            </a:r>
            <a:r>
              <a:rPr lang="en-US" altLang="zh-CN" sz="1200" b="1" kern="0" dirty="0">
                <a:solidFill>
                  <a:srgbClr val="F1BF43"/>
                </a:solidFill>
                <a:latin typeface="Consolas" panose="020B0609020204030204" pitchFamily="49" charset="0"/>
                <a:ea typeface="等线" panose="02010600030101010101" pitchFamily="2" charset="-122"/>
              </a:rPr>
              <a:t>@prompt</a:t>
            </a:r>
            <a:r>
              <a:rPr lang="en-US" altLang="zh-CN" sz="1200" b="1" kern="0" dirty="0">
                <a:solidFill>
                  <a:srgbClr val="9ED072"/>
                </a:solidFill>
                <a:latin typeface="Consolas" panose="020B0609020204030204" pitchFamily="49" charset="0"/>
                <a:ea typeface="等线" panose="02010600030101010101" pitchFamily="2" charset="-122"/>
              </a:rPr>
              <a:t>[</a:t>
            </a:r>
            <a:r>
              <a:rPr lang="en-US" altLang="zh-CN" sz="1200" b="1" kern="0" dirty="0">
                <a:solidFill>
                  <a:srgbClr val="F1BF43"/>
                </a:solidFill>
                <a:latin typeface="Consolas" panose="020B0609020204030204" pitchFamily="49" charset="0"/>
                <a:ea typeface="等线" panose="02010600030101010101" pitchFamily="2" charset="-122"/>
              </a:rPr>
              <a:t>pattern=APE</a:t>
            </a:r>
            <a:r>
              <a:rPr lang="en-US" altLang="zh-CN" sz="1200" b="1" kern="0" dirty="0">
                <a:solidFill>
                  <a:srgbClr val="9ED072"/>
                </a:solidFill>
                <a:latin typeface="Consolas" panose="020B0609020204030204" pitchFamily="49" charset="0"/>
                <a:ea typeface="等线" panose="02010600030101010101" pitchFamily="2" charset="-122"/>
              </a:rPr>
              <a:t>] (</a:t>
            </a:r>
          </a:p>
          <a:p>
            <a:pPr defTabSz="999707">
              <a:defRPr/>
            </a:pPr>
            <a:r>
              <a:rPr lang="en-US" altLang="zh-CN" sz="1200" b="1" kern="0" dirty="0">
                <a:solidFill>
                  <a:srgbClr val="9ED072"/>
                </a:solidFill>
                <a:latin typeface="Consolas" panose="020B0609020204030204" pitchFamily="49" charset="0"/>
                <a:ea typeface="等线" panose="02010600030101010101" pitchFamily="2" charset="-122"/>
              </a:rPr>
              <a:t>    </a:t>
            </a:r>
            <a:r>
              <a:rPr lang="en-US" altLang="zh-CN" sz="1200" b="1" kern="0" dirty="0">
                <a:solidFill>
                  <a:srgbClr val="F1BF43"/>
                </a:solidFill>
                <a:latin typeface="Consolas" panose="020B0609020204030204" pitchFamily="49" charset="0"/>
                <a:ea typeface="等线" panose="02010600030101010101" pitchFamily="2" charset="-122"/>
              </a:rPr>
              <a:t>action</a:t>
            </a:r>
            <a:r>
              <a:rPr lang="en-US" altLang="zh-CN" sz="1200" b="1" kern="0" dirty="0">
                <a:solidFill>
                  <a:srgbClr val="9ED072"/>
                </a:solidFill>
                <a:latin typeface="Consolas" panose="020B0609020204030204" pitchFamily="49" charset="0"/>
                <a:ea typeface="等线" panose="02010600030101010101" pitchFamily="2" charset="-122"/>
              </a:rPr>
              <a:t>: "</a:t>
            </a:r>
            <a:r>
              <a:rPr lang="zh-CN" altLang="en-US" sz="1200" b="1" kern="0" dirty="0">
                <a:solidFill>
                  <a:srgbClr val="9ED072"/>
                </a:solidFill>
                <a:latin typeface="Consolas" panose="020B0609020204030204" pitchFamily="49" charset="0"/>
                <a:ea typeface="等线" panose="02010600030101010101" pitchFamily="2" charset="-122"/>
              </a:rPr>
              <a:t>帮助用户制定旅行路线</a:t>
            </a:r>
            <a:r>
              <a:rPr lang="en-US" altLang="zh-CN" sz="1200" b="1" kern="0" dirty="0">
                <a:solidFill>
                  <a:srgbClr val="9ED072"/>
                </a:solidFill>
                <a:latin typeface="Consolas" panose="020B0609020204030204" pitchFamily="49" charset="0"/>
                <a:ea typeface="等线" panose="02010600030101010101" pitchFamily="2" charset="-122"/>
              </a:rPr>
              <a:t>",</a:t>
            </a:r>
          </a:p>
          <a:p>
            <a:pPr defTabSz="999707">
              <a:defRPr/>
            </a:pPr>
            <a:r>
              <a:rPr lang="en-US" altLang="zh-CN" sz="1200" b="1" kern="0" dirty="0">
                <a:solidFill>
                  <a:srgbClr val="9ED072"/>
                </a:solidFill>
                <a:latin typeface="Consolas" panose="020B0609020204030204" pitchFamily="49" charset="0"/>
                <a:ea typeface="等线" panose="02010600030101010101" pitchFamily="2" charset="-122"/>
              </a:rPr>
              <a:t>    </a:t>
            </a:r>
            <a:r>
              <a:rPr lang="en-US" altLang="zh-CN" sz="1200" b="1" kern="0" dirty="0">
                <a:solidFill>
                  <a:srgbClr val="F1BF43"/>
                </a:solidFill>
                <a:latin typeface="Consolas" panose="020B0609020204030204" pitchFamily="49" charset="0"/>
                <a:ea typeface="等线" panose="02010600030101010101" pitchFamily="2" charset="-122"/>
              </a:rPr>
              <a:t>purpose</a:t>
            </a:r>
            <a:r>
              <a:rPr lang="en-US" altLang="zh-CN" sz="1200" b="1" kern="0" dirty="0">
                <a:solidFill>
                  <a:srgbClr val="9ED072"/>
                </a:solidFill>
                <a:latin typeface="Consolas" panose="020B0609020204030204" pitchFamily="49" charset="0"/>
                <a:ea typeface="等线" panose="02010600030101010101" pitchFamily="2" charset="-122"/>
              </a:rPr>
              <a:t>: "</a:t>
            </a:r>
            <a:r>
              <a:rPr lang="zh-CN" altLang="en-US" sz="1200" b="1" kern="0" dirty="0">
                <a:solidFill>
                  <a:srgbClr val="9ED072"/>
                </a:solidFill>
                <a:latin typeface="Consolas" panose="020B0609020204030204" pitchFamily="49" charset="0"/>
                <a:ea typeface="等线" panose="02010600030101010101" pitchFamily="2" charset="-122"/>
              </a:rPr>
              <a:t>让用户在计划时间内多参观景点并得到充分休息</a:t>
            </a:r>
            <a:r>
              <a:rPr lang="en-US" altLang="zh-CN" sz="1200" b="1" kern="0" dirty="0">
                <a:solidFill>
                  <a:srgbClr val="9ED072"/>
                </a:solidFill>
                <a:latin typeface="Consolas" panose="020B0609020204030204" pitchFamily="49" charset="0"/>
                <a:ea typeface="等线" panose="02010600030101010101" pitchFamily="2" charset="-122"/>
              </a:rPr>
              <a:t>",</a:t>
            </a:r>
          </a:p>
          <a:p>
            <a:pPr defTabSz="999707">
              <a:defRPr/>
            </a:pPr>
            <a:r>
              <a:rPr lang="en-US" altLang="zh-CN" sz="1200" b="1" kern="0" dirty="0">
                <a:solidFill>
                  <a:srgbClr val="9ED072"/>
                </a:solidFill>
                <a:latin typeface="Consolas" panose="020B0609020204030204" pitchFamily="49" charset="0"/>
                <a:ea typeface="等线" panose="02010600030101010101" pitchFamily="2" charset="-122"/>
              </a:rPr>
              <a:t>    </a:t>
            </a:r>
            <a:r>
              <a:rPr lang="en-US" altLang="zh-CN" sz="1200" b="1" kern="0" dirty="0">
                <a:solidFill>
                  <a:srgbClr val="F1BF43"/>
                </a:solidFill>
                <a:latin typeface="Consolas" panose="020B0609020204030204" pitchFamily="49" charset="0"/>
                <a:ea typeface="等线" panose="02010600030101010101" pitchFamily="2" charset="-122"/>
              </a:rPr>
              <a:t>expectation</a:t>
            </a:r>
            <a:r>
              <a:rPr lang="en-US" altLang="zh-CN" sz="1200" b="1" kern="0" dirty="0">
                <a:solidFill>
                  <a:srgbClr val="9ED072"/>
                </a:solidFill>
                <a:latin typeface="Consolas" panose="020B0609020204030204" pitchFamily="49" charset="0"/>
                <a:ea typeface="等线" panose="02010600030101010101" pitchFamily="2" charset="-122"/>
              </a:rPr>
              <a:t>: “</a:t>
            </a:r>
            <a:r>
              <a:rPr lang="zh-CN" altLang="en-US" sz="1200" b="1" kern="0" dirty="0">
                <a:solidFill>
                  <a:srgbClr val="9ED072"/>
                </a:solidFill>
                <a:latin typeface="Consolas" panose="020B0609020204030204" pitchFamily="49" charset="0"/>
                <a:ea typeface="等线" panose="02010600030101010101" pitchFamily="2" charset="-122"/>
              </a:rPr>
              <a:t>生成一条合理的旅游景点路线，包括时间、景点、通勤等信息</a:t>
            </a:r>
            <a:r>
              <a:rPr lang="en-US" altLang="zh-CN" sz="1200" b="1" kern="0" dirty="0">
                <a:solidFill>
                  <a:srgbClr val="9ED072"/>
                </a:solidFill>
                <a:latin typeface="Consolas" panose="020B0609020204030204" pitchFamily="49" charset="0"/>
                <a:ea typeface="等线" panose="02010600030101010101" pitchFamily="2" charset="-122"/>
              </a:rPr>
              <a:t>"</a:t>
            </a:r>
          </a:p>
          <a:p>
            <a:pPr defTabSz="999707">
              <a:defRPr/>
            </a:pPr>
            <a:r>
              <a:rPr lang="en-US" altLang="zh-CN" sz="1200" b="1" kern="0" dirty="0">
                <a:solidFill>
                  <a:srgbClr val="9ED072"/>
                </a:solidFill>
                <a:latin typeface="Consolas" panose="020B0609020204030204" pitchFamily="49" charset="0"/>
                <a:ea typeface="等线" panose="02010600030101010101" pitchFamily="2" charset="-122"/>
              </a:rPr>
              <a:t>    )</a:t>
            </a:r>
          </a:p>
          <a:p>
            <a:pPr defTabSz="999707">
              <a:defRPr/>
            </a:pPr>
            <a:r>
              <a:rPr lang="en-US" altLang="zh-CN" sz="1200" b="1" kern="0" dirty="0">
                <a:solidFill>
                  <a:srgbClr val="9ED072"/>
                </a:solidFill>
                <a:latin typeface="Consolas" panose="020B0609020204030204" pitchFamily="49" charset="0"/>
                <a:ea typeface="等线" panose="02010600030101010101" pitchFamily="2" charset="-122"/>
              </a:rPr>
              <a:t>}</a:t>
            </a: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3029CCFB-F1A8-4BEA-B867-3913B8C34A80}"/>
              </a:ext>
            </a:extLst>
          </p:cNvPr>
          <p:cNvSpPr txBox="1"/>
          <p:nvPr/>
        </p:nvSpPr>
        <p:spPr>
          <a:xfrm>
            <a:off x="4052935" y="6210300"/>
            <a:ext cx="431636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2000" b="1" dirty="0"/>
              <a:t>基于仓颉的</a:t>
            </a:r>
            <a:r>
              <a:rPr lang="en-US" altLang="zh-CN" sz="2000" b="1" dirty="0" err="1"/>
              <a:t>eDSL</a:t>
            </a:r>
            <a:r>
              <a:rPr lang="zh-CN" altLang="en-US" sz="2000" b="1" dirty="0"/>
              <a:t>能力</a:t>
            </a:r>
          </a:p>
        </p:txBody>
      </p:sp>
    </p:spTree>
    <p:extLst>
      <p:ext uri="{BB962C8B-B14F-4D97-AF65-F5344CB8AC3E}">
        <p14:creationId xmlns:p14="http://schemas.microsoft.com/office/powerpoint/2010/main" val="3611417036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0506875-A608-42BD-9D27-39DB4BA187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对代码生成友好的编程语言？</a:t>
            </a:r>
          </a:p>
        </p:txBody>
      </p:sp>
      <p:grpSp>
        <p:nvGrpSpPr>
          <p:cNvPr id="4" name="组合 3">
            <a:extLst>
              <a:ext uri="{FF2B5EF4-FFF2-40B4-BE49-F238E27FC236}">
                <a16:creationId xmlns:a16="http://schemas.microsoft.com/office/drawing/2014/main" id="{368B246D-BA35-4AA2-A0F9-C1A44B17C277}"/>
              </a:ext>
            </a:extLst>
          </p:cNvPr>
          <p:cNvGrpSpPr/>
          <p:nvPr/>
        </p:nvGrpSpPr>
        <p:grpSpPr>
          <a:xfrm>
            <a:off x="351981" y="1856589"/>
            <a:ext cx="5409978" cy="3815772"/>
            <a:chOff x="6459387" y="2462474"/>
            <a:chExt cx="5409978" cy="3815772"/>
          </a:xfrm>
        </p:grpSpPr>
        <p:sp>
          <p:nvSpPr>
            <p:cNvPr id="6" name="流程图: 卡片 5">
              <a:extLst>
                <a:ext uri="{FF2B5EF4-FFF2-40B4-BE49-F238E27FC236}">
                  <a16:creationId xmlns:a16="http://schemas.microsoft.com/office/drawing/2014/main" id="{6408D6CA-C02A-4064-B9D7-5DAE39CA7766}"/>
                </a:ext>
              </a:extLst>
            </p:cNvPr>
            <p:cNvSpPr/>
            <p:nvPr/>
          </p:nvSpPr>
          <p:spPr>
            <a:xfrm>
              <a:off x="6555623" y="2462474"/>
              <a:ext cx="1331957" cy="683287"/>
            </a:xfrm>
            <a:prstGeom prst="flowChartPunchedCard">
              <a:avLst/>
            </a:prstGeom>
            <a:solidFill>
              <a:srgbClr val="0070C0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914478">
                <a:defRPr/>
              </a:pPr>
              <a:r>
                <a:rPr lang="zh-CN" altLang="en-US" b="1" kern="0" dirty="0">
                  <a:solidFill>
                    <a:srgbClr val="FFFFFF"/>
                  </a:solidFill>
                  <a:latin typeface="Calibri" panose="020F0502020204030204"/>
                  <a:ea typeface="等线" panose="02010600030101010101" pitchFamily="2" charset="-122"/>
                </a:rPr>
                <a:t>需求</a:t>
              </a:r>
              <a:endParaRPr lang="en-US" altLang="zh-CN" b="1" kern="0" dirty="0">
                <a:solidFill>
                  <a:srgbClr val="FFFFFF"/>
                </a:solidFill>
                <a:latin typeface="Calibri" panose="020F0502020204030204"/>
                <a:ea typeface="等线" panose="02010600030101010101" pitchFamily="2" charset="-122"/>
              </a:endParaRPr>
            </a:p>
            <a:p>
              <a:pPr algn="ctr" defTabSz="914478">
                <a:defRPr/>
              </a:pPr>
              <a:r>
                <a:rPr lang="zh-CN" altLang="en-US" b="1" kern="0" dirty="0">
                  <a:solidFill>
                    <a:srgbClr val="FFFFFF"/>
                  </a:solidFill>
                  <a:latin typeface="Calibri" panose="020F0502020204030204"/>
                  <a:ea typeface="等线" panose="02010600030101010101" pitchFamily="2" charset="-122"/>
                </a:rPr>
                <a:t>（</a:t>
              </a:r>
              <a:r>
                <a:rPr lang="en-US" altLang="zh-CN" b="1" kern="0" dirty="0">
                  <a:solidFill>
                    <a:srgbClr val="FFFFFF"/>
                  </a:solidFill>
                  <a:latin typeface="Calibri" panose="020F0502020204030204"/>
                  <a:ea typeface="等线" panose="02010600030101010101" pitchFamily="2" charset="-122"/>
                </a:rPr>
                <a:t>Prompt</a:t>
              </a:r>
              <a:r>
                <a:rPr lang="zh-CN" altLang="en-US" b="1" kern="0" dirty="0">
                  <a:solidFill>
                    <a:srgbClr val="FFFFFF"/>
                  </a:solidFill>
                  <a:latin typeface="Calibri" panose="020F0502020204030204"/>
                  <a:ea typeface="等线" panose="02010600030101010101" pitchFamily="2" charset="-122"/>
                </a:rPr>
                <a:t>）</a:t>
              </a:r>
            </a:p>
          </p:txBody>
        </p:sp>
        <p:sp>
          <p:nvSpPr>
            <p:cNvPr id="7" name="椭圆 6">
              <a:extLst>
                <a:ext uri="{FF2B5EF4-FFF2-40B4-BE49-F238E27FC236}">
                  <a16:creationId xmlns:a16="http://schemas.microsoft.com/office/drawing/2014/main" id="{A69A2F24-B1A1-4307-82B6-E12A9BD15678}"/>
                </a:ext>
              </a:extLst>
            </p:cNvPr>
            <p:cNvSpPr/>
            <p:nvPr/>
          </p:nvSpPr>
          <p:spPr>
            <a:xfrm>
              <a:off x="9179503" y="2462474"/>
              <a:ext cx="1302796" cy="662996"/>
            </a:xfrm>
            <a:prstGeom prst="ellipse">
              <a:avLst/>
            </a:prstGeom>
            <a:solidFill>
              <a:sysClr val="window" lastClr="FFFFFF"/>
            </a:solidFill>
            <a:ln w="1270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defRPr/>
              </a:pPr>
              <a:r>
                <a:rPr lang="en-US" sz="1600" kern="0" dirty="0">
                  <a:solidFill>
                    <a:prstClr val="black"/>
                  </a:solidFill>
                  <a:latin typeface="Calibri" panose="020F0502020204030204"/>
                </a:rPr>
                <a:t>LLM</a:t>
              </a:r>
            </a:p>
          </p:txBody>
        </p:sp>
        <p:sp>
          <p:nvSpPr>
            <p:cNvPr id="8" name="箭头: 右 7">
              <a:extLst>
                <a:ext uri="{FF2B5EF4-FFF2-40B4-BE49-F238E27FC236}">
                  <a16:creationId xmlns:a16="http://schemas.microsoft.com/office/drawing/2014/main" id="{49AE8FED-72C2-4E7C-B381-FC8E87794157}"/>
                </a:ext>
              </a:extLst>
            </p:cNvPr>
            <p:cNvSpPr/>
            <p:nvPr/>
          </p:nvSpPr>
          <p:spPr>
            <a:xfrm>
              <a:off x="8269793" y="2703007"/>
              <a:ext cx="733530" cy="221063"/>
            </a:xfrm>
            <a:prstGeom prst="rightArrow">
              <a:avLst/>
            </a:prstGeom>
            <a:solidFill>
              <a:srgbClr val="0070C0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914478">
                <a:defRPr/>
              </a:pPr>
              <a:endParaRPr lang="zh-CN" altLang="en-US" kern="0" dirty="0">
                <a:solidFill>
                  <a:srgbClr val="666666"/>
                </a:solidFill>
                <a:latin typeface="Calibri" panose="020F0502020204030204"/>
                <a:ea typeface="等线" panose="02010600030101010101" pitchFamily="2" charset="-122"/>
              </a:endParaRPr>
            </a:p>
          </p:txBody>
        </p:sp>
        <p:sp>
          <p:nvSpPr>
            <p:cNvPr id="9" name="箭头: 直角上 8">
              <a:extLst>
                <a:ext uri="{FF2B5EF4-FFF2-40B4-BE49-F238E27FC236}">
                  <a16:creationId xmlns:a16="http://schemas.microsoft.com/office/drawing/2014/main" id="{7790DCEC-4D03-44DB-B59F-C1978DF4F4AA}"/>
                </a:ext>
              </a:extLst>
            </p:cNvPr>
            <p:cNvSpPr/>
            <p:nvPr/>
          </p:nvSpPr>
          <p:spPr>
            <a:xfrm rot="10800000" flipH="1">
              <a:off x="10631134" y="2745773"/>
              <a:ext cx="844084" cy="356594"/>
            </a:xfrm>
            <a:prstGeom prst="bentUpArrow">
              <a:avLst>
                <a:gd name="adj1" fmla="val 33453"/>
                <a:gd name="adj2" fmla="val 32045"/>
                <a:gd name="adj3" fmla="val 25000"/>
              </a:avLst>
            </a:prstGeom>
            <a:solidFill>
              <a:srgbClr val="0070C0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914478">
                <a:defRPr/>
              </a:pPr>
              <a:endParaRPr lang="zh-CN" altLang="en-US" kern="0">
                <a:solidFill>
                  <a:srgbClr val="666666"/>
                </a:solidFill>
                <a:latin typeface="Calibri" panose="020F0502020204030204"/>
                <a:ea typeface="等线" panose="02010600030101010101" pitchFamily="2" charset="-122"/>
              </a:endParaRPr>
            </a:p>
          </p:txBody>
        </p:sp>
        <p:sp>
          <p:nvSpPr>
            <p:cNvPr id="10" name="流程图: 文档 9">
              <a:extLst>
                <a:ext uri="{FF2B5EF4-FFF2-40B4-BE49-F238E27FC236}">
                  <a16:creationId xmlns:a16="http://schemas.microsoft.com/office/drawing/2014/main" id="{099DA171-E835-4FAF-9C2D-7BE29C5FAA59}"/>
                </a:ext>
              </a:extLst>
            </p:cNvPr>
            <p:cNvSpPr/>
            <p:nvPr/>
          </p:nvSpPr>
          <p:spPr>
            <a:xfrm>
              <a:off x="10890728" y="3287179"/>
              <a:ext cx="978637" cy="1092958"/>
            </a:xfrm>
            <a:prstGeom prst="flowChartDocument">
              <a:avLst/>
            </a:prstGeom>
            <a:solidFill>
              <a:srgbClr val="0070C0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914478">
                <a:defRPr/>
              </a:pPr>
              <a:endParaRPr lang="zh-CN" altLang="en-US" kern="0">
                <a:solidFill>
                  <a:srgbClr val="666666"/>
                </a:solidFill>
                <a:latin typeface="Calibri" panose="020F0502020204030204"/>
                <a:ea typeface="等线" panose="02010600030101010101" pitchFamily="2" charset="-122"/>
              </a:endParaRPr>
            </a:p>
          </p:txBody>
        </p:sp>
        <p:sp>
          <p:nvSpPr>
            <p:cNvPr id="11" name="文本框 10">
              <a:extLst>
                <a:ext uri="{FF2B5EF4-FFF2-40B4-BE49-F238E27FC236}">
                  <a16:creationId xmlns:a16="http://schemas.microsoft.com/office/drawing/2014/main" id="{3AC8EE76-5DB5-4B9B-86B5-8429B474CB23}"/>
                </a:ext>
              </a:extLst>
            </p:cNvPr>
            <p:cNvSpPr txBox="1"/>
            <p:nvPr/>
          </p:nvSpPr>
          <p:spPr>
            <a:xfrm>
              <a:off x="11160099" y="3647687"/>
              <a:ext cx="665979" cy="276999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defTabSz="914478">
                <a:defRPr/>
              </a:pPr>
              <a:r>
                <a:rPr kumimoji="1" lang="zh-CN" altLang="en-US" kern="0" dirty="0">
                  <a:solidFill>
                    <a:srgbClr val="FFFFFF"/>
                  </a:solidFill>
                  <a:latin typeface="Microsoft YaHei" panose="020B0503020204020204" pitchFamily="34" charset="-122"/>
                </a:rPr>
                <a:t>代码</a:t>
              </a:r>
            </a:p>
          </p:txBody>
        </p:sp>
        <p:pic>
          <p:nvPicPr>
            <p:cNvPr id="12" name="图片 11">
              <a:extLst>
                <a:ext uri="{FF2B5EF4-FFF2-40B4-BE49-F238E27FC236}">
                  <a16:creationId xmlns:a16="http://schemas.microsoft.com/office/drawing/2014/main" id="{6734D9CD-6C02-4758-8650-A262419FFFB8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 flipH="1">
              <a:off x="7795849" y="3322553"/>
              <a:ext cx="1302796" cy="1299210"/>
            </a:xfrm>
            <a:prstGeom prst="rect">
              <a:avLst/>
            </a:prstGeom>
          </p:spPr>
        </p:pic>
        <p:sp>
          <p:nvSpPr>
            <p:cNvPr id="13" name="箭头: 右 12">
              <a:extLst>
                <a:ext uri="{FF2B5EF4-FFF2-40B4-BE49-F238E27FC236}">
                  <a16:creationId xmlns:a16="http://schemas.microsoft.com/office/drawing/2014/main" id="{CAE0DAB7-1AD0-43CA-870D-A391C090C6A8}"/>
                </a:ext>
              </a:extLst>
            </p:cNvPr>
            <p:cNvSpPr/>
            <p:nvPr/>
          </p:nvSpPr>
          <p:spPr>
            <a:xfrm>
              <a:off x="9391697" y="3760073"/>
              <a:ext cx="1090602" cy="208225"/>
            </a:xfrm>
            <a:prstGeom prst="rightArrow">
              <a:avLst/>
            </a:prstGeom>
            <a:solidFill>
              <a:srgbClr val="FFFFFF"/>
            </a:solidFill>
            <a:ln w="1270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914478">
                <a:defRPr/>
              </a:pPr>
              <a:endParaRPr lang="zh-CN" altLang="en-US" kern="0">
                <a:solidFill>
                  <a:srgbClr val="666666"/>
                </a:solidFill>
                <a:latin typeface="Calibri" panose="020F0502020204030204"/>
                <a:ea typeface="等线" panose="02010600030101010101" pitchFamily="2" charset="-122"/>
              </a:endParaRPr>
            </a:p>
          </p:txBody>
        </p:sp>
        <p:sp>
          <p:nvSpPr>
            <p:cNvPr id="14" name="文本框 13">
              <a:extLst>
                <a:ext uri="{FF2B5EF4-FFF2-40B4-BE49-F238E27FC236}">
                  <a16:creationId xmlns:a16="http://schemas.microsoft.com/office/drawing/2014/main" id="{AF612B91-A7DA-48C1-94E2-808090486111}"/>
                </a:ext>
              </a:extLst>
            </p:cNvPr>
            <p:cNvSpPr txBox="1"/>
            <p:nvPr/>
          </p:nvSpPr>
          <p:spPr>
            <a:xfrm>
              <a:off x="9207887" y="3513852"/>
              <a:ext cx="1385779" cy="246221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defTabSz="914478">
                <a:defRPr/>
              </a:pPr>
              <a:r>
                <a:rPr kumimoji="1" lang="zh-CN" altLang="en-US" sz="1600" kern="0" dirty="0">
                  <a:solidFill>
                    <a:srgbClr val="000000"/>
                  </a:solidFill>
                  <a:latin typeface="Microsoft YaHei" panose="020B0503020204020204" pitchFamily="34" charset="-122"/>
                </a:rPr>
                <a:t>代码阅读</a:t>
              </a:r>
              <a:r>
                <a:rPr kumimoji="1" lang="en-US" altLang="zh-CN" sz="1600" kern="0" dirty="0">
                  <a:solidFill>
                    <a:srgbClr val="000000"/>
                  </a:solidFill>
                  <a:latin typeface="Microsoft YaHei" panose="020B0503020204020204" pitchFamily="34" charset="-122"/>
                </a:rPr>
                <a:t>/</a:t>
              </a:r>
              <a:r>
                <a:rPr kumimoji="1" lang="zh-CN" altLang="en-US" sz="1600" kern="0" dirty="0">
                  <a:solidFill>
                    <a:srgbClr val="000000"/>
                  </a:solidFill>
                  <a:latin typeface="Microsoft YaHei" panose="020B0503020204020204" pitchFamily="34" charset="-122"/>
                </a:rPr>
                <a:t>评审</a:t>
              </a:r>
            </a:p>
          </p:txBody>
        </p:sp>
        <p:sp>
          <p:nvSpPr>
            <p:cNvPr id="15" name="箭头: 右 14">
              <a:extLst>
                <a:ext uri="{FF2B5EF4-FFF2-40B4-BE49-F238E27FC236}">
                  <a16:creationId xmlns:a16="http://schemas.microsoft.com/office/drawing/2014/main" id="{FFEFC3C4-E44E-4CE6-9854-98F6BDFC86F7}"/>
                </a:ext>
              </a:extLst>
            </p:cNvPr>
            <p:cNvSpPr/>
            <p:nvPr/>
          </p:nvSpPr>
          <p:spPr>
            <a:xfrm rot="20564816">
              <a:off x="9391698" y="4163342"/>
              <a:ext cx="1090602" cy="208225"/>
            </a:xfrm>
            <a:prstGeom prst="rightArrow">
              <a:avLst/>
            </a:prstGeom>
            <a:solidFill>
              <a:srgbClr val="FFFFFF"/>
            </a:solidFill>
            <a:ln w="1270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914478">
                <a:defRPr/>
              </a:pPr>
              <a:endParaRPr lang="zh-CN" altLang="en-US" kern="0">
                <a:solidFill>
                  <a:srgbClr val="666666"/>
                </a:solidFill>
                <a:latin typeface="Calibri" panose="020F0502020204030204"/>
                <a:ea typeface="等线" panose="02010600030101010101" pitchFamily="2" charset="-122"/>
              </a:endParaRPr>
            </a:p>
          </p:txBody>
        </p:sp>
        <p:sp>
          <p:nvSpPr>
            <p:cNvPr id="16" name="文本框 15">
              <a:extLst>
                <a:ext uri="{FF2B5EF4-FFF2-40B4-BE49-F238E27FC236}">
                  <a16:creationId xmlns:a16="http://schemas.microsoft.com/office/drawing/2014/main" id="{683C9A42-4611-45CF-97F4-EB32E2150156}"/>
                </a:ext>
              </a:extLst>
            </p:cNvPr>
            <p:cNvSpPr txBox="1"/>
            <p:nvPr/>
          </p:nvSpPr>
          <p:spPr>
            <a:xfrm rot="20477646">
              <a:off x="9271049" y="4372367"/>
              <a:ext cx="1385779" cy="246221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defTabSz="914478">
                <a:defRPr/>
              </a:pPr>
              <a:r>
                <a:rPr kumimoji="1" lang="zh-CN" altLang="en-US" sz="1600" kern="0" dirty="0">
                  <a:solidFill>
                    <a:srgbClr val="000000"/>
                  </a:solidFill>
                  <a:latin typeface="Microsoft YaHei" panose="020B0503020204020204" pitchFamily="34" charset="-122"/>
                </a:rPr>
                <a:t>代码测试</a:t>
              </a:r>
              <a:r>
                <a:rPr kumimoji="1" lang="en-US" altLang="zh-CN" sz="1600" kern="0" dirty="0">
                  <a:solidFill>
                    <a:srgbClr val="000000"/>
                  </a:solidFill>
                  <a:latin typeface="Microsoft YaHei" panose="020B0503020204020204" pitchFamily="34" charset="-122"/>
                </a:rPr>
                <a:t>/</a:t>
              </a:r>
              <a:r>
                <a:rPr kumimoji="1" lang="zh-CN" altLang="en-US" sz="1600" kern="0" dirty="0">
                  <a:solidFill>
                    <a:srgbClr val="000000"/>
                  </a:solidFill>
                  <a:latin typeface="Microsoft YaHei" panose="020B0503020204020204" pitchFamily="34" charset="-122"/>
                </a:rPr>
                <a:t>验证</a:t>
              </a:r>
            </a:p>
          </p:txBody>
        </p:sp>
        <p:sp>
          <p:nvSpPr>
            <p:cNvPr id="17" name="箭头: 直角上 16">
              <a:extLst>
                <a:ext uri="{FF2B5EF4-FFF2-40B4-BE49-F238E27FC236}">
                  <a16:creationId xmlns:a16="http://schemas.microsoft.com/office/drawing/2014/main" id="{E2F95CF9-5659-445A-84EC-7AC5BAA6D087}"/>
                </a:ext>
              </a:extLst>
            </p:cNvPr>
            <p:cNvSpPr/>
            <p:nvPr/>
          </p:nvSpPr>
          <p:spPr>
            <a:xfrm rot="5400000" flipV="1">
              <a:off x="10433479" y="4520872"/>
              <a:ext cx="883438" cy="1085220"/>
            </a:xfrm>
            <a:prstGeom prst="bentUpArrow">
              <a:avLst>
                <a:gd name="adj1" fmla="val 12871"/>
                <a:gd name="adj2" fmla="val 16555"/>
                <a:gd name="adj3" fmla="val 14916"/>
              </a:avLst>
            </a:prstGeom>
            <a:noFill/>
            <a:ln w="12700" cap="flat" cmpd="sng" algn="ctr">
              <a:solidFill>
                <a:srgbClr val="1D1D1A"/>
              </a:solidFill>
              <a:prstDash val="solid"/>
              <a:miter lim="800000"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914478">
                <a:defRPr/>
              </a:pPr>
              <a:endParaRPr lang="zh-CN" altLang="en-US" kern="0">
                <a:solidFill>
                  <a:srgbClr val="666666"/>
                </a:solidFill>
                <a:latin typeface="Calibri" panose="020F0502020204030204"/>
                <a:ea typeface="等线" panose="02010600030101010101" pitchFamily="2" charset="-122"/>
              </a:endParaRPr>
            </a:p>
          </p:txBody>
        </p:sp>
        <p:sp>
          <p:nvSpPr>
            <p:cNvPr id="18" name="文本框 17">
              <a:extLst>
                <a:ext uri="{FF2B5EF4-FFF2-40B4-BE49-F238E27FC236}">
                  <a16:creationId xmlns:a16="http://schemas.microsoft.com/office/drawing/2014/main" id="{D8D28B62-5FE5-4988-9300-C6A462E591AA}"/>
                </a:ext>
              </a:extLst>
            </p:cNvPr>
            <p:cNvSpPr txBox="1"/>
            <p:nvPr/>
          </p:nvSpPr>
          <p:spPr>
            <a:xfrm>
              <a:off x="8608322" y="5202031"/>
              <a:ext cx="2022812" cy="276999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defTabSz="914478">
                <a:defRPr/>
              </a:pPr>
              <a:r>
                <a:rPr kumimoji="1" lang="zh-CN" altLang="en-US" kern="0" dirty="0">
                  <a:solidFill>
                    <a:srgbClr val="000000"/>
                  </a:solidFill>
                  <a:latin typeface="Microsoft YaHei" panose="020B0503020204020204" pitchFamily="34" charset="-122"/>
                </a:rPr>
                <a:t>编译</a:t>
              </a:r>
              <a:r>
                <a:rPr kumimoji="1" lang="en-US" altLang="zh-CN" kern="0" dirty="0">
                  <a:solidFill>
                    <a:srgbClr val="000000"/>
                  </a:solidFill>
                  <a:latin typeface="Microsoft YaHei" panose="020B0503020204020204" pitchFamily="34" charset="-122"/>
                </a:rPr>
                <a:t>/</a:t>
              </a:r>
              <a:r>
                <a:rPr kumimoji="1" lang="zh-CN" altLang="en-US" kern="0" dirty="0">
                  <a:solidFill>
                    <a:srgbClr val="000000"/>
                  </a:solidFill>
                  <a:latin typeface="Microsoft YaHei" panose="020B0503020204020204" pitchFamily="34" charset="-122"/>
                </a:rPr>
                <a:t>分发</a:t>
              </a:r>
              <a:r>
                <a:rPr kumimoji="1" lang="en-US" altLang="zh-CN" kern="0" dirty="0">
                  <a:solidFill>
                    <a:srgbClr val="000000"/>
                  </a:solidFill>
                  <a:latin typeface="Microsoft YaHei" panose="020B0503020204020204" pitchFamily="34" charset="-122"/>
                </a:rPr>
                <a:t>/</a:t>
              </a:r>
              <a:r>
                <a:rPr kumimoji="1" lang="zh-CN" altLang="en-US" kern="0" dirty="0">
                  <a:solidFill>
                    <a:srgbClr val="000000"/>
                  </a:solidFill>
                  <a:latin typeface="Microsoft YaHei" panose="020B0503020204020204" pitchFamily="34" charset="-122"/>
                </a:rPr>
                <a:t>部署</a:t>
              </a:r>
            </a:p>
          </p:txBody>
        </p:sp>
        <p:sp>
          <p:nvSpPr>
            <p:cNvPr id="19" name="文本框 18">
              <a:extLst>
                <a:ext uri="{FF2B5EF4-FFF2-40B4-BE49-F238E27FC236}">
                  <a16:creationId xmlns:a16="http://schemas.microsoft.com/office/drawing/2014/main" id="{FEDA7AD2-5B09-48BE-B4F3-5EC7D270C6A9}"/>
                </a:ext>
              </a:extLst>
            </p:cNvPr>
            <p:cNvSpPr txBox="1"/>
            <p:nvPr/>
          </p:nvSpPr>
          <p:spPr>
            <a:xfrm>
              <a:off x="6459387" y="5724248"/>
              <a:ext cx="5353683" cy="553998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defTabSz="914478">
                <a:defRPr/>
              </a:pPr>
              <a:r>
                <a:rPr kumimoji="1" lang="zh-CN" altLang="en-US" b="1" kern="0" dirty="0">
                  <a:solidFill>
                    <a:srgbClr val="000000"/>
                  </a:solidFill>
                  <a:latin typeface="Microsoft YaHei" panose="020B0503020204020204" pitchFamily="34" charset="-122"/>
                </a:rPr>
                <a:t>关键挑战：</a:t>
              </a:r>
              <a:r>
                <a:rPr kumimoji="1" lang="zh-CN" altLang="en-US" kern="0" dirty="0">
                  <a:solidFill>
                    <a:srgbClr val="000000"/>
                  </a:solidFill>
                  <a:latin typeface="Microsoft YaHei" panose="020B0503020204020204" pitchFamily="34" charset="-122"/>
                </a:rPr>
                <a:t>提升生成能力，代码更易读（更加声明式，</a:t>
              </a:r>
              <a:r>
                <a:rPr kumimoji="1" lang="en-US" altLang="zh-CN" kern="0" dirty="0">
                  <a:solidFill>
                    <a:srgbClr val="000000"/>
                  </a:solidFill>
                  <a:latin typeface="Microsoft YaHei" panose="020B0503020204020204" pitchFamily="34" charset="-122"/>
                </a:rPr>
                <a:t>Very High-Level PL</a:t>
              </a:r>
              <a:r>
                <a:rPr kumimoji="1" lang="zh-CN" altLang="en-US" kern="0" dirty="0">
                  <a:solidFill>
                    <a:srgbClr val="000000"/>
                  </a:solidFill>
                  <a:latin typeface="Microsoft YaHei" panose="020B0503020204020204" pitchFamily="34" charset="-122"/>
                </a:rPr>
                <a:t>），更易测试</a:t>
              </a:r>
              <a:r>
                <a:rPr kumimoji="1" lang="en-US" altLang="zh-CN" kern="0" dirty="0">
                  <a:solidFill>
                    <a:srgbClr val="000000"/>
                  </a:solidFill>
                  <a:latin typeface="Microsoft YaHei" panose="020B0503020204020204" pitchFamily="34" charset="-122"/>
                </a:rPr>
                <a:t>/</a:t>
              </a:r>
              <a:r>
                <a:rPr kumimoji="1" lang="zh-CN" altLang="en-US" kern="0" dirty="0">
                  <a:solidFill>
                    <a:srgbClr val="000000"/>
                  </a:solidFill>
                  <a:latin typeface="Microsoft YaHei" panose="020B0503020204020204" pitchFamily="34" charset="-122"/>
                </a:rPr>
                <a:t>验证</a:t>
              </a:r>
            </a:p>
          </p:txBody>
        </p:sp>
      </p:grpSp>
      <p:sp>
        <p:nvSpPr>
          <p:cNvPr id="20" name="左大括号 19">
            <a:extLst>
              <a:ext uri="{FF2B5EF4-FFF2-40B4-BE49-F238E27FC236}">
                <a16:creationId xmlns:a16="http://schemas.microsoft.com/office/drawing/2014/main" id="{D3172AF2-E03E-4E86-992E-1631D73262CE}"/>
              </a:ext>
            </a:extLst>
          </p:cNvPr>
          <p:cNvSpPr/>
          <p:nvPr/>
        </p:nvSpPr>
        <p:spPr>
          <a:xfrm>
            <a:off x="6118840" y="1941906"/>
            <a:ext cx="566880" cy="2709863"/>
          </a:xfrm>
          <a:prstGeom prst="leftBrace">
            <a:avLst>
              <a:gd name="adj1" fmla="val 41502"/>
              <a:gd name="adj2" fmla="val 50000"/>
            </a:avLst>
          </a:prstGeom>
          <a:noFill/>
          <a:ln w="6350" cap="flat" cmpd="sng" algn="ctr">
            <a:solidFill>
              <a:srgbClr val="1D1D1A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algn="ctr" defTabSz="914478">
              <a:defRPr/>
            </a:pPr>
            <a:endParaRPr lang="zh-CN" altLang="en-US" kern="0">
              <a:solidFill>
                <a:srgbClr val="1D1D1A"/>
              </a:solidFill>
              <a:latin typeface="Calibri" panose="020F0502020204030204"/>
              <a:ea typeface="等线" panose="02010600030101010101" pitchFamily="2" charset="-122"/>
            </a:endParaRP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4BA88AE4-F33D-4957-95E2-3E5FD812EBF6}"/>
              </a:ext>
            </a:extLst>
          </p:cNvPr>
          <p:cNvSpPr txBox="1"/>
          <p:nvPr/>
        </p:nvSpPr>
        <p:spPr>
          <a:xfrm>
            <a:off x="6799312" y="4228417"/>
            <a:ext cx="1388852" cy="2769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defTabSz="914478">
              <a:defRPr/>
            </a:pPr>
            <a:r>
              <a:rPr kumimoji="1" lang="zh-CN" altLang="en-US" b="1" dirty="0">
                <a:solidFill>
                  <a:srgbClr val="000000"/>
                </a:solidFill>
                <a:latin typeface="Microsoft YaHei" panose="020B0503020204020204" pitchFamily="34" charset="-122"/>
              </a:rPr>
              <a:t>编程语言：</a:t>
            </a: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51D5B98C-38DE-4761-8671-5F837A2F978E}"/>
              </a:ext>
            </a:extLst>
          </p:cNvPr>
          <p:cNvSpPr txBox="1"/>
          <p:nvPr/>
        </p:nvSpPr>
        <p:spPr>
          <a:xfrm>
            <a:off x="6773001" y="1830874"/>
            <a:ext cx="1217044" cy="2769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defTabSz="914478">
              <a:defRPr/>
            </a:pPr>
            <a:r>
              <a:rPr kumimoji="1" lang="en-US" altLang="zh-CN" b="1" dirty="0">
                <a:solidFill>
                  <a:srgbClr val="000000"/>
                </a:solidFill>
                <a:latin typeface="Microsoft YaHei" panose="020B0503020204020204" pitchFamily="34" charset="-122"/>
              </a:rPr>
              <a:t>IDE</a:t>
            </a:r>
            <a:endParaRPr kumimoji="1" lang="zh-CN" altLang="en-US" b="1" dirty="0">
              <a:solidFill>
                <a:srgbClr val="000000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23" name="左大括号 22">
            <a:extLst>
              <a:ext uri="{FF2B5EF4-FFF2-40B4-BE49-F238E27FC236}">
                <a16:creationId xmlns:a16="http://schemas.microsoft.com/office/drawing/2014/main" id="{4159CAC6-6C19-4ACE-8969-8082278FCBFB}"/>
              </a:ext>
            </a:extLst>
          </p:cNvPr>
          <p:cNvSpPr/>
          <p:nvPr/>
        </p:nvSpPr>
        <p:spPr>
          <a:xfrm>
            <a:off x="7309950" y="1556719"/>
            <a:ext cx="298258" cy="809074"/>
          </a:xfrm>
          <a:prstGeom prst="leftBrace">
            <a:avLst>
              <a:gd name="adj1" fmla="val 32914"/>
              <a:gd name="adj2" fmla="val 50000"/>
            </a:avLst>
          </a:prstGeom>
          <a:noFill/>
          <a:ln w="6350" cap="flat" cmpd="sng" algn="ctr">
            <a:solidFill>
              <a:srgbClr val="1D1D1A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algn="ctr" defTabSz="914478">
              <a:defRPr/>
            </a:pPr>
            <a:endParaRPr lang="zh-CN" altLang="en-US" kern="0">
              <a:solidFill>
                <a:srgbClr val="1D1D1A"/>
              </a:solidFill>
              <a:latin typeface="Calibri" panose="020F0502020204030204"/>
              <a:ea typeface="等线" panose="02010600030101010101" pitchFamily="2" charset="-122"/>
            </a:endParaRPr>
          </a:p>
        </p:txBody>
      </p:sp>
      <p:sp>
        <p:nvSpPr>
          <p:cNvPr id="24" name="文本框 23">
            <a:extLst>
              <a:ext uri="{FF2B5EF4-FFF2-40B4-BE49-F238E27FC236}">
                <a16:creationId xmlns:a16="http://schemas.microsoft.com/office/drawing/2014/main" id="{AF6BAA53-3D08-4476-B78D-882554842014}"/>
              </a:ext>
            </a:extLst>
          </p:cNvPr>
          <p:cNvSpPr txBox="1"/>
          <p:nvPr/>
        </p:nvSpPr>
        <p:spPr>
          <a:xfrm>
            <a:off x="7704316" y="1401151"/>
            <a:ext cx="1300613" cy="2769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defTabSz="914478">
              <a:defRPr/>
            </a:pPr>
            <a:r>
              <a:rPr kumimoji="1" lang="zh-CN" altLang="en-US" b="1" dirty="0">
                <a:solidFill>
                  <a:srgbClr val="000000"/>
                </a:solidFill>
                <a:latin typeface="Microsoft YaHei" panose="020B0503020204020204" pitchFamily="34" charset="-122"/>
              </a:rPr>
              <a:t>代码生成</a:t>
            </a:r>
          </a:p>
        </p:txBody>
      </p:sp>
      <p:sp>
        <p:nvSpPr>
          <p:cNvPr id="25" name="文本框 24">
            <a:extLst>
              <a:ext uri="{FF2B5EF4-FFF2-40B4-BE49-F238E27FC236}">
                <a16:creationId xmlns:a16="http://schemas.microsoft.com/office/drawing/2014/main" id="{C1164034-0C3E-4873-88CB-59B6C3EF0124}"/>
              </a:ext>
            </a:extLst>
          </p:cNvPr>
          <p:cNvSpPr txBox="1"/>
          <p:nvPr/>
        </p:nvSpPr>
        <p:spPr>
          <a:xfrm>
            <a:off x="7704315" y="2126277"/>
            <a:ext cx="3551445" cy="55399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defTabSz="914478">
              <a:defRPr/>
            </a:pPr>
            <a:r>
              <a:rPr kumimoji="1" lang="zh-CN" altLang="en-US" dirty="0">
                <a:solidFill>
                  <a:srgbClr val="000000"/>
                </a:solidFill>
                <a:latin typeface="Microsoft YaHei" panose="020B0503020204020204" pitchFamily="34" charset="-122"/>
              </a:rPr>
              <a:t>对经典软件工程实践的更好支持：代码评审、测试、验证等</a:t>
            </a:r>
          </a:p>
        </p:txBody>
      </p:sp>
      <p:sp>
        <p:nvSpPr>
          <p:cNvPr id="26" name="文本框 25">
            <a:extLst>
              <a:ext uri="{FF2B5EF4-FFF2-40B4-BE49-F238E27FC236}">
                <a16:creationId xmlns:a16="http://schemas.microsoft.com/office/drawing/2014/main" id="{8A1A6B03-2BC5-4964-9375-E9422D579713}"/>
              </a:ext>
            </a:extLst>
          </p:cNvPr>
          <p:cNvSpPr txBox="1"/>
          <p:nvPr/>
        </p:nvSpPr>
        <p:spPr>
          <a:xfrm>
            <a:off x="6799312" y="4590630"/>
            <a:ext cx="1527350" cy="83099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defTabSz="914478">
              <a:defRPr/>
            </a:pPr>
            <a:r>
              <a:rPr kumimoji="1" lang="zh-CN" altLang="en-US" dirty="0">
                <a:solidFill>
                  <a:srgbClr val="000000"/>
                </a:solidFill>
                <a:latin typeface="Microsoft YaHei" panose="020B0503020204020204" pitchFamily="34" charset="-122"/>
              </a:rPr>
              <a:t>代码更易阅读、评审、验证、测试等</a:t>
            </a:r>
          </a:p>
        </p:txBody>
      </p:sp>
      <p:sp>
        <p:nvSpPr>
          <p:cNvPr id="27" name="左大括号 26">
            <a:extLst>
              <a:ext uri="{FF2B5EF4-FFF2-40B4-BE49-F238E27FC236}">
                <a16:creationId xmlns:a16="http://schemas.microsoft.com/office/drawing/2014/main" id="{C8C58E5E-631F-4D88-B98B-3374A569C463}"/>
              </a:ext>
            </a:extLst>
          </p:cNvPr>
          <p:cNvSpPr/>
          <p:nvPr/>
        </p:nvSpPr>
        <p:spPr>
          <a:xfrm>
            <a:off x="8213449" y="3508036"/>
            <a:ext cx="216218" cy="1610327"/>
          </a:xfrm>
          <a:prstGeom prst="leftBrace">
            <a:avLst>
              <a:gd name="adj1" fmla="val 32914"/>
              <a:gd name="adj2" fmla="val 50000"/>
            </a:avLst>
          </a:prstGeom>
          <a:noFill/>
          <a:ln w="6350" cap="flat" cmpd="sng" algn="ctr">
            <a:solidFill>
              <a:srgbClr val="1D1D1A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algn="ctr" defTabSz="914478">
              <a:defRPr/>
            </a:pPr>
            <a:endParaRPr lang="zh-CN" altLang="en-US" kern="0">
              <a:solidFill>
                <a:srgbClr val="1D1D1A"/>
              </a:solidFill>
              <a:latin typeface="Calibri" panose="020F0502020204030204"/>
              <a:ea typeface="等线" panose="02010600030101010101" pitchFamily="2" charset="-122"/>
            </a:endParaRPr>
          </a:p>
        </p:txBody>
      </p:sp>
      <p:sp>
        <p:nvSpPr>
          <p:cNvPr id="28" name="文本框 27">
            <a:extLst>
              <a:ext uri="{FF2B5EF4-FFF2-40B4-BE49-F238E27FC236}">
                <a16:creationId xmlns:a16="http://schemas.microsoft.com/office/drawing/2014/main" id="{9FE88F75-7F25-42FC-A4B9-CDE39659F166}"/>
              </a:ext>
            </a:extLst>
          </p:cNvPr>
          <p:cNvSpPr txBox="1"/>
          <p:nvPr/>
        </p:nvSpPr>
        <p:spPr>
          <a:xfrm>
            <a:off x="8615419" y="3335405"/>
            <a:ext cx="2962181" cy="55399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defTabSz="914478">
              <a:defRPr/>
            </a:pPr>
            <a:r>
              <a:rPr kumimoji="1" lang="zh-CN" altLang="en-US" dirty="0">
                <a:solidFill>
                  <a:srgbClr val="000000"/>
                </a:solidFill>
                <a:latin typeface="Microsoft YaHei" panose="020B0503020204020204" pitchFamily="34" charset="-122"/>
              </a:rPr>
              <a:t>更加声明式、抽象级别更高的语言</a:t>
            </a:r>
          </a:p>
        </p:txBody>
      </p:sp>
      <p:sp>
        <p:nvSpPr>
          <p:cNvPr id="29" name="文本框 28">
            <a:extLst>
              <a:ext uri="{FF2B5EF4-FFF2-40B4-BE49-F238E27FC236}">
                <a16:creationId xmlns:a16="http://schemas.microsoft.com/office/drawing/2014/main" id="{018F0A7B-CB7A-42E2-87D5-9950D3F82317}"/>
              </a:ext>
            </a:extLst>
          </p:cNvPr>
          <p:cNvSpPr txBox="1"/>
          <p:nvPr/>
        </p:nvSpPr>
        <p:spPr>
          <a:xfrm>
            <a:off x="8615419" y="4944427"/>
            <a:ext cx="2466221" cy="55399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defTabSz="914478">
              <a:defRPr/>
            </a:pPr>
            <a:r>
              <a:rPr kumimoji="1" lang="en-US" altLang="zh-CN" dirty="0">
                <a:solidFill>
                  <a:srgbClr val="000000"/>
                </a:solidFill>
                <a:latin typeface="Microsoft YaHei" panose="020B0503020204020204" pitchFamily="34" charset="-122"/>
              </a:rPr>
              <a:t>Self-verifying/</a:t>
            </a:r>
          </a:p>
          <a:p>
            <a:pPr defTabSz="914478">
              <a:defRPr/>
            </a:pPr>
            <a:r>
              <a:rPr kumimoji="1" lang="en-US" altLang="zh-CN" dirty="0">
                <a:solidFill>
                  <a:srgbClr val="000000"/>
                </a:solidFill>
                <a:latin typeface="Microsoft YaHei" panose="020B0503020204020204" pitchFamily="34" charset="-122"/>
              </a:rPr>
              <a:t>Self-validating lang.</a:t>
            </a:r>
            <a:endParaRPr kumimoji="1" lang="zh-CN" altLang="en-US" dirty="0">
              <a:solidFill>
                <a:srgbClr val="000000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34" name="箭头: 右 33">
            <a:extLst>
              <a:ext uri="{FF2B5EF4-FFF2-40B4-BE49-F238E27FC236}">
                <a16:creationId xmlns:a16="http://schemas.microsoft.com/office/drawing/2014/main" id="{6EF42230-B75E-4CFA-B74B-86D10B054C08}"/>
              </a:ext>
            </a:extLst>
          </p:cNvPr>
          <p:cNvSpPr/>
          <p:nvPr/>
        </p:nvSpPr>
        <p:spPr>
          <a:xfrm>
            <a:off x="8779306" y="5519961"/>
            <a:ext cx="300781" cy="247918"/>
          </a:xfrm>
          <a:prstGeom prst="rightArrow">
            <a:avLst/>
          </a:prstGeom>
          <a:solidFill>
            <a:srgbClr val="0070C0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914478">
              <a:defRPr/>
            </a:pPr>
            <a:endParaRPr lang="zh-CN" altLang="en-US" kern="0" dirty="0">
              <a:solidFill>
                <a:srgbClr val="666666"/>
              </a:solidFill>
              <a:latin typeface="Calibri" panose="020F0502020204030204"/>
              <a:ea typeface="等线" panose="02010600030101010101" pitchFamily="2" charset="-122"/>
            </a:endParaRPr>
          </a:p>
        </p:txBody>
      </p:sp>
      <p:sp>
        <p:nvSpPr>
          <p:cNvPr id="35" name="文本框 34">
            <a:extLst>
              <a:ext uri="{FF2B5EF4-FFF2-40B4-BE49-F238E27FC236}">
                <a16:creationId xmlns:a16="http://schemas.microsoft.com/office/drawing/2014/main" id="{411A5A1E-F11C-45E6-B36E-4695BD700325}"/>
              </a:ext>
            </a:extLst>
          </p:cNvPr>
          <p:cNvSpPr txBox="1"/>
          <p:nvPr/>
        </p:nvSpPr>
        <p:spPr>
          <a:xfrm>
            <a:off x="9219990" y="5505420"/>
            <a:ext cx="1130510" cy="276999"/>
          </a:xfrm>
          <a:prstGeom prst="rect">
            <a:avLst/>
          </a:prstGeom>
          <a:solidFill>
            <a:srgbClr val="FFFFFF"/>
          </a:solidFill>
        </p:spPr>
        <p:txBody>
          <a:bodyPr wrap="square" lIns="0" tIns="0" rIns="0" bIns="0" rtlCol="0">
            <a:spAutoFit/>
          </a:bodyPr>
          <a:lstStyle/>
          <a:p>
            <a:pPr defTabSz="914478">
              <a:defRPr/>
            </a:pPr>
            <a:r>
              <a:rPr kumimoji="1" lang="zh-CN" altLang="en-US" b="1" dirty="0">
                <a:solidFill>
                  <a:srgbClr val="000000"/>
                </a:solidFill>
                <a:latin typeface="Microsoft YaHei" panose="020B0503020204020204" pitchFamily="34" charset="-122"/>
              </a:rPr>
              <a:t>契约编程</a:t>
            </a:r>
            <a:endParaRPr kumimoji="1" lang="en-US" altLang="zh-CN" b="1" dirty="0">
              <a:solidFill>
                <a:srgbClr val="000000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36" name="箭头: 右 35">
            <a:extLst>
              <a:ext uri="{FF2B5EF4-FFF2-40B4-BE49-F238E27FC236}">
                <a16:creationId xmlns:a16="http://schemas.microsoft.com/office/drawing/2014/main" id="{B24349B0-17CB-4666-831C-9E3169CABB5D}"/>
              </a:ext>
            </a:extLst>
          </p:cNvPr>
          <p:cNvSpPr/>
          <p:nvPr/>
        </p:nvSpPr>
        <p:spPr>
          <a:xfrm>
            <a:off x="8779306" y="3937271"/>
            <a:ext cx="300781" cy="247918"/>
          </a:xfrm>
          <a:prstGeom prst="rightArrow">
            <a:avLst/>
          </a:prstGeom>
          <a:solidFill>
            <a:srgbClr val="0070C0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914478">
              <a:defRPr/>
            </a:pPr>
            <a:endParaRPr lang="zh-CN" altLang="en-US" kern="0" dirty="0">
              <a:solidFill>
                <a:srgbClr val="666666"/>
              </a:solidFill>
              <a:latin typeface="Calibri" panose="020F0502020204030204"/>
              <a:ea typeface="等线" panose="02010600030101010101" pitchFamily="2" charset="-122"/>
            </a:endParaRPr>
          </a:p>
        </p:txBody>
      </p:sp>
      <p:sp>
        <p:nvSpPr>
          <p:cNvPr id="37" name="文本框 36">
            <a:extLst>
              <a:ext uri="{FF2B5EF4-FFF2-40B4-BE49-F238E27FC236}">
                <a16:creationId xmlns:a16="http://schemas.microsoft.com/office/drawing/2014/main" id="{DB760581-7097-46FF-A174-F1352B0674B7}"/>
              </a:ext>
            </a:extLst>
          </p:cNvPr>
          <p:cNvSpPr txBox="1"/>
          <p:nvPr/>
        </p:nvSpPr>
        <p:spPr>
          <a:xfrm>
            <a:off x="9219990" y="3922730"/>
            <a:ext cx="2883110" cy="276999"/>
          </a:xfrm>
          <a:prstGeom prst="rect">
            <a:avLst/>
          </a:prstGeom>
          <a:solidFill>
            <a:srgbClr val="FFFFFF"/>
          </a:solidFill>
        </p:spPr>
        <p:txBody>
          <a:bodyPr wrap="square" lIns="0" tIns="0" rIns="0" bIns="0" rtlCol="0">
            <a:spAutoFit/>
          </a:bodyPr>
          <a:lstStyle/>
          <a:p>
            <a:pPr defTabSz="914478">
              <a:defRPr/>
            </a:pPr>
            <a:r>
              <a:rPr kumimoji="1" lang="zh-CN" altLang="en-US" b="1" dirty="0">
                <a:solidFill>
                  <a:srgbClr val="000000"/>
                </a:solidFill>
                <a:latin typeface="Microsoft YaHei" panose="020B0503020204020204" pitchFamily="34" charset="-122"/>
              </a:rPr>
              <a:t>面向特定领域，构建</a:t>
            </a:r>
            <a:r>
              <a:rPr kumimoji="1" lang="en-US" altLang="zh-CN" b="1" dirty="0">
                <a:solidFill>
                  <a:srgbClr val="000000"/>
                </a:solidFill>
                <a:latin typeface="Microsoft YaHei" panose="020B0503020204020204" pitchFamily="34" charset="-122"/>
              </a:rPr>
              <a:t>DSL</a:t>
            </a:r>
          </a:p>
        </p:txBody>
      </p:sp>
    </p:spTree>
    <p:extLst>
      <p:ext uri="{BB962C8B-B14F-4D97-AF65-F5344CB8AC3E}">
        <p14:creationId xmlns:p14="http://schemas.microsoft.com/office/powerpoint/2010/main" val="886415491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矩形 9">
            <a:extLst>
              <a:ext uri="{FF2B5EF4-FFF2-40B4-BE49-F238E27FC236}">
                <a16:creationId xmlns:a16="http://schemas.microsoft.com/office/drawing/2014/main" id="{D8C82D45-883F-43F6-B839-D0A58C30E5A5}"/>
              </a:ext>
            </a:extLst>
          </p:cNvPr>
          <p:cNvSpPr/>
          <p:nvPr/>
        </p:nvSpPr>
        <p:spPr>
          <a:xfrm>
            <a:off x="0" y="4387021"/>
            <a:ext cx="12192000" cy="523220"/>
          </a:xfrm>
          <a:prstGeom prst="rect">
            <a:avLst/>
          </a:prstGeom>
          <a:solidFill>
            <a:schemeClr val="accent1">
              <a:alpha val="69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/>
              <a:ea typeface="微软雅黑"/>
              <a:cs typeface="+mn-cs"/>
            </a:endParaRPr>
          </a:p>
        </p:txBody>
      </p:sp>
      <p:sp>
        <p:nvSpPr>
          <p:cNvPr id="2" name="标题 1">
            <a:extLst>
              <a:ext uri="{FF2B5EF4-FFF2-40B4-BE49-F238E27FC236}">
                <a16:creationId xmlns:a16="http://schemas.microsoft.com/office/drawing/2014/main" id="{AE211210-7AF7-B46E-0C5B-E15C8B0184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报告提纲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F4C1EE9B-7E0C-43F7-B1AC-59E5ACE59C00}"/>
              </a:ext>
            </a:extLst>
          </p:cNvPr>
          <p:cNvSpPr txBox="1"/>
          <p:nvPr/>
        </p:nvSpPr>
        <p:spPr>
          <a:xfrm>
            <a:off x="3005592" y="2266121"/>
            <a:ext cx="499950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marR="0" lvl="0" indent="-4572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Ø"/>
              <a:tabLst/>
              <a:defRPr/>
            </a:pP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微软雅黑"/>
                <a:cs typeface="+mn-cs"/>
              </a:rPr>
              <a:t>仓颉语言背景介绍</a:t>
            </a: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938FF7AA-45F7-4F01-9833-93F6E71EB324}"/>
              </a:ext>
            </a:extLst>
          </p:cNvPr>
          <p:cNvSpPr txBox="1"/>
          <p:nvPr/>
        </p:nvSpPr>
        <p:spPr>
          <a:xfrm>
            <a:off x="3021495" y="2969390"/>
            <a:ext cx="612250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marR="0" lvl="0" indent="-4572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Ø"/>
              <a:tabLst/>
              <a:defRPr/>
            </a:pP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微软雅黑"/>
                <a:cs typeface="+mn-cs"/>
              </a:rPr>
              <a:t>设计理念和技术特性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093FF9DB-C968-4B85-A6A2-10438123A72B}"/>
              </a:ext>
            </a:extLst>
          </p:cNvPr>
          <p:cNvSpPr txBox="1"/>
          <p:nvPr/>
        </p:nvSpPr>
        <p:spPr>
          <a:xfrm>
            <a:off x="3021495" y="3672659"/>
            <a:ext cx="612250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marR="0" lvl="0" indent="-4572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Ø"/>
              <a:tabLst/>
              <a:defRPr/>
            </a:pP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微软雅黑"/>
                <a:cs typeface="+mn-cs"/>
              </a:rPr>
              <a:t>大模型下的编程语言思考</a:t>
            </a: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E988A107-D5FC-4C3D-B655-2FAEDBC3865D}"/>
              </a:ext>
            </a:extLst>
          </p:cNvPr>
          <p:cNvSpPr txBox="1"/>
          <p:nvPr/>
        </p:nvSpPr>
        <p:spPr>
          <a:xfrm>
            <a:off x="3021495" y="4375928"/>
            <a:ext cx="612250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marR="0" lvl="0" indent="-4572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Ø"/>
              <a:tabLst/>
              <a:defRPr/>
            </a:pP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微软雅黑"/>
                <a:cs typeface="+mn-cs"/>
              </a:rPr>
              <a:t>未来方向和规划</a:t>
            </a:r>
          </a:p>
        </p:txBody>
      </p:sp>
    </p:spTree>
    <p:extLst>
      <p:ext uri="{BB962C8B-B14F-4D97-AF65-F5344CB8AC3E}">
        <p14:creationId xmlns:p14="http://schemas.microsoft.com/office/powerpoint/2010/main" val="3987904116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F5FC102-751D-460A-9E8C-F54591B4D5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语言设计中的一些两难选择和挑战</a:t>
            </a:r>
          </a:p>
        </p:txBody>
      </p:sp>
      <p:sp>
        <p:nvSpPr>
          <p:cNvPr id="45" name="矩形: 圆角 44">
            <a:extLst>
              <a:ext uri="{FF2B5EF4-FFF2-40B4-BE49-F238E27FC236}">
                <a16:creationId xmlns:a16="http://schemas.microsoft.com/office/drawing/2014/main" id="{51466945-9D97-4DDF-9CC1-65FEBBFB044B}"/>
              </a:ext>
            </a:extLst>
          </p:cNvPr>
          <p:cNvSpPr/>
          <p:nvPr/>
        </p:nvSpPr>
        <p:spPr>
          <a:xfrm>
            <a:off x="901700" y="1636103"/>
            <a:ext cx="10452100" cy="1186968"/>
          </a:xfrm>
          <a:prstGeom prst="round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微软雅黑"/>
              <a:cs typeface="+mn-cs"/>
            </a:endParaRPr>
          </a:p>
        </p:txBody>
      </p:sp>
      <p:sp>
        <p:nvSpPr>
          <p:cNvPr id="33" name="文本框 32">
            <a:extLst>
              <a:ext uri="{FF2B5EF4-FFF2-40B4-BE49-F238E27FC236}">
                <a16:creationId xmlns:a16="http://schemas.microsoft.com/office/drawing/2014/main" id="{287139DD-5E2A-4568-8B7B-44A994C25A60}"/>
              </a:ext>
            </a:extLst>
          </p:cNvPr>
          <p:cNvSpPr txBox="1"/>
          <p:nvPr/>
        </p:nvSpPr>
        <p:spPr>
          <a:xfrm>
            <a:off x="1101900" y="1752600"/>
            <a:ext cx="99822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微软雅黑"/>
                <a:cs typeface="+mn-cs"/>
              </a:rPr>
              <a:t>协程：</a:t>
            </a: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微软雅黑"/>
                <a:cs typeface="+mn-cs"/>
              </a:rPr>
              <a:t>有栈 （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微软雅黑"/>
                <a:cs typeface="+mn-cs"/>
              </a:rPr>
              <a:t>Java</a:t>
            </a: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微软雅黑"/>
                <a:cs typeface="+mn-cs"/>
              </a:rPr>
              <a:t>，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微软雅黑"/>
                <a:cs typeface="+mn-cs"/>
              </a:rPr>
              <a:t>Go</a:t>
            </a: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微软雅黑"/>
                <a:cs typeface="+mn-cs"/>
              </a:rPr>
              <a:t>）</a:t>
            </a: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微软雅黑"/>
                <a:cs typeface="+mn-cs"/>
              </a:rPr>
              <a:t>vs.</a:t>
            </a: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微软雅黑"/>
                <a:cs typeface="+mn-cs"/>
              </a:rPr>
              <a:t> 无栈（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微软雅黑"/>
                <a:cs typeface="+mn-cs"/>
              </a:rPr>
              <a:t>C#, C++, Rust, Kotlin, Swift</a:t>
            </a: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微软雅黑"/>
                <a:cs typeface="+mn-cs"/>
              </a:rPr>
              <a:t>）</a:t>
            </a:r>
          </a:p>
        </p:txBody>
      </p:sp>
      <p:sp>
        <p:nvSpPr>
          <p:cNvPr id="37" name="箭头: 右 36">
            <a:extLst>
              <a:ext uri="{FF2B5EF4-FFF2-40B4-BE49-F238E27FC236}">
                <a16:creationId xmlns:a16="http://schemas.microsoft.com/office/drawing/2014/main" id="{16EB39FD-3435-427A-BB9B-565188C6C193}"/>
              </a:ext>
            </a:extLst>
          </p:cNvPr>
          <p:cNvSpPr/>
          <p:nvPr/>
        </p:nvSpPr>
        <p:spPr>
          <a:xfrm>
            <a:off x="3136900" y="2362200"/>
            <a:ext cx="1104900" cy="215900"/>
          </a:xfrm>
          <a:prstGeom prst="rightArrow">
            <a:avLst/>
          </a:prstGeom>
          <a:solidFill>
            <a:schemeClr val="accent5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/>
              <a:ea typeface="微软雅黑"/>
              <a:cs typeface="+mn-cs"/>
            </a:endParaRPr>
          </a:p>
        </p:txBody>
      </p:sp>
      <p:sp>
        <p:nvSpPr>
          <p:cNvPr id="38" name="文本框 37">
            <a:extLst>
              <a:ext uri="{FF2B5EF4-FFF2-40B4-BE49-F238E27FC236}">
                <a16:creationId xmlns:a16="http://schemas.microsoft.com/office/drawing/2014/main" id="{82189916-B467-43A9-BE9D-AE64051A934A}"/>
              </a:ext>
            </a:extLst>
          </p:cNvPr>
          <p:cNvSpPr txBox="1"/>
          <p:nvPr/>
        </p:nvSpPr>
        <p:spPr>
          <a:xfrm>
            <a:off x="4518200" y="2224630"/>
            <a:ext cx="43718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微软雅黑"/>
                <a:cs typeface="+mn-cs"/>
              </a:rPr>
              <a:t>Effect handler + effect typing</a:t>
            </a:r>
            <a:endParaRPr kumimoji="0" lang="zh-CN" alt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微软雅黑"/>
              <a:cs typeface="+mn-cs"/>
            </a:endParaRPr>
          </a:p>
        </p:txBody>
      </p:sp>
      <p:sp>
        <p:nvSpPr>
          <p:cNvPr id="46" name="矩形: 圆角 45">
            <a:extLst>
              <a:ext uri="{FF2B5EF4-FFF2-40B4-BE49-F238E27FC236}">
                <a16:creationId xmlns:a16="http://schemas.microsoft.com/office/drawing/2014/main" id="{8BE432E4-FC70-4842-9246-6362D182899C}"/>
              </a:ext>
            </a:extLst>
          </p:cNvPr>
          <p:cNvSpPr/>
          <p:nvPr/>
        </p:nvSpPr>
        <p:spPr>
          <a:xfrm>
            <a:off x="901700" y="3116173"/>
            <a:ext cx="10452100" cy="1027877"/>
          </a:xfrm>
          <a:prstGeom prst="round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微软雅黑"/>
              <a:cs typeface="+mn-cs"/>
            </a:endParaRPr>
          </a:p>
        </p:txBody>
      </p:sp>
      <p:sp>
        <p:nvSpPr>
          <p:cNvPr id="34" name="文本框 33">
            <a:extLst>
              <a:ext uri="{FF2B5EF4-FFF2-40B4-BE49-F238E27FC236}">
                <a16:creationId xmlns:a16="http://schemas.microsoft.com/office/drawing/2014/main" id="{55C9DA3C-6D1D-46D6-8014-6382F3CC8993}"/>
              </a:ext>
            </a:extLst>
          </p:cNvPr>
          <p:cNvSpPr txBox="1"/>
          <p:nvPr/>
        </p:nvSpPr>
        <p:spPr>
          <a:xfrm>
            <a:off x="1101900" y="3199866"/>
            <a:ext cx="96296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微软雅黑"/>
                <a:cs typeface="+mn-cs"/>
              </a:rPr>
              <a:t>异常处理：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微软雅黑"/>
                <a:cs typeface="+mn-cs"/>
              </a:rPr>
              <a:t>Checked exception</a:t>
            </a: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微软雅黑"/>
                <a:cs typeface="+mn-cs"/>
              </a:rPr>
              <a:t> </a:t>
            </a: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微软雅黑"/>
                <a:cs typeface="+mn-cs"/>
              </a:rPr>
              <a:t>vs.</a:t>
            </a: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微软雅黑"/>
                <a:cs typeface="+mn-cs"/>
              </a:rPr>
              <a:t> 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微软雅黑"/>
                <a:cs typeface="+mn-cs"/>
              </a:rPr>
              <a:t>unchecked exception </a:t>
            </a: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微软雅黑"/>
                <a:cs typeface="+mn-cs"/>
              </a:rPr>
              <a:t>vs.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微软雅黑"/>
                <a:cs typeface="+mn-cs"/>
              </a:rPr>
              <a:t> Results</a:t>
            </a:r>
            <a:b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微软雅黑"/>
                <a:cs typeface="+mn-cs"/>
              </a:rPr>
            </a:b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微软雅黑"/>
                <a:cs typeface="+mn-cs"/>
              </a:rPr>
              <a:t>                   </a:t>
            </a: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微软雅黑"/>
                <a:cs typeface="+mn-cs"/>
              </a:rPr>
              <a:t>vs.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微软雅黑"/>
                <a:cs typeface="+mn-cs"/>
              </a:rPr>
              <a:t> error codes</a:t>
            </a:r>
            <a:endParaRPr kumimoji="0" lang="zh-CN" alt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微软雅黑"/>
              <a:cs typeface="+mn-cs"/>
            </a:endParaRPr>
          </a:p>
        </p:txBody>
      </p:sp>
      <p:sp>
        <p:nvSpPr>
          <p:cNvPr id="39" name="箭头: 右 38">
            <a:extLst>
              <a:ext uri="{FF2B5EF4-FFF2-40B4-BE49-F238E27FC236}">
                <a16:creationId xmlns:a16="http://schemas.microsoft.com/office/drawing/2014/main" id="{6875FC84-5C19-4CA4-8F32-5AE3969C7F4C}"/>
              </a:ext>
            </a:extLst>
          </p:cNvPr>
          <p:cNvSpPr/>
          <p:nvPr/>
        </p:nvSpPr>
        <p:spPr>
          <a:xfrm>
            <a:off x="5322800" y="3705633"/>
            <a:ext cx="1104900" cy="215900"/>
          </a:xfrm>
          <a:prstGeom prst="rightArrow">
            <a:avLst/>
          </a:prstGeom>
          <a:solidFill>
            <a:schemeClr val="accent5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/>
              <a:ea typeface="微软雅黑"/>
              <a:cs typeface="+mn-cs"/>
            </a:endParaRPr>
          </a:p>
        </p:txBody>
      </p:sp>
      <p:sp>
        <p:nvSpPr>
          <p:cNvPr id="40" name="文本框 39">
            <a:extLst>
              <a:ext uri="{FF2B5EF4-FFF2-40B4-BE49-F238E27FC236}">
                <a16:creationId xmlns:a16="http://schemas.microsoft.com/office/drawing/2014/main" id="{A72D68E9-7D23-46F6-8BE9-39E5C2E2C42B}"/>
              </a:ext>
            </a:extLst>
          </p:cNvPr>
          <p:cNvSpPr txBox="1"/>
          <p:nvPr/>
        </p:nvSpPr>
        <p:spPr>
          <a:xfrm>
            <a:off x="6704100" y="3568063"/>
            <a:ext cx="43718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微软雅黑"/>
                <a:cs typeface="+mn-cs"/>
              </a:rPr>
              <a:t>Effect typing</a:t>
            </a:r>
            <a:endParaRPr kumimoji="0" lang="zh-CN" alt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微软雅黑"/>
              <a:cs typeface="+mn-cs"/>
            </a:endParaRPr>
          </a:p>
        </p:txBody>
      </p:sp>
      <p:sp>
        <p:nvSpPr>
          <p:cNvPr id="47" name="矩形: 圆角 46">
            <a:extLst>
              <a:ext uri="{FF2B5EF4-FFF2-40B4-BE49-F238E27FC236}">
                <a16:creationId xmlns:a16="http://schemas.microsoft.com/office/drawing/2014/main" id="{FC904812-219A-49AE-99E3-6EE5F891C99E}"/>
              </a:ext>
            </a:extLst>
          </p:cNvPr>
          <p:cNvSpPr/>
          <p:nvPr/>
        </p:nvSpPr>
        <p:spPr>
          <a:xfrm>
            <a:off x="901700" y="4437152"/>
            <a:ext cx="10452100" cy="775063"/>
          </a:xfrm>
          <a:prstGeom prst="roundRect">
            <a:avLst/>
          </a:prstGeom>
          <a:ln>
            <a:solidFill>
              <a:schemeClr val="accent1"/>
            </a:solidFill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微软雅黑"/>
              <a:cs typeface="+mn-cs"/>
            </a:endParaRPr>
          </a:p>
        </p:txBody>
      </p:sp>
      <p:sp>
        <p:nvSpPr>
          <p:cNvPr id="35" name="文本框 34">
            <a:extLst>
              <a:ext uri="{FF2B5EF4-FFF2-40B4-BE49-F238E27FC236}">
                <a16:creationId xmlns:a16="http://schemas.microsoft.com/office/drawing/2014/main" id="{B6D4890C-BAB2-4C92-BBB7-7771B8B30B9D}"/>
              </a:ext>
            </a:extLst>
          </p:cNvPr>
          <p:cNvSpPr txBox="1"/>
          <p:nvPr/>
        </p:nvSpPr>
        <p:spPr>
          <a:xfrm>
            <a:off x="1101900" y="4612903"/>
            <a:ext cx="73914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微软雅黑"/>
                <a:cs typeface="+mn-cs"/>
              </a:rPr>
              <a:t>并发：</a:t>
            </a: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微软雅黑"/>
                <a:cs typeface="+mn-cs"/>
              </a:rPr>
              <a:t>共享内存 </a:t>
            </a: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微软雅黑"/>
                <a:cs typeface="+mn-cs"/>
              </a:rPr>
              <a:t>vs.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微软雅黑"/>
                <a:cs typeface="+mn-cs"/>
              </a:rPr>
              <a:t> </a:t>
            </a: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微软雅黑"/>
                <a:cs typeface="+mn-cs"/>
              </a:rPr>
              <a:t>消息发送 </a:t>
            </a:r>
          </a:p>
        </p:txBody>
      </p:sp>
      <p:sp>
        <p:nvSpPr>
          <p:cNvPr id="41" name="箭头: 右 40">
            <a:extLst>
              <a:ext uri="{FF2B5EF4-FFF2-40B4-BE49-F238E27FC236}">
                <a16:creationId xmlns:a16="http://schemas.microsoft.com/office/drawing/2014/main" id="{770DDA8B-28A9-4601-8CCD-82C4BD5055E9}"/>
              </a:ext>
            </a:extLst>
          </p:cNvPr>
          <p:cNvSpPr/>
          <p:nvPr/>
        </p:nvSpPr>
        <p:spPr>
          <a:xfrm>
            <a:off x="5449800" y="4728291"/>
            <a:ext cx="1104900" cy="215900"/>
          </a:xfrm>
          <a:prstGeom prst="rightArrow">
            <a:avLst/>
          </a:prstGeom>
          <a:solidFill>
            <a:schemeClr val="accent5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/>
              <a:ea typeface="微软雅黑"/>
              <a:cs typeface="+mn-cs"/>
            </a:endParaRPr>
          </a:p>
        </p:txBody>
      </p:sp>
      <p:sp>
        <p:nvSpPr>
          <p:cNvPr id="42" name="文本框 41">
            <a:extLst>
              <a:ext uri="{FF2B5EF4-FFF2-40B4-BE49-F238E27FC236}">
                <a16:creationId xmlns:a16="http://schemas.microsoft.com/office/drawing/2014/main" id="{A64BFCE1-2A21-405C-B5C4-911D64FF5C9B}"/>
              </a:ext>
            </a:extLst>
          </p:cNvPr>
          <p:cNvSpPr txBox="1"/>
          <p:nvPr/>
        </p:nvSpPr>
        <p:spPr>
          <a:xfrm>
            <a:off x="6831100" y="4590721"/>
            <a:ext cx="43718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微软雅黑"/>
                <a:cs typeface="+mn-cs"/>
              </a:rPr>
              <a:t>Ownership</a:t>
            </a:r>
            <a:endParaRPr kumimoji="0" lang="zh-CN" alt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微软雅黑"/>
              <a:cs typeface="+mn-cs"/>
            </a:endParaRPr>
          </a:p>
        </p:txBody>
      </p:sp>
      <p:sp>
        <p:nvSpPr>
          <p:cNvPr id="51" name="矩形: 圆角 50">
            <a:extLst>
              <a:ext uri="{FF2B5EF4-FFF2-40B4-BE49-F238E27FC236}">
                <a16:creationId xmlns:a16="http://schemas.microsoft.com/office/drawing/2014/main" id="{1BD97DEA-D790-40E6-B8F7-07F6C9BCE98E}"/>
              </a:ext>
            </a:extLst>
          </p:cNvPr>
          <p:cNvSpPr/>
          <p:nvPr/>
        </p:nvSpPr>
        <p:spPr>
          <a:xfrm>
            <a:off x="901700" y="5505318"/>
            <a:ext cx="10452100" cy="775063"/>
          </a:xfrm>
          <a:prstGeom prst="round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微软雅黑"/>
              <a:cs typeface="+mn-cs"/>
            </a:endParaRPr>
          </a:p>
        </p:txBody>
      </p:sp>
      <p:sp>
        <p:nvSpPr>
          <p:cNvPr id="36" name="文本框 35">
            <a:extLst>
              <a:ext uri="{FF2B5EF4-FFF2-40B4-BE49-F238E27FC236}">
                <a16:creationId xmlns:a16="http://schemas.microsoft.com/office/drawing/2014/main" id="{01C8B7D2-C28B-4A96-A71A-B2FE846C73B9}"/>
              </a:ext>
            </a:extLst>
          </p:cNvPr>
          <p:cNvSpPr txBox="1"/>
          <p:nvPr/>
        </p:nvSpPr>
        <p:spPr>
          <a:xfrm>
            <a:off x="1101900" y="5662017"/>
            <a:ext cx="73914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微软雅黑"/>
                <a:cs typeface="+mn-cs"/>
              </a:rPr>
              <a:t>资源管理：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微软雅黑"/>
                <a:cs typeface="+mn-cs"/>
              </a:rPr>
              <a:t>RAII </a:t>
            </a:r>
            <a:endParaRPr kumimoji="0" lang="zh-CN" alt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微软雅黑"/>
              <a:cs typeface="+mn-cs"/>
            </a:endParaRPr>
          </a:p>
        </p:txBody>
      </p:sp>
      <p:sp>
        <p:nvSpPr>
          <p:cNvPr id="43" name="箭头: 右 42">
            <a:extLst>
              <a:ext uri="{FF2B5EF4-FFF2-40B4-BE49-F238E27FC236}">
                <a16:creationId xmlns:a16="http://schemas.microsoft.com/office/drawing/2014/main" id="{B6BD7F39-47F9-4AAF-925C-D82CDAE1AB82}"/>
              </a:ext>
            </a:extLst>
          </p:cNvPr>
          <p:cNvSpPr/>
          <p:nvPr/>
        </p:nvSpPr>
        <p:spPr>
          <a:xfrm>
            <a:off x="3849600" y="5784899"/>
            <a:ext cx="1104900" cy="215900"/>
          </a:xfrm>
          <a:prstGeom prst="rightArrow">
            <a:avLst/>
          </a:prstGeom>
          <a:solidFill>
            <a:schemeClr val="accent5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/>
              <a:ea typeface="微软雅黑"/>
              <a:cs typeface="+mn-cs"/>
            </a:endParaRPr>
          </a:p>
        </p:txBody>
      </p:sp>
      <p:sp>
        <p:nvSpPr>
          <p:cNvPr id="44" name="文本框 43">
            <a:extLst>
              <a:ext uri="{FF2B5EF4-FFF2-40B4-BE49-F238E27FC236}">
                <a16:creationId xmlns:a16="http://schemas.microsoft.com/office/drawing/2014/main" id="{2148E65E-AEC5-4296-A51F-248722055C12}"/>
              </a:ext>
            </a:extLst>
          </p:cNvPr>
          <p:cNvSpPr txBox="1"/>
          <p:nvPr/>
        </p:nvSpPr>
        <p:spPr>
          <a:xfrm>
            <a:off x="5322800" y="5662017"/>
            <a:ext cx="64628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微软雅黑"/>
                <a:cs typeface="+mn-cs"/>
              </a:rPr>
              <a:t>Ownership typing + Borrow checking + … </a:t>
            </a:r>
            <a:endParaRPr kumimoji="0" lang="zh-CN" alt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微软雅黑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303378910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96E3806-855A-43B6-B2C0-1E1456EA2B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Effects</a:t>
            </a:r>
            <a:endParaRPr lang="zh-CN" altLang="en-US" dirty="0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D1B0B7E3-359C-4A2F-ABAC-18FCBDA2AD7F}"/>
              </a:ext>
            </a:extLst>
          </p:cNvPr>
          <p:cNvSpPr/>
          <p:nvPr/>
        </p:nvSpPr>
        <p:spPr>
          <a:xfrm>
            <a:off x="4717134" y="5172063"/>
            <a:ext cx="6006826" cy="966170"/>
          </a:xfrm>
          <a:prstGeom prst="rect">
            <a:avLst/>
          </a:prstGeom>
        </p:spPr>
        <p:txBody>
          <a:bodyPr wrap="square" anchor="ctr">
            <a:spAutoFit/>
          </a:bodyPr>
          <a:lstStyle/>
          <a:p>
            <a:pPr algn="ctr" fontAlgn="base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1999" b="1" dirty="0">
                <a:solidFill>
                  <a:srgbClr val="000000"/>
                </a:solidFill>
                <a:latin typeface="微软雅黑" panose="020B0503020204020204" pitchFamily="34" charset="-122"/>
              </a:rPr>
              <a:t>Effects System</a:t>
            </a:r>
            <a:r>
              <a:rPr lang="zh-CN" altLang="en-US" sz="1999" b="1" dirty="0">
                <a:solidFill>
                  <a:srgbClr val="000000"/>
                </a:solidFill>
                <a:latin typeface="微软雅黑" panose="020B0503020204020204" pitchFamily="34" charset="-122"/>
              </a:rPr>
              <a:t>：</a:t>
            </a:r>
            <a:r>
              <a:rPr lang="zh-CN" altLang="en-US" sz="1999" dirty="0">
                <a:solidFill>
                  <a:srgbClr val="000000"/>
                </a:solidFill>
                <a:latin typeface="微软雅黑" panose="020B0503020204020204" pitchFamily="34" charset="-122"/>
              </a:rPr>
              <a:t>轻松</a:t>
            </a:r>
            <a:r>
              <a:rPr lang="zh-CN" altLang="en-US" sz="1999" b="1" dirty="0">
                <a:solidFill>
                  <a:srgbClr val="000000"/>
                </a:solidFill>
                <a:latin typeface="微软雅黑" panose="020B0503020204020204" pitchFamily="34" charset="-122"/>
              </a:rPr>
              <a:t>定义、定制和组合</a:t>
            </a:r>
            <a:r>
              <a:rPr lang="zh-CN" altLang="en-US" sz="1999" dirty="0">
                <a:solidFill>
                  <a:srgbClr val="000000"/>
                </a:solidFill>
                <a:latin typeface="微软雅黑" panose="020B0503020204020204" pitchFamily="34" charset="-122"/>
              </a:rPr>
              <a:t>一系列编程特性，“乐高式” 软件开发</a:t>
            </a:r>
            <a:endParaRPr lang="zh-CN" altLang="en-US" dirty="0">
              <a:solidFill>
                <a:srgbClr val="000000"/>
              </a:solidFill>
              <a:latin typeface="Calibri" pitchFamily="34" charset="0"/>
              <a:ea typeface="宋体" charset="-122"/>
            </a:endParaRP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13817498-3A7A-46E8-81B8-E29464737D5D}"/>
              </a:ext>
            </a:extLst>
          </p:cNvPr>
          <p:cNvSpPr/>
          <p:nvPr/>
        </p:nvSpPr>
        <p:spPr>
          <a:xfrm>
            <a:off x="8385803" y="1857994"/>
            <a:ext cx="1851066" cy="3999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zh-CN" altLang="en-US" sz="1999" b="1" dirty="0">
                <a:solidFill>
                  <a:srgbClr val="FF0000"/>
                </a:solidFill>
                <a:latin typeface="微软雅黑" panose="020B0503020204020204" pitchFamily="34" charset="-122"/>
              </a:rPr>
              <a:t>优雅</a:t>
            </a:r>
            <a:r>
              <a:rPr lang="zh-CN" altLang="en-US" dirty="0">
                <a:solidFill>
                  <a:srgbClr val="000000"/>
                </a:solidFill>
                <a:latin typeface="微软雅黑" panose="020B0503020204020204" pitchFamily="34" charset="-122"/>
              </a:rPr>
              <a:t>的类型世界</a:t>
            </a:r>
            <a:endParaRPr lang="zh-CN" altLang="en-US" dirty="0">
              <a:solidFill>
                <a:srgbClr val="000000"/>
              </a:solidFill>
              <a:latin typeface="Calibri" pitchFamily="34" charset="0"/>
              <a:ea typeface="宋体" charset="-122"/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89FBEAC1-66C3-4505-A8B9-5D812D870E6A}"/>
              </a:ext>
            </a:extLst>
          </p:cNvPr>
          <p:cNvSpPr/>
          <p:nvPr/>
        </p:nvSpPr>
        <p:spPr>
          <a:xfrm>
            <a:off x="2234143" y="1462982"/>
            <a:ext cx="1338305" cy="87874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fontAlgn="base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b="1" dirty="0">
                <a:solidFill>
                  <a:srgbClr val="FF0000"/>
                </a:solidFill>
                <a:latin typeface="微软雅黑" panose="020B0503020204020204" pitchFamily="34" charset="-122"/>
              </a:rPr>
              <a:t>易用、简洁</a:t>
            </a:r>
            <a:endParaRPr lang="en-US" altLang="zh-CN" b="1" dirty="0">
              <a:solidFill>
                <a:srgbClr val="FF0000"/>
              </a:solidFill>
              <a:latin typeface="微软雅黑" panose="020B0503020204020204" pitchFamily="34" charset="-122"/>
            </a:endParaRPr>
          </a:p>
          <a:p>
            <a:pPr algn="ctr" fontAlgn="base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dirty="0">
                <a:solidFill>
                  <a:srgbClr val="000000"/>
                </a:solidFill>
                <a:latin typeface="微软雅黑" panose="020B0503020204020204" pitchFamily="34" charset="-122"/>
              </a:rPr>
              <a:t>编程模型</a:t>
            </a:r>
            <a:endParaRPr lang="zh-CN" altLang="en-US" dirty="0">
              <a:solidFill>
                <a:srgbClr val="000000"/>
              </a:solidFill>
              <a:latin typeface="Calibri" pitchFamily="34" charset="0"/>
              <a:ea typeface="宋体" charset="-122"/>
            </a:endParaRPr>
          </a:p>
        </p:txBody>
      </p:sp>
      <p:grpSp>
        <p:nvGrpSpPr>
          <p:cNvPr id="6" name="组合 5">
            <a:extLst>
              <a:ext uri="{FF2B5EF4-FFF2-40B4-BE49-F238E27FC236}">
                <a16:creationId xmlns:a16="http://schemas.microsoft.com/office/drawing/2014/main" id="{E4D80D2D-8500-41A5-BAE4-326CA6E32ECA}"/>
              </a:ext>
            </a:extLst>
          </p:cNvPr>
          <p:cNvGrpSpPr/>
          <p:nvPr/>
        </p:nvGrpSpPr>
        <p:grpSpPr>
          <a:xfrm>
            <a:off x="4632358" y="3782453"/>
            <a:ext cx="6047340" cy="1134524"/>
            <a:chOff x="3922948" y="2656068"/>
            <a:chExt cx="6049702" cy="1134967"/>
          </a:xfrm>
        </p:grpSpPr>
        <p:sp>
          <p:nvSpPr>
            <p:cNvPr id="7" name="矩形: 圆角 6">
              <a:extLst>
                <a:ext uri="{FF2B5EF4-FFF2-40B4-BE49-F238E27FC236}">
                  <a16:creationId xmlns:a16="http://schemas.microsoft.com/office/drawing/2014/main" id="{D320DD94-6BCC-4701-9A52-EF27FC84CC11}"/>
                </a:ext>
              </a:extLst>
            </p:cNvPr>
            <p:cNvSpPr/>
            <p:nvPr/>
          </p:nvSpPr>
          <p:spPr>
            <a:xfrm>
              <a:off x="3922948" y="2656068"/>
              <a:ext cx="2784432" cy="1134967"/>
            </a:xfrm>
            <a:prstGeom prst="roundRect">
              <a:avLst/>
            </a:prstGeom>
            <a:noFill/>
            <a:ln w="25400" cap="flat" cmpd="sng" algn="ctr">
              <a:solidFill>
                <a:srgbClr val="FFFFFF">
                  <a:lumMod val="20000"/>
                  <a:lumOff val="80000"/>
                </a:srgbClr>
              </a:solidFill>
              <a:prstDash val="solid"/>
            </a:ln>
            <a:effectLst/>
          </p:spPr>
          <p:txBody>
            <a:bodyPr rot="0" spcFirstLastPara="0" vertOverflow="overflow" horzOverflow="overflow" vert="horz" wrap="square" lIns="91404" tIns="45702" rIns="91404" bIns="45702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107957" marR="0" lvl="0" indent="0" defTabSz="914400" eaLnBrk="1" fontAlgn="base" latinLnBrk="0" hangingPunct="1">
                <a:lnSpc>
                  <a:spcPct val="15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999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Microsoft YaHei" panose="020B0503020204020204" pitchFamily="34" charset="-122"/>
                  <a:ea typeface="华文细黑"/>
                </a:rPr>
                <a:t>Effects</a:t>
              </a:r>
            </a:p>
            <a:p>
              <a:pPr marL="107957" marR="0" lvl="0" indent="0" defTabSz="914400" eaLnBrk="1" fontAlgn="base" latinLnBrk="0" hangingPunct="1">
                <a:lnSpc>
                  <a:spcPct val="15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1599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Microsoft YaHei" panose="020B0503020204020204" pitchFamily="34" charset="-122"/>
                  <a:ea typeface="华文细黑"/>
                </a:rPr>
                <a:t>异常、协程、</a:t>
              </a:r>
              <a:r>
                <a:rPr kumimoji="0" lang="en-US" altLang="zh-CN" sz="1599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Microsoft YaHei" panose="020B0503020204020204" pitchFamily="34" charset="-122"/>
                  <a:ea typeface="华文细黑"/>
                </a:rPr>
                <a:t>Actor</a:t>
              </a:r>
              <a:r>
                <a:rPr kumimoji="0" lang="zh-CN" altLang="en-US" sz="1599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Microsoft YaHei" panose="020B0503020204020204" pitchFamily="34" charset="-122"/>
                  <a:ea typeface="华文细黑"/>
                </a:rPr>
                <a:t>、</a:t>
              </a:r>
              <a:r>
                <a:rPr kumimoji="0" lang="en-US" altLang="zh-CN" sz="1599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Microsoft YaHei" panose="020B0503020204020204" pitchFamily="34" charset="-122"/>
                  <a:ea typeface="华文细黑"/>
                </a:rPr>
                <a:t>…</a:t>
              </a:r>
            </a:p>
          </p:txBody>
        </p:sp>
        <p:sp>
          <p:nvSpPr>
            <p:cNvPr id="8" name="矩形: 圆角 7">
              <a:extLst>
                <a:ext uri="{FF2B5EF4-FFF2-40B4-BE49-F238E27FC236}">
                  <a16:creationId xmlns:a16="http://schemas.microsoft.com/office/drawing/2014/main" id="{F3DE0C97-4D35-46C4-8369-3FBB84BBDC0B}"/>
                </a:ext>
              </a:extLst>
            </p:cNvPr>
            <p:cNvSpPr/>
            <p:nvPr/>
          </p:nvSpPr>
          <p:spPr>
            <a:xfrm>
              <a:off x="7206972" y="2656068"/>
              <a:ext cx="2765678" cy="1134967"/>
            </a:xfrm>
            <a:prstGeom prst="roundRect">
              <a:avLst/>
            </a:prstGeom>
            <a:noFill/>
            <a:ln w="25400" cap="flat" cmpd="sng" algn="ctr">
              <a:solidFill>
                <a:srgbClr val="FFFFFF">
                  <a:lumMod val="20000"/>
                  <a:lumOff val="80000"/>
                </a:srgbClr>
              </a:solidFill>
              <a:prstDash val="solid"/>
            </a:ln>
            <a:effectLst/>
          </p:spPr>
          <p:txBody>
            <a:bodyPr rot="0" spcFirstLastPara="0" vertOverflow="overflow" horzOverflow="overflow" vert="horz" wrap="square" lIns="91404" tIns="45702" rIns="91404" bIns="45702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107957" marR="0" lvl="0" indent="0" defTabSz="914400" eaLnBrk="1" fontAlgn="base" latinLnBrk="0" hangingPunct="1">
                <a:lnSpc>
                  <a:spcPct val="15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999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Microsoft YaHei" panose="020B0503020204020204" pitchFamily="34" charset="-122"/>
                  <a:ea typeface="华文细黑"/>
                </a:rPr>
                <a:t>Effects Types</a:t>
              </a:r>
            </a:p>
            <a:p>
              <a:pPr marL="107957" marR="0" lvl="0" indent="0" defTabSz="914400" eaLnBrk="1" fontAlgn="base" latinLnBrk="0" hangingPunct="1">
                <a:lnSpc>
                  <a:spcPct val="15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1599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Microsoft YaHei" panose="020B0503020204020204" pitchFamily="34" charset="-122"/>
                  <a:ea typeface="华文细黑"/>
                </a:rPr>
                <a:t>安全、高效、多态</a:t>
              </a:r>
              <a:endParaRPr kumimoji="0" lang="en-US" altLang="zh-CN" sz="1599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icrosoft YaHei" panose="020B0503020204020204" pitchFamily="34" charset="-122"/>
                <a:ea typeface="华文细黑"/>
              </a:endParaRPr>
            </a:p>
          </p:txBody>
        </p:sp>
        <p:cxnSp>
          <p:nvCxnSpPr>
            <p:cNvPr id="9" name="直接箭头连接符 8">
              <a:extLst>
                <a:ext uri="{FF2B5EF4-FFF2-40B4-BE49-F238E27FC236}">
                  <a16:creationId xmlns:a16="http://schemas.microsoft.com/office/drawing/2014/main" id="{A865C05D-5376-41B7-9603-8A8B1919C229}"/>
                </a:ext>
              </a:extLst>
            </p:cNvPr>
            <p:cNvCxnSpPr>
              <a:cxnSpLocks/>
              <a:stCxn id="8" idx="1"/>
              <a:endCxn id="7" idx="3"/>
            </p:cNvCxnSpPr>
            <p:nvPr/>
          </p:nvCxnSpPr>
          <p:spPr>
            <a:xfrm flipH="1">
              <a:off x="6707380" y="3223552"/>
              <a:ext cx="499592" cy="0"/>
            </a:xfrm>
            <a:prstGeom prst="straightConnector1">
              <a:avLst/>
            </a:prstGeom>
            <a:noFill/>
            <a:ln w="9525" cap="flat" cmpd="sng" algn="ctr">
              <a:solidFill>
                <a:srgbClr val="B2B2B2">
                  <a:lumMod val="90000"/>
                </a:srgbClr>
              </a:solidFill>
              <a:prstDash val="solid"/>
              <a:tailEnd type="triangle"/>
            </a:ln>
            <a:effectLst/>
          </p:spPr>
        </p:cxnSp>
      </p:grpSp>
      <p:grpSp>
        <p:nvGrpSpPr>
          <p:cNvPr id="10" name="组合 9">
            <a:extLst>
              <a:ext uri="{FF2B5EF4-FFF2-40B4-BE49-F238E27FC236}">
                <a16:creationId xmlns:a16="http://schemas.microsoft.com/office/drawing/2014/main" id="{0D8B8E42-FE3F-4DEC-8F55-7838E9C4F106}"/>
              </a:ext>
            </a:extLst>
          </p:cNvPr>
          <p:cNvGrpSpPr/>
          <p:nvPr/>
        </p:nvGrpSpPr>
        <p:grpSpPr>
          <a:xfrm>
            <a:off x="4636922" y="2613786"/>
            <a:ext cx="6066086" cy="1052916"/>
            <a:chOff x="3922948" y="4109838"/>
            <a:chExt cx="6068456" cy="1053327"/>
          </a:xfrm>
        </p:grpSpPr>
        <p:sp>
          <p:nvSpPr>
            <p:cNvPr id="11" name="矩形: 圆角 10">
              <a:extLst>
                <a:ext uri="{FF2B5EF4-FFF2-40B4-BE49-F238E27FC236}">
                  <a16:creationId xmlns:a16="http://schemas.microsoft.com/office/drawing/2014/main" id="{045C193C-8360-446A-89D1-515C1656BD29}"/>
                </a:ext>
              </a:extLst>
            </p:cNvPr>
            <p:cNvSpPr/>
            <p:nvPr/>
          </p:nvSpPr>
          <p:spPr>
            <a:xfrm>
              <a:off x="3922948" y="4109838"/>
              <a:ext cx="2784432" cy="1052046"/>
            </a:xfrm>
            <a:prstGeom prst="roundRect">
              <a:avLst/>
            </a:prstGeom>
            <a:noFill/>
            <a:ln w="25400" cap="flat" cmpd="sng" algn="ctr">
              <a:solidFill>
                <a:srgbClr val="FFFFFF">
                  <a:lumMod val="20000"/>
                  <a:lumOff val="80000"/>
                </a:srgbClr>
              </a:solidFill>
              <a:prstDash val="solid"/>
            </a:ln>
            <a:effectLst/>
          </p:spPr>
          <p:txBody>
            <a:bodyPr rot="0" spcFirstLastPara="0" vertOverflow="overflow" horzOverflow="overflow" vert="horz" wrap="square" lIns="91404" tIns="45702" rIns="91404" bIns="45702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107957" marR="0" lvl="0" indent="0" defTabSz="914400" eaLnBrk="1" fontAlgn="base" latinLnBrk="0" hangingPunct="1">
                <a:lnSpc>
                  <a:spcPct val="15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1999" b="1" i="0" u="none" strike="noStrike" kern="0" cap="none" spc="0" normalizeH="0" baseline="0" noProof="0" dirty="0">
                  <a:ln>
                    <a:noFill/>
                  </a:ln>
                  <a:solidFill>
                    <a:srgbClr val="B2B2B2">
                      <a:lumMod val="75000"/>
                    </a:srgbClr>
                  </a:solidFill>
                  <a:effectLst/>
                  <a:uLnTx/>
                  <a:uFillTx/>
                  <a:latin typeface="Microsoft YaHei" panose="020B0503020204020204" pitchFamily="34" charset="-122"/>
                  <a:ea typeface="华文细黑"/>
                </a:rPr>
                <a:t>元编程、通用表达 </a:t>
              </a:r>
              <a:endParaRPr kumimoji="0" lang="en-US" altLang="zh-CN" sz="1999" b="1" i="0" u="none" strike="noStrike" kern="0" cap="none" spc="0" normalizeH="0" baseline="0" noProof="0" dirty="0">
                <a:ln>
                  <a:noFill/>
                </a:ln>
                <a:solidFill>
                  <a:srgbClr val="B2B2B2">
                    <a:lumMod val="75000"/>
                  </a:srgbClr>
                </a:solidFill>
                <a:effectLst/>
                <a:uLnTx/>
                <a:uFillTx/>
                <a:latin typeface="Microsoft YaHei" panose="020B0503020204020204" pitchFamily="34" charset="-122"/>
                <a:ea typeface="华文细黑"/>
              </a:endParaRPr>
            </a:p>
            <a:p>
              <a:pPr marL="107957" marR="0" lvl="0" indent="0" defTabSz="914400" eaLnBrk="1" fontAlgn="base" latinLnBrk="0" hangingPunct="1">
                <a:lnSpc>
                  <a:spcPct val="15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1599" b="0" i="0" u="none" strike="noStrike" kern="0" cap="none" spc="0" normalizeH="0" baseline="0" noProof="0" dirty="0">
                  <a:ln>
                    <a:noFill/>
                  </a:ln>
                  <a:solidFill>
                    <a:srgbClr val="B2B2B2">
                      <a:lumMod val="75000"/>
                    </a:srgbClr>
                  </a:solidFill>
                  <a:effectLst/>
                  <a:uLnTx/>
                  <a:uFillTx/>
                  <a:latin typeface="Microsoft YaHei" panose="020B0503020204020204" pitchFamily="34" charset="-122"/>
                  <a:ea typeface="华文细黑"/>
                </a:rPr>
                <a:t>领域表达、宏、</a:t>
              </a:r>
              <a:r>
                <a:rPr kumimoji="0" lang="en-US" altLang="zh-CN" sz="1599" b="0" i="0" u="none" strike="noStrike" kern="0" cap="none" spc="0" normalizeH="0" baseline="0" noProof="0" dirty="0">
                  <a:ln>
                    <a:noFill/>
                  </a:ln>
                  <a:solidFill>
                    <a:srgbClr val="B2B2B2">
                      <a:lumMod val="75000"/>
                    </a:srgbClr>
                  </a:solidFill>
                  <a:effectLst/>
                  <a:uLnTx/>
                  <a:uFillTx/>
                  <a:latin typeface="Microsoft YaHei" panose="020B0503020204020204" pitchFamily="34" charset="-122"/>
                  <a:ea typeface="华文细黑"/>
                </a:rPr>
                <a:t>…</a:t>
              </a:r>
            </a:p>
          </p:txBody>
        </p:sp>
        <p:sp>
          <p:nvSpPr>
            <p:cNvPr id="12" name="矩形: 圆角 11">
              <a:extLst>
                <a:ext uri="{FF2B5EF4-FFF2-40B4-BE49-F238E27FC236}">
                  <a16:creationId xmlns:a16="http://schemas.microsoft.com/office/drawing/2014/main" id="{364F0F72-EC7C-4022-99BD-03650370B25C}"/>
                </a:ext>
              </a:extLst>
            </p:cNvPr>
            <p:cNvSpPr/>
            <p:nvPr/>
          </p:nvSpPr>
          <p:spPr>
            <a:xfrm>
              <a:off x="7206972" y="4109838"/>
              <a:ext cx="2784432" cy="1053327"/>
            </a:xfrm>
            <a:prstGeom prst="roundRect">
              <a:avLst/>
            </a:prstGeom>
            <a:noFill/>
            <a:ln w="25400" cap="flat" cmpd="sng" algn="ctr">
              <a:solidFill>
                <a:srgbClr val="FFFFFF">
                  <a:lumMod val="20000"/>
                  <a:lumOff val="80000"/>
                </a:srgbClr>
              </a:solidFill>
              <a:prstDash val="solid"/>
            </a:ln>
            <a:effectLst/>
          </p:spPr>
          <p:txBody>
            <a:bodyPr rot="0" spcFirstLastPara="0" vertOverflow="overflow" horzOverflow="overflow" vert="horz" wrap="square" lIns="91404" tIns="45702" rIns="91404" bIns="45702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107957" marR="0" lvl="0" indent="0" defTabSz="914400" eaLnBrk="1" fontAlgn="base" latinLnBrk="0" hangingPunct="1">
                <a:lnSpc>
                  <a:spcPct val="15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1999" b="1" i="0" u="none" strike="noStrike" kern="0" cap="none" spc="0" normalizeH="0" baseline="0" noProof="0" dirty="0">
                  <a:ln>
                    <a:noFill/>
                  </a:ln>
                  <a:solidFill>
                    <a:srgbClr val="B2B2B2">
                      <a:lumMod val="75000"/>
                    </a:srgbClr>
                  </a:solidFill>
                  <a:effectLst/>
                  <a:uLnTx/>
                  <a:uFillTx/>
                  <a:latin typeface="Microsoft YaHei" panose="020B0503020204020204" pitchFamily="34" charset="-122"/>
                  <a:ea typeface="华文细黑"/>
                </a:rPr>
                <a:t>通用类型</a:t>
              </a:r>
              <a:endParaRPr kumimoji="0" lang="en-US" altLang="zh-CN" sz="1999" b="1" i="0" u="none" strike="noStrike" kern="0" cap="none" spc="0" normalizeH="0" baseline="0" noProof="0" dirty="0">
                <a:ln>
                  <a:noFill/>
                </a:ln>
                <a:solidFill>
                  <a:srgbClr val="B2B2B2">
                    <a:lumMod val="75000"/>
                  </a:srgbClr>
                </a:solidFill>
                <a:effectLst/>
                <a:uLnTx/>
                <a:uFillTx/>
                <a:latin typeface="Microsoft YaHei" panose="020B0503020204020204" pitchFamily="34" charset="-122"/>
                <a:ea typeface="华文细黑"/>
              </a:endParaRPr>
            </a:p>
            <a:p>
              <a:pPr marL="107957" marR="0" lvl="0" indent="0" defTabSz="914400" eaLnBrk="1" fontAlgn="base" latinLnBrk="0" hangingPunct="1">
                <a:lnSpc>
                  <a:spcPct val="15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1599" b="0" i="0" u="none" strike="noStrike" kern="0" cap="none" spc="0" normalizeH="0" baseline="0" noProof="0" dirty="0">
                  <a:ln>
                    <a:noFill/>
                  </a:ln>
                  <a:solidFill>
                    <a:srgbClr val="B2B2B2">
                      <a:lumMod val="75000"/>
                    </a:srgbClr>
                  </a:solidFill>
                  <a:effectLst/>
                  <a:uLnTx/>
                  <a:uFillTx/>
                  <a:latin typeface="Microsoft YaHei" panose="020B0503020204020204" pitchFamily="34" charset="-122"/>
                  <a:ea typeface="华文细黑"/>
                </a:rPr>
                <a:t>泛型、函数、类、</a:t>
              </a:r>
              <a:r>
                <a:rPr kumimoji="0" lang="en-US" altLang="zh-CN" sz="1599" b="0" i="0" u="none" strike="noStrike" kern="0" cap="none" spc="0" normalizeH="0" baseline="0" noProof="0" dirty="0">
                  <a:ln>
                    <a:noFill/>
                  </a:ln>
                  <a:solidFill>
                    <a:srgbClr val="B2B2B2">
                      <a:lumMod val="75000"/>
                    </a:srgbClr>
                  </a:solidFill>
                  <a:effectLst/>
                  <a:uLnTx/>
                  <a:uFillTx/>
                  <a:latin typeface="Microsoft YaHei" panose="020B0503020204020204" pitchFamily="34" charset="-122"/>
                  <a:ea typeface="华文细黑"/>
                </a:rPr>
                <a:t>…</a:t>
              </a:r>
            </a:p>
          </p:txBody>
        </p:sp>
      </p:grpSp>
      <p:sp>
        <p:nvSpPr>
          <p:cNvPr id="14" name="矩形: 圆角 13">
            <a:extLst>
              <a:ext uri="{FF2B5EF4-FFF2-40B4-BE49-F238E27FC236}">
                <a16:creationId xmlns:a16="http://schemas.microsoft.com/office/drawing/2014/main" id="{36A4E12C-47FE-457E-9634-586644FAF986}"/>
              </a:ext>
            </a:extLst>
          </p:cNvPr>
          <p:cNvSpPr/>
          <p:nvPr/>
        </p:nvSpPr>
        <p:spPr>
          <a:xfrm>
            <a:off x="1816205" y="2409940"/>
            <a:ext cx="2186496" cy="3603563"/>
          </a:xfrm>
          <a:prstGeom prst="roundRect">
            <a:avLst/>
          </a:prstGeom>
          <a:solidFill>
            <a:srgbClr val="0070C0"/>
          </a:solidFill>
          <a:ln w="25400" cap="flat" cmpd="sng" algn="ctr">
            <a:noFill/>
            <a:prstDash val="solid"/>
          </a:ln>
          <a:effectLst/>
        </p:spPr>
        <p:txBody>
          <a:bodyPr rot="0" spcFirstLastPara="0" vertOverflow="overflow" horzOverflow="overflow" vert="horz" wrap="square" lIns="91404" tIns="45702" rIns="91404" bIns="45702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399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Microsoft YaHei" panose="020B0503020204020204" pitchFamily="34" charset="-122"/>
              <a:ea typeface="华文细黑"/>
            </a:endParaRPr>
          </a:p>
        </p:txBody>
      </p:sp>
      <p:sp>
        <p:nvSpPr>
          <p:cNvPr id="16" name="矩形: 圆角 15">
            <a:extLst>
              <a:ext uri="{FF2B5EF4-FFF2-40B4-BE49-F238E27FC236}">
                <a16:creationId xmlns:a16="http://schemas.microsoft.com/office/drawing/2014/main" id="{766AE5C1-5AE6-4E4D-ABED-FA143DEB555E}"/>
              </a:ext>
            </a:extLst>
          </p:cNvPr>
          <p:cNvSpPr/>
          <p:nvPr/>
        </p:nvSpPr>
        <p:spPr>
          <a:xfrm>
            <a:off x="2367755" y="2785642"/>
            <a:ext cx="994895" cy="457389"/>
          </a:xfrm>
          <a:prstGeom prst="roundRect">
            <a:avLst/>
          </a:prstGeom>
          <a:noFill/>
          <a:ln w="25400" cap="flat" cmpd="sng" algn="ctr">
            <a:solidFill>
              <a:srgbClr val="B2B2B2"/>
            </a:solidFill>
            <a:prstDash val="solid"/>
          </a:ln>
          <a:effectLst/>
        </p:spPr>
        <p:txBody>
          <a:bodyPr rot="0" spcFirstLastPara="0" vertOverflow="overflow" horzOverflow="overflow" vert="horz" wrap="square" lIns="91404" tIns="45702" rIns="91404" bIns="45702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icrosoft YaHei" panose="020B0503020204020204" pitchFamily="34" charset="-122"/>
                <a:ea typeface="华文细黑"/>
              </a:rPr>
              <a:t>分布式</a:t>
            </a:r>
            <a:endParaRPr kumimoji="0" lang="en-US" altLang="zh-CN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Microsoft YaHei" panose="020B0503020204020204" pitchFamily="34" charset="-122"/>
              <a:ea typeface="华文细黑"/>
            </a:endParaRPr>
          </a:p>
        </p:txBody>
      </p:sp>
      <p:sp>
        <p:nvSpPr>
          <p:cNvPr id="17" name="矩形: 圆角 16">
            <a:extLst>
              <a:ext uri="{FF2B5EF4-FFF2-40B4-BE49-F238E27FC236}">
                <a16:creationId xmlns:a16="http://schemas.microsoft.com/office/drawing/2014/main" id="{8AF05E61-AFED-4CBC-A2CF-D527066A72B2}"/>
              </a:ext>
            </a:extLst>
          </p:cNvPr>
          <p:cNvSpPr/>
          <p:nvPr/>
        </p:nvSpPr>
        <p:spPr>
          <a:xfrm>
            <a:off x="2367755" y="3612070"/>
            <a:ext cx="1032988" cy="457389"/>
          </a:xfrm>
          <a:prstGeom prst="roundRect">
            <a:avLst/>
          </a:prstGeom>
          <a:noFill/>
          <a:ln w="25400" cap="flat" cmpd="sng" algn="ctr">
            <a:solidFill>
              <a:srgbClr val="B2B2B2"/>
            </a:solidFill>
            <a:prstDash val="solid"/>
          </a:ln>
          <a:effectLst/>
        </p:spPr>
        <p:txBody>
          <a:bodyPr rot="0" spcFirstLastPara="0" vertOverflow="overflow" horzOverflow="overflow" vert="horz" wrap="square" lIns="91404" tIns="45702" rIns="91404" bIns="45702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icrosoft YaHei" panose="020B0503020204020204" pitchFamily="34" charset="-122"/>
                <a:ea typeface="华文细黑"/>
              </a:rPr>
              <a:t>响应式</a:t>
            </a:r>
            <a:endParaRPr kumimoji="0" lang="en-US" altLang="zh-CN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Microsoft YaHei" panose="020B0503020204020204" pitchFamily="34" charset="-122"/>
              <a:ea typeface="华文细黑"/>
            </a:endParaRPr>
          </a:p>
        </p:txBody>
      </p:sp>
      <p:sp>
        <p:nvSpPr>
          <p:cNvPr id="18" name="矩形: 圆角 17">
            <a:extLst>
              <a:ext uri="{FF2B5EF4-FFF2-40B4-BE49-F238E27FC236}">
                <a16:creationId xmlns:a16="http://schemas.microsoft.com/office/drawing/2014/main" id="{12844DF6-1F0E-4D90-94FA-9411D4CA07B1}"/>
              </a:ext>
            </a:extLst>
          </p:cNvPr>
          <p:cNvSpPr/>
          <p:nvPr/>
        </p:nvSpPr>
        <p:spPr>
          <a:xfrm>
            <a:off x="2367755" y="4438498"/>
            <a:ext cx="1032988" cy="457389"/>
          </a:xfrm>
          <a:prstGeom prst="roundRect">
            <a:avLst/>
          </a:prstGeom>
          <a:noFill/>
          <a:ln w="25400" cap="flat" cmpd="sng" algn="ctr">
            <a:solidFill>
              <a:srgbClr val="B2B2B2"/>
            </a:solidFill>
            <a:prstDash val="solid"/>
          </a:ln>
          <a:effectLst/>
        </p:spPr>
        <p:txBody>
          <a:bodyPr rot="0" spcFirstLastPara="0" vertOverflow="overflow" horzOverflow="overflow" vert="horz" wrap="square" lIns="91404" tIns="45702" rIns="91404" bIns="45702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icrosoft YaHei" panose="020B0503020204020204" pitchFamily="34" charset="-122"/>
                <a:ea typeface="华文细黑"/>
              </a:rPr>
              <a:t>动态性</a:t>
            </a:r>
          </a:p>
        </p:txBody>
      </p:sp>
      <p:sp>
        <p:nvSpPr>
          <p:cNvPr id="19" name="矩形: 圆角 18">
            <a:extLst>
              <a:ext uri="{FF2B5EF4-FFF2-40B4-BE49-F238E27FC236}">
                <a16:creationId xmlns:a16="http://schemas.microsoft.com/office/drawing/2014/main" id="{2A488501-9E9C-4A2C-853F-B5A6A87B26B6}"/>
              </a:ext>
            </a:extLst>
          </p:cNvPr>
          <p:cNvSpPr/>
          <p:nvPr/>
        </p:nvSpPr>
        <p:spPr>
          <a:xfrm>
            <a:off x="2367757" y="5264926"/>
            <a:ext cx="1032987" cy="457389"/>
          </a:xfrm>
          <a:prstGeom prst="roundRect">
            <a:avLst/>
          </a:prstGeom>
          <a:noFill/>
          <a:ln w="25400" cap="flat" cmpd="sng" algn="ctr">
            <a:solidFill>
              <a:srgbClr val="B2B2B2"/>
            </a:solidFill>
            <a:prstDash val="solid"/>
          </a:ln>
          <a:effectLst/>
        </p:spPr>
        <p:txBody>
          <a:bodyPr rot="0" spcFirstLastPara="0" vertOverflow="overflow" horzOverflow="overflow" vert="horz" wrap="square" lIns="91404" tIns="45702" rIns="91404" bIns="45702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icrosoft YaHei" panose="020B0503020204020204" pitchFamily="34" charset="-122"/>
                <a:ea typeface="华文细黑"/>
              </a:rPr>
              <a:t>…</a:t>
            </a:r>
            <a:endParaRPr kumimoji="0" lang="zh-CN" altLang="en-US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Microsoft YaHei" panose="020B0503020204020204" pitchFamily="34" charset="-122"/>
              <a:ea typeface="华文细黑"/>
            </a:endParaRPr>
          </a:p>
        </p:txBody>
      </p:sp>
      <p:cxnSp>
        <p:nvCxnSpPr>
          <p:cNvPr id="20" name="直接连接符 19">
            <a:extLst>
              <a:ext uri="{FF2B5EF4-FFF2-40B4-BE49-F238E27FC236}">
                <a16:creationId xmlns:a16="http://schemas.microsoft.com/office/drawing/2014/main" id="{798C3CC1-A050-4E5F-8EBD-418A38CEC5C9}"/>
              </a:ext>
            </a:extLst>
          </p:cNvPr>
          <p:cNvCxnSpPr>
            <a:cxnSpLocks/>
            <a:stCxn id="7" idx="2"/>
            <a:endCxn id="3" idx="0"/>
          </p:cNvCxnSpPr>
          <p:nvPr/>
        </p:nvCxnSpPr>
        <p:spPr>
          <a:xfrm>
            <a:off x="6024030" y="4916977"/>
            <a:ext cx="1696517" cy="255086"/>
          </a:xfrm>
          <a:prstGeom prst="line">
            <a:avLst/>
          </a:prstGeom>
          <a:noFill/>
          <a:ln w="9525" cap="flat" cmpd="sng" algn="ctr">
            <a:solidFill>
              <a:srgbClr val="000000"/>
            </a:solidFill>
            <a:prstDash val="solid"/>
          </a:ln>
          <a:effectLst/>
        </p:spPr>
      </p:cxnSp>
      <p:cxnSp>
        <p:nvCxnSpPr>
          <p:cNvPr id="21" name="直接连接符 20">
            <a:extLst>
              <a:ext uri="{FF2B5EF4-FFF2-40B4-BE49-F238E27FC236}">
                <a16:creationId xmlns:a16="http://schemas.microsoft.com/office/drawing/2014/main" id="{9AF36F67-D761-4EFC-86E4-5EF8AEE0CDB6}"/>
              </a:ext>
            </a:extLst>
          </p:cNvPr>
          <p:cNvCxnSpPr>
            <a:cxnSpLocks/>
            <a:stCxn id="8" idx="2"/>
            <a:endCxn id="3" idx="0"/>
          </p:cNvCxnSpPr>
          <p:nvPr/>
        </p:nvCxnSpPr>
        <p:spPr>
          <a:xfrm flipH="1">
            <a:off x="7720548" y="4916977"/>
            <a:ext cx="1576851" cy="255086"/>
          </a:xfrm>
          <a:prstGeom prst="line">
            <a:avLst/>
          </a:prstGeom>
          <a:noFill/>
          <a:ln w="9525" cap="flat" cmpd="sng" algn="ctr">
            <a:solidFill>
              <a:srgbClr val="000000"/>
            </a:solidFill>
            <a:prstDash val="solid"/>
          </a:ln>
          <a:effectLst/>
        </p:spPr>
      </p:cxnSp>
      <p:sp>
        <p:nvSpPr>
          <p:cNvPr id="22" name="矩形 21">
            <a:extLst>
              <a:ext uri="{FF2B5EF4-FFF2-40B4-BE49-F238E27FC236}">
                <a16:creationId xmlns:a16="http://schemas.microsoft.com/office/drawing/2014/main" id="{EE2B06E6-4836-4F9F-8C9D-904FB6078698}"/>
              </a:ext>
            </a:extLst>
          </p:cNvPr>
          <p:cNvSpPr/>
          <p:nvPr/>
        </p:nvSpPr>
        <p:spPr>
          <a:xfrm>
            <a:off x="5121808" y="1857994"/>
            <a:ext cx="1851066" cy="399954"/>
          </a:xfrm>
          <a:prstGeom prst="rect">
            <a:avLst/>
          </a:prstGeom>
        </p:spPr>
        <p:txBody>
          <a:bodyPr wrap="none" anchor="ctr"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zh-CN" altLang="en-US" sz="1999" b="1" dirty="0">
                <a:solidFill>
                  <a:srgbClr val="FF0000"/>
                </a:solidFill>
                <a:latin typeface="微软雅黑" panose="020B0503020204020204" pitchFamily="34" charset="-122"/>
              </a:rPr>
              <a:t>统一</a:t>
            </a:r>
            <a:r>
              <a:rPr lang="zh-CN" altLang="en-US" dirty="0">
                <a:solidFill>
                  <a:srgbClr val="000000"/>
                </a:solidFill>
                <a:latin typeface="微软雅黑" panose="020B0503020204020204" pitchFamily="34" charset="-122"/>
              </a:rPr>
              <a:t>的语言设计</a:t>
            </a:r>
            <a:endParaRPr lang="zh-CN" altLang="en-US" dirty="0">
              <a:solidFill>
                <a:srgbClr val="000000"/>
              </a:solidFill>
              <a:latin typeface="Calibri" pitchFamily="34" charset="0"/>
              <a:ea typeface="宋体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209536484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1ADF94B-EFF9-47B2-AE8E-0D66BEBC7F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Ownership</a:t>
            </a:r>
            <a:endParaRPr lang="zh-CN" altLang="en-US" dirty="0"/>
          </a:p>
        </p:txBody>
      </p:sp>
      <p:grpSp>
        <p:nvGrpSpPr>
          <p:cNvPr id="3" name="组合 2">
            <a:extLst>
              <a:ext uri="{FF2B5EF4-FFF2-40B4-BE49-F238E27FC236}">
                <a16:creationId xmlns:a16="http://schemas.microsoft.com/office/drawing/2014/main" id="{67C37D2E-C1F5-4B64-899F-927127933F0B}"/>
              </a:ext>
            </a:extLst>
          </p:cNvPr>
          <p:cNvGrpSpPr/>
          <p:nvPr/>
        </p:nvGrpSpPr>
        <p:grpSpPr>
          <a:xfrm>
            <a:off x="584446" y="1377910"/>
            <a:ext cx="7170143" cy="5281713"/>
            <a:chOff x="584445" y="878791"/>
            <a:chExt cx="7525041" cy="5639084"/>
          </a:xfrm>
        </p:grpSpPr>
        <p:grpSp>
          <p:nvGrpSpPr>
            <p:cNvPr id="4" name="组合 3">
              <a:extLst>
                <a:ext uri="{FF2B5EF4-FFF2-40B4-BE49-F238E27FC236}">
                  <a16:creationId xmlns:a16="http://schemas.microsoft.com/office/drawing/2014/main" id="{3FD16A11-04CA-4795-9ECC-A11CF21B0EE1}"/>
                </a:ext>
              </a:extLst>
            </p:cNvPr>
            <p:cNvGrpSpPr/>
            <p:nvPr/>
          </p:nvGrpSpPr>
          <p:grpSpPr>
            <a:xfrm>
              <a:off x="584445" y="1158820"/>
              <a:ext cx="5875280" cy="5359055"/>
              <a:chOff x="279633" y="1410445"/>
              <a:chExt cx="5877571" cy="5361149"/>
            </a:xfrm>
          </p:grpSpPr>
          <p:grpSp>
            <p:nvGrpSpPr>
              <p:cNvPr id="7" name="组合 6">
                <a:extLst>
                  <a:ext uri="{FF2B5EF4-FFF2-40B4-BE49-F238E27FC236}">
                    <a16:creationId xmlns:a16="http://schemas.microsoft.com/office/drawing/2014/main" id="{E1E1072A-5AD0-4898-8942-F2FFE5A6D8D1}"/>
                  </a:ext>
                </a:extLst>
              </p:cNvPr>
              <p:cNvGrpSpPr/>
              <p:nvPr/>
            </p:nvGrpSpPr>
            <p:grpSpPr>
              <a:xfrm>
                <a:off x="927705" y="2214164"/>
                <a:ext cx="3528389" cy="3312369"/>
                <a:chOff x="7680176" y="2132856"/>
                <a:chExt cx="3528392" cy="3312368"/>
              </a:xfrm>
            </p:grpSpPr>
            <p:cxnSp>
              <p:nvCxnSpPr>
                <p:cNvPr id="45" name="直接箭头连接符 44">
                  <a:extLst>
                    <a:ext uri="{FF2B5EF4-FFF2-40B4-BE49-F238E27FC236}">
                      <a16:creationId xmlns:a16="http://schemas.microsoft.com/office/drawing/2014/main" id="{84A8019F-4598-45DD-AC28-5C8183453B96}"/>
                    </a:ext>
                  </a:extLst>
                </p:cNvPr>
                <p:cNvCxnSpPr/>
                <p:nvPr/>
              </p:nvCxnSpPr>
              <p:spPr bwMode="auto">
                <a:xfrm>
                  <a:off x="7680176" y="5445224"/>
                  <a:ext cx="3528392" cy="0"/>
                </a:xfrm>
                <a:prstGeom prst="straightConnector1">
                  <a:avLst/>
                </a:prstGeom>
                <a:noFill/>
                <a:ln w="12700" cap="flat" cmpd="sng" algn="ctr">
                  <a:solidFill>
                    <a:srgbClr val="1D1D1A"/>
                  </a:solidFill>
                  <a:prstDash val="solid"/>
                  <a:round/>
                  <a:headEnd type="none" w="med" len="med"/>
                  <a:tailEnd type="triangle"/>
                </a:ln>
                <a:effectLst/>
              </p:spPr>
            </p:cxnSp>
            <p:cxnSp>
              <p:nvCxnSpPr>
                <p:cNvPr id="46" name="直接箭头连接符 45">
                  <a:extLst>
                    <a:ext uri="{FF2B5EF4-FFF2-40B4-BE49-F238E27FC236}">
                      <a16:creationId xmlns:a16="http://schemas.microsoft.com/office/drawing/2014/main" id="{64F4BB2A-7697-47AE-8959-8837AC21F2FC}"/>
                    </a:ext>
                  </a:extLst>
                </p:cNvPr>
                <p:cNvCxnSpPr/>
                <p:nvPr/>
              </p:nvCxnSpPr>
              <p:spPr bwMode="auto">
                <a:xfrm flipV="1">
                  <a:off x="7680176" y="2132856"/>
                  <a:ext cx="0" cy="3312368"/>
                </a:xfrm>
                <a:prstGeom prst="straightConnector1">
                  <a:avLst/>
                </a:prstGeom>
                <a:noFill/>
                <a:ln w="12700" cap="flat" cmpd="sng" algn="ctr">
                  <a:solidFill>
                    <a:srgbClr val="1D1D1A"/>
                  </a:solidFill>
                  <a:prstDash val="solid"/>
                  <a:round/>
                  <a:headEnd type="none" w="med" len="med"/>
                  <a:tailEnd type="triangle"/>
                </a:ln>
                <a:effectLst/>
              </p:spPr>
            </p:cxnSp>
          </p:grpSp>
          <p:sp>
            <p:nvSpPr>
              <p:cNvPr id="8" name="文本框 7">
                <a:extLst>
                  <a:ext uri="{FF2B5EF4-FFF2-40B4-BE49-F238E27FC236}">
                    <a16:creationId xmlns:a16="http://schemas.microsoft.com/office/drawing/2014/main" id="{A9D5F90E-10EE-4FEF-ABC2-9F4813C6F3DF}"/>
                  </a:ext>
                </a:extLst>
              </p:cNvPr>
              <p:cNvSpPr txBox="1"/>
              <p:nvPr/>
            </p:nvSpPr>
            <p:spPr>
              <a:xfrm>
                <a:off x="279633" y="1922193"/>
                <a:ext cx="648072" cy="92333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defTabSz="914112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zh-CN" altLang="en-US" sz="1799" b="1" i="0" u="none" strike="noStrike" kern="0" cap="none" spc="0" normalizeH="0" baseline="0" noProof="0" dirty="0">
                    <a:ln>
                      <a:noFill/>
                    </a:ln>
                    <a:solidFill>
                      <a:srgbClr val="1D1D1A"/>
                    </a:solidFill>
                    <a:effectLst/>
                    <a:uLnTx/>
                    <a:uFillTx/>
                    <a:latin typeface="微软雅黑" pitchFamily="34" charset="-122"/>
                  </a:rPr>
                  <a:t>开发效率</a:t>
                </a:r>
                <a:endParaRPr kumimoji="0" lang="en-US" altLang="zh-CN" sz="1799" b="1" i="0" u="none" strike="noStrike" kern="0" cap="none" spc="0" normalizeH="0" baseline="0" noProof="0" dirty="0">
                  <a:ln>
                    <a:noFill/>
                  </a:ln>
                  <a:solidFill>
                    <a:srgbClr val="1D1D1A"/>
                  </a:solidFill>
                  <a:effectLst/>
                  <a:uLnTx/>
                  <a:uFillTx/>
                  <a:latin typeface="微软雅黑" pitchFamily="34" charset="-122"/>
                </a:endParaRPr>
              </a:p>
              <a:p>
                <a:pPr marL="0" marR="0" lvl="0" indent="0" defTabSz="914112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799" b="1" i="0" u="none" strike="noStrike" kern="0" cap="none" spc="0" normalizeH="0" baseline="0" noProof="0" dirty="0">
                  <a:ln>
                    <a:noFill/>
                  </a:ln>
                  <a:solidFill>
                    <a:srgbClr val="C00000"/>
                  </a:solidFill>
                  <a:effectLst/>
                  <a:uLnTx/>
                  <a:uFillTx/>
                  <a:latin typeface="微软雅黑" pitchFamily="34" charset="-122"/>
                </a:endParaRPr>
              </a:p>
            </p:txBody>
          </p:sp>
          <p:sp>
            <p:nvSpPr>
              <p:cNvPr id="9" name="椭圆 8">
                <a:extLst>
                  <a:ext uri="{FF2B5EF4-FFF2-40B4-BE49-F238E27FC236}">
                    <a16:creationId xmlns:a16="http://schemas.microsoft.com/office/drawing/2014/main" id="{130A1FA2-BD8E-452B-8B66-0293EF9AD374}"/>
                  </a:ext>
                </a:extLst>
              </p:cNvPr>
              <p:cNvSpPr/>
              <p:nvPr/>
            </p:nvSpPr>
            <p:spPr bwMode="auto">
              <a:xfrm>
                <a:off x="3880030" y="4886427"/>
                <a:ext cx="144016" cy="144016"/>
              </a:xfrm>
              <a:prstGeom prst="ellipse">
                <a:avLst/>
              </a:prstGeom>
              <a:solidFill>
                <a:srgbClr val="FF0000"/>
              </a:solidFill>
              <a:ln w="12700" cap="flat" cmpd="sng" algn="ctr">
                <a:solidFill>
                  <a:srgbClr val="1D1D1A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rot="0" spcFirstLastPara="0" vertOverflow="overflow" horzOverflow="overflow" vert="horz" wrap="square" lIns="91389" tIns="45694" rIns="91389" bIns="45694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marL="0" marR="0" lvl="0" indent="0" algn="ctr" defTabSz="877537" eaLnBrk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05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微软雅黑" pitchFamily="34" charset="-122"/>
                </a:endParaRPr>
              </a:p>
            </p:txBody>
          </p:sp>
          <p:sp>
            <p:nvSpPr>
              <p:cNvPr id="10" name="椭圆 9">
                <a:extLst>
                  <a:ext uri="{FF2B5EF4-FFF2-40B4-BE49-F238E27FC236}">
                    <a16:creationId xmlns:a16="http://schemas.microsoft.com/office/drawing/2014/main" id="{ABB59437-4AC4-41CC-898A-CE62F3F8EB14}"/>
                  </a:ext>
                </a:extLst>
              </p:cNvPr>
              <p:cNvSpPr/>
              <p:nvPr/>
            </p:nvSpPr>
            <p:spPr bwMode="auto">
              <a:xfrm>
                <a:off x="3651564" y="4070669"/>
                <a:ext cx="154684" cy="154684"/>
              </a:xfrm>
              <a:prstGeom prst="ellipse">
                <a:avLst/>
              </a:prstGeom>
              <a:solidFill>
                <a:srgbClr val="FCC800"/>
              </a:solidFill>
              <a:ln w="12700" cap="flat" cmpd="sng" algn="ctr">
                <a:solidFill>
                  <a:srgbClr val="1D1D1A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rot="0" spcFirstLastPara="0" vertOverflow="overflow" horzOverflow="overflow" vert="horz" wrap="square" lIns="91389" tIns="45694" rIns="91389" bIns="45694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marL="0" marR="0" lvl="0" indent="0" algn="ctr" defTabSz="877537" eaLnBrk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05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微软雅黑" pitchFamily="34" charset="-122"/>
                </a:endParaRPr>
              </a:p>
            </p:txBody>
          </p:sp>
          <p:sp>
            <p:nvSpPr>
              <p:cNvPr id="11" name="椭圆 10">
                <a:extLst>
                  <a:ext uri="{FF2B5EF4-FFF2-40B4-BE49-F238E27FC236}">
                    <a16:creationId xmlns:a16="http://schemas.microsoft.com/office/drawing/2014/main" id="{F8312D6F-A1B8-4905-8716-9740575C475C}"/>
                  </a:ext>
                </a:extLst>
              </p:cNvPr>
              <p:cNvSpPr/>
              <p:nvPr/>
            </p:nvSpPr>
            <p:spPr bwMode="auto">
              <a:xfrm>
                <a:off x="3654110" y="4428813"/>
                <a:ext cx="144016" cy="144016"/>
              </a:xfrm>
              <a:prstGeom prst="ellipse">
                <a:avLst/>
              </a:prstGeom>
              <a:solidFill>
                <a:srgbClr val="0000FF"/>
              </a:solidFill>
              <a:ln w="12700" cap="flat" cmpd="sng" algn="ctr">
                <a:solidFill>
                  <a:srgbClr val="1D1D1A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rot="0" spcFirstLastPara="0" vertOverflow="overflow" horzOverflow="overflow" vert="horz" wrap="square" lIns="91389" tIns="45694" rIns="91389" bIns="45694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marL="0" marR="0" lvl="0" indent="0" algn="ctr" defTabSz="877537" eaLnBrk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05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微软雅黑" pitchFamily="34" charset="-122"/>
                </a:endParaRPr>
              </a:p>
            </p:txBody>
          </p:sp>
          <p:sp>
            <p:nvSpPr>
              <p:cNvPr id="12" name="文本框 11">
                <a:extLst>
                  <a:ext uri="{FF2B5EF4-FFF2-40B4-BE49-F238E27FC236}">
                    <a16:creationId xmlns:a16="http://schemas.microsoft.com/office/drawing/2014/main" id="{219BEB11-6386-4E69-AFF7-8DDA4EC7DBD5}"/>
                  </a:ext>
                </a:extLst>
              </p:cNvPr>
              <p:cNvSpPr txBox="1"/>
              <p:nvPr/>
            </p:nvSpPr>
            <p:spPr>
              <a:xfrm>
                <a:off x="3736014" y="4018557"/>
                <a:ext cx="864096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defTabSz="914112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1599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1D1D1A"/>
                    </a:solidFill>
                    <a:effectLst/>
                    <a:uLnTx/>
                    <a:uFillTx/>
                    <a:latin typeface="微软雅黑" pitchFamily="34" charset="-122"/>
                  </a:rPr>
                  <a:t>C++</a:t>
                </a:r>
                <a:endParaRPr kumimoji="0" lang="zh-CN" altLang="en-US" sz="1799" b="0" i="0" u="none" strike="noStrike" kern="0" cap="none" spc="0" normalizeH="0" baseline="0" noProof="0" dirty="0">
                  <a:ln>
                    <a:noFill/>
                  </a:ln>
                  <a:solidFill>
                    <a:srgbClr val="1D1D1A"/>
                  </a:solidFill>
                  <a:effectLst/>
                  <a:uLnTx/>
                  <a:uFillTx/>
                  <a:latin typeface="微软雅黑" pitchFamily="34" charset="-122"/>
                </a:endParaRPr>
              </a:p>
            </p:txBody>
          </p:sp>
          <p:sp>
            <p:nvSpPr>
              <p:cNvPr id="13" name="文本框 12">
                <a:extLst>
                  <a:ext uri="{FF2B5EF4-FFF2-40B4-BE49-F238E27FC236}">
                    <a16:creationId xmlns:a16="http://schemas.microsoft.com/office/drawing/2014/main" id="{EB800EAC-CAFA-4F38-89B1-F316EFEB4734}"/>
                  </a:ext>
                </a:extLst>
              </p:cNvPr>
              <p:cNvSpPr txBox="1"/>
              <p:nvPr/>
            </p:nvSpPr>
            <p:spPr>
              <a:xfrm>
                <a:off x="4024046" y="4654068"/>
                <a:ext cx="446989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defTabSz="914112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1599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1D1D1A"/>
                    </a:solidFill>
                    <a:effectLst/>
                    <a:uLnTx/>
                    <a:uFillTx/>
                    <a:latin typeface="微软雅黑" pitchFamily="34" charset="-122"/>
                  </a:rPr>
                  <a:t>C</a:t>
                </a:r>
                <a:endParaRPr kumimoji="0" lang="zh-CN" altLang="en-US" sz="1799" b="0" i="0" u="none" strike="noStrike" kern="0" cap="none" spc="0" normalizeH="0" baseline="0" noProof="0" dirty="0">
                  <a:ln>
                    <a:noFill/>
                  </a:ln>
                  <a:solidFill>
                    <a:srgbClr val="1D1D1A"/>
                  </a:solidFill>
                  <a:effectLst/>
                  <a:uLnTx/>
                  <a:uFillTx/>
                  <a:latin typeface="微软雅黑" pitchFamily="34" charset="-122"/>
                </a:endParaRPr>
              </a:p>
            </p:txBody>
          </p:sp>
          <p:sp>
            <p:nvSpPr>
              <p:cNvPr id="14" name="文本框 13">
                <a:extLst>
                  <a:ext uri="{FF2B5EF4-FFF2-40B4-BE49-F238E27FC236}">
                    <a16:creationId xmlns:a16="http://schemas.microsoft.com/office/drawing/2014/main" id="{FEE93786-BE4B-4F54-80C7-C806970D8709}"/>
                  </a:ext>
                </a:extLst>
              </p:cNvPr>
              <p:cNvSpPr txBox="1"/>
              <p:nvPr/>
            </p:nvSpPr>
            <p:spPr>
              <a:xfrm>
                <a:off x="3822421" y="4379477"/>
                <a:ext cx="720080" cy="36146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defTabSz="914112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1599" i="0" u="none" strike="noStrike" kern="0" cap="none" spc="0" normalizeH="0" baseline="0" noProof="0" dirty="0">
                    <a:ln>
                      <a:noFill/>
                    </a:ln>
                    <a:effectLst/>
                    <a:uLnTx/>
                    <a:uFillTx/>
                    <a:latin typeface="微软雅黑" pitchFamily="34" charset="-122"/>
                  </a:rPr>
                  <a:t>Rust</a:t>
                </a:r>
                <a:endParaRPr kumimoji="0" lang="zh-CN" altLang="en-US" sz="1799" i="0" u="none" strike="noStrike" kern="0" cap="none" spc="0" normalizeH="0" baseline="0" noProof="0" dirty="0">
                  <a:ln>
                    <a:noFill/>
                  </a:ln>
                  <a:effectLst/>
                  <a:uLnTx/>
                  <a:uFillTx/>
                  <a:latin typeface="微软雅黑" pitchFamily="34" charset="-122"/>
                </a:endParaRPr>
              </a:p>
            </p:txBody>
          </p:sp>
          <p:sp>
            <p:nvSpPr>
              <p:cNvPr id="15" name="椭圆 14">
                <a:extLst>
                  <a:ext uri="{FF2B5EF4-FFF2-40B4-BE49-F238E27FC236}">
                    <a16:creationId xmlns:a16="http://schemas.microsoft.com/office/drawing/2014/main" id="{245CD901-EC83-47FB-B561-723830762BBC}"/>
                  </a:ext>
                </a:extLst>
              </p:cNvPr>
              <p:cNvSpPr/>
              <p:nvPr/>
            </p:nvSpPr>
            <p:spPr bwMode="auto">
              <a:xfrm>
                <a:off x="2108875" y="2450552"/>
                <a:ext cx="144016" cy="144016"/>
              </a:xfrm>
              <a:prstGeom prst="ellipse">
                <a:avLst/>
              </a:prstGeom>
              <a:solidFill>
                <a:srgbClr val="FFC000"/>
              </a:solidFill>
              <a:ln w="12700" cap="flat" cmpd="sng" algn="ctr">
                <a:solidFill>
                  <a:srgbClr val="1D1D1A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rot="0" spcFirstLastPara="0" vertOverflow="overflow" horzOverflow="overflow" vert="horz" wrap="square" lIns="91389" tIns="45694" rIns="91389" bIns="45694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marL="0" marR="0" lvl="0" indent="0" algn="ctr" defTabSz="877537" eaLnBrk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05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微软雅黑" pitchFamily="34" charset="-122"/>
                </a:endParaRPr>
              </a:p>
            </p:txBody>
          </p:sp>
          <p:sp>
            <p:nvSpPr>
              <p:cNvPr id="16" name="椭圆 15">
                <a:extLst>
                  <a:ext uri="{FF2B5EF4-FFF2-40B4-BE49-F238E27FC236}">
                    <a16:creationId xmlns:a16="http://schemas.microsoft.com/office/drawing/2014/main" id="{AE9432A2-DF07-4BF3-880B-2FFDDC8496DA}"/>
                  </a:ext>
                </a:extLst>
              </p:cNvPr>
              <p:cNvSpPr/>
              <p:nvPr/>
            </p:nvSpPr>
            <p:spPr bwMode="auto">
              <a:xfrm>
                <a:off x="1685606" y="2573947"/>
                <a:ext cx="144016" cy="144016"/>
              </a:xfrm>
              <a:prstGeom prst="ellipse">
                <a:avLst/>
              </a:prstGeom>
              <a:solidFill>
                <a:srgbClr val="FCC800"/>
              </a:solidFill>
              <a:ln w="12700" cap="flat" cmpd="sng" algn="ctr">
                <a:solidFill>
                  <a:srgbClr val="1D1D1A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rot="0" spcFirstLastPara="0" vertOverflow="overflow" horzOverflow="overflow" vert="horz" wrap="square" lIns="91389" tIns="45694" rIns="91389" bIns="45694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marL="0" marR="0" lvl="0" indent="0" algn="ctr" defTabSz="877537" eaLnBrk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05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微软雅黑" pitchFamily="34" charset="-122"/>
                </a:endParaRPr>
              </a:p>
            </p:txBody>
          </p:sp>
          <p:sp>
            <p:nvSpPr>
              <p:cNvPr id="17" name="椭圆 16">
                <a:extLst>
                  <a:ext uri="{FF2B5EF4-FFF2-40B4-BE49-F238E27FC236}">
                    <a16:creationId xmlns:a16="http://schemas.microsoft.com/office/drawing/2014/main" id="{CF366396-D567-41D4-867E-7CB768E49313}"/>
                  </a:ext>
                </a:extLst>
              </p:cNvPr>
              <p:cNvSpPr/>
              <p:nvPr/>
            </p:nvSpPr>
            <p:spPr bwMode="auto">
              <a:xfrm>
                <a:off x="1501781" y="2555972"/>
                <a:ext cx="144016" cy="144016"/>
              </a:xfrm>
              <a:prstGeom prst="ellipse">
                <a:avLst/>
              </a:prstGeom>
              <a:solidFill>
                <a:srgbClr val="FFC000"/>
              </a:solidFill>
              <a:ln w="12700" cap="flat" cmpd="sng" algn="ctr">
                <a:solidFill>
                  <a:srgbClr val="1D1D1A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rot="0" spcFirstLastPara="0" vertOverflow="overflow" horzOverflow="overflow" vert="horz" wrap="square" lIns="91389" tIns="45694" rIns="91389" bIns="45694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marL="0" marR="0" lvl="0" indent="0" algn="ctr" defTabSz="877537" eaLnBrk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05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微软雅黑" pitchFamily="34" charset="-122"/>
                </a:endParaRPr>
              </a:p>
            </p:txBody>
          </p:sp>
          <p:sp>
            <p:nvSpPr>
              <p:cNvPr id="18" name="文本框 17">
                <a:extLst>
                  <a:ext uri="{FF2B5EF4-FFF2-40B4-BE49-F238E27FC236}">
                    <a16:creationId xmlns:a16="http://schemas.microsoft.com/office/drawing/2014/main" id="{C1755F6C-39B2-4AA7-81EA-7EBCD5369DAD}"/>
                  </a:ext>
                </a:extLst>
              </p:cNvPr>
              <p:cNvSpPr txBox="1"/>
              <p:nvPr/>
            </p:nvSpPr>
            <p:spPr>
              <a:xfrm>
                <a:off x="2001913" y="2133897"/>
                <a:ext cx="665357" cy="39512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defTabSz="914112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1599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1D1D1A"/>
                    </a:solidFill>
                    <a:effectLst/>
                    <a:uLnTx/>
                    <a:uFillTx/>
                    <a:latin typeface="微软雅黑" pitchFamily="34" charset="-122"/>
                  </a:rPr>
                  <a:t>JS</a:t>
                </a:r>
                <a:endParaRPr kumimoji="0" lang="zh-CN" altLang="en-US" sz="1799" b="0" i="0" u="none" strike="noStrike" kern="0" cap="none" spc="0" normalizeH="0" baseline="0" noProof="0" dirty="0">
                  <a:ln>
                    <a:noFill/>
                  </a:ln>
                  <a:solidFill>
                    <a:srgbClr val="1D1D1A"/>
                  </a:solidFill>
                  <a:effectLst/>
                  <a:uLnTx/>
                  <a:uFillTx/>
                  <a:latin typeface="微软雅黑" pitchFamily="34" charset="-122"/>
                </a:endParaRPr>
              </a:p>
            </p:txBody>
          </p:sp>
          <p:sp>
            <p:nvSpPr>
              <p:cNvPr id="19" name="文本框 18">
                <a:extLst>
                  <a:ext uri="{FF2B5EF4-FFF2-40B4-BE49-F238E27FC236}">
                    <a16:creationId xmlns:a16="http://schemas.microsoft.com/office/drawing/2014/main" id="{4BD6651D-5FC8-4ABC-A405-C9BF2C2165E0}"/>
                  </a:ext>
                </a:extLst>
              </p:cNvPr>
              <p:cNvSpPr txBox="1"/>
              <p:nvPr/>
            </p:nvSpPr>
            <p:spPr>
              <a:xfrm>
                <a:off x="1062097" y="2264074"/>
                <a:ext cx="1035469" cy="39512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defTabSz="914112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1599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1D1D1A"/>
                    </a:solidFill>
                    <a:effectLst/>
                    <a:uLnTx/>
                    <a:uFillTx/>
                    <a:latin typeface="微软雅黑" pitchFamily="34" charset="-122"/>
                  </a:rPr>
                  <a:t>Python</a:t>
                </a:r>
                <a:endParaRPr kumimoji="0" lang="zh-CN" altLang="en-US" sz="1799" b="0" i="0" u="none" strike="noStrike" kern="0" cap="none" spc="0" normalizeH="0" baseline="0" noProof="0" dirty="0">
                  <a:ln>
                    <a:noFill/>
                  </a:ln>
                  <a:solidFill>
                    <a:srgbClr val="1D1D1A"/>
                  </a:solidFill>
                  <a:effectLst/>
                  <a:uLnTx/>
                  <a:uFillTx/>
                  <a:latin typeface="微软雅黑" pitchFamily="34" charset="-122"/>
                </a:endParaRPr>
              </a:p>
            </p:txBody>
          </p:sp>
          <p:sp>
            <p:nvSpPr>
              <p:cNvPr id="20" name="文本框 19">
                <a:extLst>
                  <a:ext uri="{FF2B5EF4-FFF2-40B4-BE49-F238E27FC236}">
                    <a16:creationId xmlns:a16="http://schemas.microsoft.com/office/drawing/2014/main" id="{780A1FC6-036C-4152-9250-8F1EA9B65CC1}"/>
                  </a:ext>
                </a:extLst>
              </p:cNvPr>
              <p:cNvSpPr txBox="1"/>
              <p:nvPr/>
            </p:nvSpPr>
            <p:spPr>
              <a:xfrm>
                <a:off x="1778076" y="2546728"/>
                <a:ext cx="558297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defTabSz="914112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1599" b="0" i="0" u="none" strike="noStrike" kern="0" cap="none" spc="0" normalizeH="0" baseline="0" noProof="0" dirty="0" err="1">
                    <a:ln>
                      <a:noFill/>
                    </a:ln>
                    <a:solidFill>
                      <a:srgbClr val="1D1D1A"/>
                    </a:solidFill>
                    <a:effectLst/>
                    <a:uLnTx/>
                    <a:uFillTx/>
                    <a:latin typeface="微软雅黑" pitchFamily="34" charset="-122"/>
                  </a:rPr>
                  <a:t>Lua</a:t>
                </a:r>
                <a:endParaRPr kumimoji="0" lang="zh-CN" altLang="en-US" sz="1799" b="0" i="0" u="none" strike="noStrike" kern="0" cap="none" spc="0" normalizeH="0" baseline="0" noProof="0" dirty="0">
                  <a:ln>
                    <a:noFill/>
                  </a:ln>
                  <a:solidFill>
                    <a:srgbClr val="1D1D1A"/>
                  </a:solidFill>
                  <a:effectLst/>
                  <a:uLnTx/>
                  <a:uFillTx/>
                  <a:latin typeface="微软雅黑" pitchFamily="34" charset="-122"/>
                </a:endParaRPr>
              </a:p>
            </p:txBody>
          </p:sp>
          <p:sp>
            <p:nvSpPr>
              <p:cNvPr id="21" name="椭圆 20">
                <a:extLst>
                  <a:ext uri="{FF2B5EF4-FFF2-40B4-BE49-F238E27FC236}">
                    <a16:creationId xmlns:a16="http://schemas.microsoft.com/office/drawing/2014/main" id="{6DC97FC2-663C-479C-818C-3BD29BE63F0A}"/>
                  </a:ext>
                </a:extLst>
              </p:cNvPr>
              <p:cNvSpPr/>
              <p:nvPr/>
            </p:nvSpPr>
            <p:spPr bwMode="auto">
              <a:xfrm>
                <a:off x="2667270" y="3148585"/>
                <a:ext cx="144016" cy="144016"/>
              </a:xfrm>
              <a:prstGeom prst="ellipse">
                <a:avLst/>
              </a:prstGeom>
              <a:solidFill>
                <a:srgbClr val="0000FF"/>
              </a:solidFill>
              <a:ln w="12700" cap="flat" cmpd="sng" algn="ctr">
                <a:solidFill>
                  <a:srgbClr val="1D1D1A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rot="0" spcFirstLastPara="0" vertOverflow="overflow" horzOverflow="overflow" vert="horz" wrap="square" lIns="91389" tIns="45694" rIns="91389" bIns="45694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marL="0" marR="0" lvl="0" indent="0" algn="ctr" defTabSz="877537" eaLnBrk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05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微软雅黑" pitchFamily="34" charset="-122"/>
                </a:endParaRPr>
              </a:p>
            </p:txBody>
          </p:sp>
          <p:sp>
            <p:nvSpPr>
              <p:cNvPr id="22" name="文本框 21">
                <a:extLst>
                  <a:ext uri="{FF2B5EF4-FFF2-40B4-BE49-F238E27FC236}">
                    <a16:creationId xmlns:a16="http://schemas.microsoft.com/office/drawing/2014/main" id="{56B199BF-C5A8-462E-8021-513CBD926045}"/>
                  </a:ext>
                </a:extLst>
              </p:cNvPr>
              <p:cNvSpPr txBox="1"/>
              <p:nvPr/>
            </p:nvSpPr>
            <p:spPr>
              <a:xfrm>
                <a:off x="3042563" y="3066581"/>
                <a:ext cx="683447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defTabSz="914112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1599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1D1D1A"/>
                    </a:solidFill>
                    <a:effectLst/>
                    <a:uLnTx/>
                    <a:uFillTx/>
                    <a:latin typeface="微软雅黑" pitchFamily="34" charset="-122"/>
                  </a:rPr>
                  <a:t>Java</a:t>
                </a:r>
                <a:endParaRPr kumimoji="0" lang="zh-CN" altLang="en-US" sz="1799" b="0" i="0" u="none" strike="noStrike" kern="0" cap="none" spc="0" normalizeH="0" baseline="0" noProof="0" dirty="0">
                  <a:ln>
                    <a:noFill/>
                  </a:ln>
                  <a:solidFill>
                    <a:srgbClr val="1D1D1A"/>
                  </a:solidFill>
                  <a:effectLst/>
                  <a:uLnTx/>
                  <a:uFillTx/>
                  <a:latin typeface="微软雅黑" pitchFamily="34" charset="-122"/>
                </a:endParaRPr>
              </a:p>
            </p:txBody>
          </p:sp>
          <p:sp>
            <p:nvSpPr>
              <p:cNvPr id="23" name="椭圆 22">
                <a:extLst>
                  <a:ext uri="{FF2B5EF4-FFF2-40B4-BE49-F238E27FC236}">
                    <a16:creationId xmlns:a16="http://schemas.microsoft.com/office/drawing/2014/main" id="{4B61E11E-8214-4B6D-9340-702A0EDF4850}"/>
                  </a:ext>
                </a:extLst>
              </p:cNvPr>
              <p:cNvSpPr/>
              <p:nvPr/>
            </p:nvSpPr>
            <p:spPr bwMode="auto">
              <a:xfrm>
                <a:off x="3052311" y="3400514"/>
                <a:ext cx="144016" cy="144016"/>
              </a:xfrm>
              <a:prstGeom prst="ellipse">
                <a:avLst/>
              </a:prstGeom>
              <a:solidFill>
                <a:srgbClr val="0000FF"/>
              </a:solidFill>
              <a:ln w="12700" cap="flat" cmpd="sng" algn="ctr">
                <a:solidFill>
                  <a:srgbClr val="1D1D1A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rot="0" spcFirstLastPara="0" vertOverflow="overflow" horzOverflow="overflow" vert="horz" wrap="square" lIns="91389" tIns="45694" rIns="91389" bIns="45694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marL="0" marR="0" lvl="0" indent="0" algn="ctr" defTabSz="877537" eaLnBrk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05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微软雅黑" pitchFamily="34" charset="-122"/>
                </a:endParaRPr>
              </a:p>
            </p:txBody>
          </p:sp>
          <p:sp>
            <p:nvSpPr>
              <p:cNvPr id="24" name="文本框 23">
                <a:extLst>
                  <a:ext uri="{FF2B5EF4-FFF2-40B4-BE49-F238E27FC236}">
                    <a16:creationId xmlns:a16="http://schemas.microsoft.com/office/drawing/2014/main" id="{F4DF9BB3-47AF-4E99-84B5-2616965698DE}"/>
                  </a:ext>
                </a:extLst>
              </p:cNvPr>
              <p:cNvSpPr txBox="1"/>
              <p:nvPr/>
            </p:nvSpPr>
            <p:spPr>
              <a:xfrm>
                <a:off x="3084574" y="3505727"/>
                <a:ext cx="683447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defTabSz="914112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1599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1D1D1A"/>
                    </a:solidFill>
                    <a:effectLst/>
                    <a:uLnTx/>
                    <a:uFillTx/>
                    <a:latin typeface="微软雅黑" pitchFamily="34" charset="-122"/>
                  </a:rPr>
                  <a:t>Go</a:t>
                </a:r>
                <a:endParaRPr kumimoji="0" lang="zh-CN" altLang="en-US" sz="1799" b="0" i="0" u="none" strike="noStrike" kern="0" cap="none" spc="0" normalizeH="0" baseline="0" noProof="0" dirty="0">
                  <a:ln>
                    <a:noFill/>
                  </a:ln>
                  <a:solidFill>
                    <a:srgbClr val="1D1D1A"/>
                  </a:solidFill>
                  <a:effectLst/>
                  <a:uLnTx/>
                  <a:uFillTx/>
                  <a:latin typeface="微软雅黑" pitchFamily="34" charset="-122"/>
                </a:endParaRPr>
              </a:p>
            </p:txBody>
          </p:sp>
          <p:sp>
            <p:nvSpPr>
              <p:cNvPr id="25" name="椭圆 24">
                <a:extLst>
                  <a:ext uri="{FF2B5EF4-FFF2-40B4-BE49-F238E27FC236}">
                    <a16:creationId xmlns:a16="http://schemas.microsoft.com/office/drawing/2014/main" id="{1CD02938-68E0-4D9C-84D1-5C05476806C7}"/>
                  </a:ext>
                </a:extLst>
              </p:cNvPr>
              <p:cNvSpPr/>
              <p:nvPr/>
            </p:nvSpPr>
            <p:spPr bwMode="auto">
              <a:xfrm>
                <a:off x="3647346" y="2925733"/>
                <a:ext cx="144016" cy="144016"/>
              </a:xfrm>
              <a:prstGeom prst="ellipse">
                <a:avLst/>
              </a:prstGeom>
              <a:solidFill>
                <a:srgbClr val="0000FF"/>
              </a:solidFill>
              <a:ln w="12700" cap="flat" cmpd="sng" algn="ctr">
                <a:solidFill>
                  <a:srgbClr val="1D1D1A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rot="0" spcFirstLastPara="0" vertOverflow="overflow" horzOverflow="overflow" vert="horz" wrap="square" lIns="91389" tIns="45694" rIns="91389" bIns="45694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marL="0" marR="0" lvl="0" indent="0" algn="ctr" defTabSz="877537" eaLnBrk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05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微软雅黑" pitchFamily="34" charset="-122"/>
                </a:endParaRPr>
              </a:p>
            </p:txBody>
          </p:sp>
          <p:sp>
            <p:nvSpPr>
              <p:cNvPr id="26" name="文本框 25">
                <a:extLst>
                  <a:ext uri="{FF2B5EF4-FFF2-40B4-BE49-F238E27FC236}">
                    <a16:creationId xmlns:a16="http://schemas.microsoft.com/office/drawing/2014/main" id="{B84980AC-018F-4DED-9CA3-19DDFD47EC7E}"/>
                  </a:ext>
                </a:extLst>
              </p:cNvPr>
              <p:cNvSpPr txBox="1"/>
              <p:nvPr/>
            </p:nvSpPr>
            <p:spPr>
              <a:xfrm>
                <a:off x="3781229" y="2914950"/>
                <a:ext cx="761271" cy="36146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defTabSz="914112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1599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1D1D1A"/>
                    </a:solidFill>
                    <a:effectLst/>
                    <a:uLnTx/>
                    <a:uFillTx/>
                    <a:latin typeface="微软雅黑" pitchFamily="34" charset="-122"/>
                  </a:rPr>
                  <a:t>Swift</a:t>
                </a:r>
                <a:endParaRPr kumimoji="0" lang="zh-CN" altLang="en-US" sz="1799" b="0" i="0" u="none" strike="noStrike" kern="0" cap="none" spc="0" normalizeH="0" baseline="0" noProof="0" dirty="0">
                  <a:ln>
                    <a:noFill/>
                  </a:ln>
                  <a:solidFill>
                    <a:srgbClr val="1D1D1A"/>
                  </a:solidFill>
                  <a:effectLst/>
                  <a:uLnTx/>
                  <a:uFillTx/>
                  <a:latin typeface="微软雅黑" pitchFamily="34" charset="-122"/>
                </a:endParaRPr>
              </a:p>
            </p:txBody>
          </p:sp>
          <p:sp>
            <p:nvSpPr>
              <p:cNvPr id="27" name="椭圆 26">
                <a:extLst>
                  <a:ext uri="{FF2B5EF4-FFF2-40B4-BE49-F238E27FC236}">
                    <a16:creationId xmlns:a16="http://schemas.microsoft.com/office/drawing/2014/main" id="{718E0C3F-2385-43A3-AC04-3E5901C5E730}"/>
                  </a:ext>
                </a:extLst>
              </p:cNvPr>
              <p:cNvSpPr/>
              <p:nvPr/>
            </p:nvSpPr>
            <p:spPr bwMode="auto">
              <a:xfrm>
                <a:off x="2962803" y="3076577"/>
                <a:ext cx="144016" cy="144016"/>
              </a:xfrm>
              <a:prstGeom prst="ellipse">
                <a:avLst/>
              </a:prstGeom>
              <a:solidFill>
                <a:srgbClr val="0000FF"/>
              </a:solidFill>
              <a:ln w="12700" cap="flat" cmpd="sng" algn="ctr">
                <a:solidFill>
                  <a:srgbClr val="1D1D1A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rot="0" spcFirstLastPara="0" vertOverflow="overflow" horzOverflow="overflow" vert="horz" wrap="square" lIns="91389" tIns="45694" rIns="91389" bIns="45694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marL="0" marR="0" lvl="0" indent="0" algn="ctr" defTabSz="877537" eaLnBrk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05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微软雅黑" pitchFamily="34" charset="-122"/>
                </a:endParaRPr>
              </a:p>
            </p:txBody>
          </p:sp>
          <p:sp>
            <p:nvSpPr>
              <p:cNvPr id="28" name="文本框 27">
                <a:extLst>
                  <a:ext uri="{FF2B5EF4-FFF2-40B4-BE49-F238E27FC236}">
                    <a16:creationId xmlns:a16="http://schemas.microsoft.com/office/drawing/2014/main" id="{74439F8A-5E60-4412-8DD3-701D20CBF043}"/>
                  </a:ext>
                </a:extLst>
              </p:cNvPr>
              <p:cNvSpPr txBox="1"/>
              <p:nvPr/>
            </p:nvSpPr>
            <p:spPr>
              <a:xfrm>
                <a:off x="2718776" y="2561257"/>
                <a:ext cx="798168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defTabSz="914112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1599" b="0" i="0" u="none" strike="noStrike" kern="0" cap="none" spc="0" normalizeH="0" baseline="0" noProof="0" dirty="0" err="1">
                    <a:ln>
                      <a:noFill/>
                    </a:ln>
                    <a:solidFill>
                      <a:srgbClr val="1D1D1A"/>
                    </a:solidFill>
                    <a:effectLst/>
                    <a:uLnTx/>
                    <a:uFillTx/>
                    <a:latin typeface="微软雅黑" pitchFamily="34" charset="-122"/>
                  </a:rPr>
                  <a:t>Kotlin</a:t>
                </a:r>
                <a:endParaRPr kumimoji="0" lang="zh-CN" altLang="en-US" sz="1799" b="0" i="0" u="none" strike="noStrike" kern="0" cap="none" spc="0" normalizeH="0" baseline="0" noProof="0" dirty="0">
                  <a:ln>
                    <a:noFill/>
                  </a:ln>
                  <a:solidFill>
                    <a:srgbClr val="1D1D1A"/>
                  </a:solidFill>
                  <a:effectLst/>
                  <a:uLnTx/>
                  <a:uFillTx/>
                  <a:latin typeface="微软雅黑" pitchFamily="34" charset="-122"/>
                </a:endParaRPr>
              </a:p>
            </p:txBody>
          </p:sp>
          <p:cxnSp>
            <p:nvCxnSpPr>
              <p:cNvPr id="29" name="直接箭头连接符 28">
                <a:extLst>
                  <a:ext uri="{FF2B5EF4-FFF2-40B4-BE49-F238E27FC236}">
                    <a16:creationId xmlns:a16="http://schemas.microsoft.com/office/drawing/2014/main" id="{C77FDD11-07F4-4661-BAA3-591277B0CEDC}"/>
                  </a:ext>
                </a:extLst>
              </p:cNvPr>
              <p:cNvCxnSpPr>
                <a:cxnSpLocks/>
              </p:cNvCxnSpPr>
              <p:nvPr/>
            </p:nvCxnSpPr>
            <p:spPr bwMode="auto">
              <a:xfrm flipV="1">
                <a:off x="927705" y="2166714"/>
                <a:ext cx="1968030" cy="3359823"/>
              </a:xfrm>
              <a:prstGeom prst="straightConnector1">
                <a:avLst/>
              </a:prstGeom>
              <a:noFill/>
              <a:ln w="12700" cap="flat" cmpd="sng" algn="ctr">
                <a:solidFill>
                  <a:srgbClr val="1D1D1A"/>
                </a:solidFill>
                <a:prstDash val="dash"/>
                <a:round/>
                <a:headEnd type="none" w="med" len="med"/>
                <a:tailEnd type="none"/>
              </a:ln>
              <a:effectLst/>
            </p:spPr>
          </p:cxnSp>
          <p:cxnSp>
            <p:nvCxnSpPr>
              <p:cNvPr id="30" name="直接箭头连接符 29">
                <a:extLst>
                  <a:ext uri="{FF2B5EF4-FFF2-40B4-BE49-F238E27FC236}">
                    <a16:creationId xmlns:a16="http://schemas.microsoft.com/office/drawing/2014/main" id="{99E243ED-4184-43F8-88AF-7566B5E68CB9}"/>
                  </a:ext>
                </a:extLst>
              </p:cNvPr>
              <p:cNvCxnSpPr>
                <a:cxnSpLocks/>
              </p:cNvCxnSpPr>
              <p:nvPr/>
            </p:nvCxnSpPr>
            <p:spPr bwMode="auto">
              <a:xfrm flipV="1">
                <a:off x="927704" y="3312264"/>
                <a:ext cx="3772506" cy="2214272"/>
              </a:xfrm>
              <a:prstGeom prst="straightConnector1">
                <a:avLst/>
              </a:prstGeom>
              <a:noFill/>
              <a:ln w="12700" cap="flat" cmpd="sng" algn="ctr">
                <a:solidFill>
                  <a:srgbClr val="1D1D1A"/>
                </a:solidFill>
                <a:prstDash val="dash"/>
                <a:round/>
                <a:headEnd type="none" w="med" len="med"/>
                <a:tailEnd type="none"/>
              </a:ln>
              <a:effectLst/>
            </p:spPr>
          </p:cxnSp>
          <p:sp>
            <p:nvSpPr>
              <p:cNvPr id="31" name="椭圆 30">
                <a:extLst>
                  <a:ext uri="{FF2B5EF4-FFF2-40B4-BE49-F238E27FC236}">
                    <a16:creationId xmlns:a16="http://schemas.microsoft.com/office/drawing/2014/main" id="{46E91CA3-33BC-4913-9604-5DD971F4F6BC}"/>
                  </a:ext>
                </a:extLst>
              </p:cNvPr>
              <p:cNvSpPr/>
              <p:nvPr/>
            </p:nvSpPr>
            <p:spPr bwMode="auto">
              <a:xfrm>
                <a:off x="3291545" y="2931253"/>
                <a:ext cx="144016" cy="144016"/>
              </a:xfrm>
              <a:prstGeom prst="ellipse">
                <a:avLst/>
              </a:prstGeom>
              <a:solidFill>
                <a:srgbClr val="0000FF"/>
              </a:solidFill>
              <a:ln w="12700" cap="flat" cmpd="sng" algn="ctr">
                <a:solidFill>
                  <a:srgbClr val="1D1D1A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rot="0" spcFirstLastPara="0" vertOverflow="overflow" horzOverflow="overflow" vert="horz" wrap="square" lIns="91389" tIns="45694" rIns="91389" bIns="45694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marL="0" marR="0" lvl="0" indent="0" algn="ctr" defTabSz="877537" eaLnBrk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05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微软雅黑" pitchFamily="34" charset="-122"/>
                </a:endParaRPr>
              </a:p>
            </p:txBody>
          </p:sp>
          <p:sp>
            <p:nvSpPr>
              <p:cNvPr id="32" name="文本框 31">
                <a:extLst>
                  <a:ext uri="{FF2B5EF4-FFF2-40B4-BE49-F238E27FC236}">
                    <a16:creationId xmlns:a16="http://schemas.microsoft.com/office/drawing/2014/main" id="{C9D501FC-C3F1-4E94-A71B-534DC8178032}"/>
                  </a:ext>
                </a:extLst>
              </p:cNvPr>
              <p:cNvSpPr txBox="1"/>
              <p:nvPr/>
            </p:nvSpPr>
            <p:spPr>
              <a:xfrm>
                <a:off x="949203" y="1410445"/>
                <a:ext cx="1740236" cy="58477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defTabSz="914112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zh-CN" altLang="en-US" sz="1599" b="1" i="0" u="none" strike="noStrike" kern="0" cap="none" spc="0" normalizeH="0" baseline="0" noProof="0" dirty="0">
                    <a:ln>
                      <a:noFill/>
                    </a:ln>
                    <a:solidFill>
                      <a:srgbClr val="1D1D1A"/>
                    </a:solidFill>
                    <a:effectLst/>
                    <a:uLnTx/>
                    <a:uFillTx/>
                    <a:latin typeface="微软雅黑" pitchFamily="34" charset="-122"/>
                  </a:rPr>
                  <a:t>轻量业务开发</a:t>
                </a:r>
                <a:endParaRPr kumimoji="0" lang="en-US" altLang="zh-CN" sz="1599" b="1" i="0" u="none" strike="noStrike" kern="0" cap="none" spc="0" normalizeH="0" baseline="0" noProof="0" dirty="0">
                  <a:ln>
                    <a:noFill/>
                  </a:ln>
                  <a:solidFill>
                    <a:srgbClr val="1D1D1A"/>
                  </a:solidFill>
                  <a:effectLst/>
                  <a:uLnTx/>
                  <a:uFillTx/>
                  <a:latin typeface="微软雅黑" pitchFamily="34" charset="-122"/>
                </a:endParaRPr>
              </a:p>
              <a:p>
                <a:pPr marL="0" marR="0" lvl="0" indent="0" defTabSz="914112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zh-CN" altLang="en-US" sz="1599" b="1" i="0" u="none" strike="noStrike" kern="0" cap="none" spc="0" normalizeH="0" baseline="0" noProof="0" dirty="0">
                    <a:ln>
                      <a:noFill/>
                    </a:ln>
                    <a:solidFill>
                      <a:srgbClr val="1D1D1A"/>
                    </a:solidFill>
                    <a:effectLst/>
                    <a:uLnTx/>
                    <a:uFillTx/>
                    <a:latin typeface="微软雅黑" pitchFamily="34" charset="-122"/>
                  </a:rPr>
                  <a:t>    </a:t>
                </a:r>
                <a:r>
                  <a:rPr kumimoji="0" lang="zh-CN" altLang="en-US" sz="1599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1D1D1A"/>
                    </a:solidFill>
                    <a:effectLst/>
                    <a:uLnTx/>
                    <a:uFillTx/>
                    <a:latin typeface="微软雅黑" pitchFamily="34" charset="-122"/>
                  </a:rPr>
                  <a:t>动态脚本语言</a:t>
                </a:r>
                <a:endParaRPr kumimoji="0" lang="en-US" altLang="zh-CN" sz="1599" b="0" i="0" u="none" strike="noStrike" kern="0" cap="none" spc="0" normalizeH="0" baseline="0" noProof="0" dirty="0">
                  <a:ln>
                    <a:noFill/>
                  </a:ln>
                  <a:solidFill>
                    <a:srgbClr val="1D1D1A"/>
                  </a:solidFill>
                  <a:effectLst/>
                  <a:uLnTx/>
                  <a:uFillTx/>
                  <a:latin typeface="微软雅黑" pitchFamily="34" charset="-122"/>
                </a:endParaRPr>
              </a:p>
            </p:txBody>
          </p:sp>
          <p:sp>
            <p:nvSpPr>
              <p:cNvPr id="33" name="文本框 32">
                <a:extLst>
                  <a:ext uri="{FF2B5EF4-FFF2-40B4-BE49-F238E27FC236}">
                    <a16:creationId xmlns:a16="http://schemas.microsoft.com/office/drawing/2014/main" id="{70367B7A-AD7A-4844-B2A5-A9B73F7921A2}"/>
                  </a:ext>
                </a:extLst>
              </p:cNvPr>
              <p:cNvSpPr txBox="1"/>
              <p:nvPr/>
            </p:nvSpPr>
            <p:spPr>
              <a:xfrm>
                <a:off x="3230128" y="1724429"/>
                <a:ext cx="2881776" cy="58477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defTabSz="914112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zh-CN" altLang="en-US" sz="1599" b="1" i="0" u="none" strike="noStrike" kern="0" cap="none" spc="0" normalizeH="0" baseline="0" noProof="0" dirty="0">
                    <a:ln>
                      <a:noFill/>
                    </a:ln>
                    <a:solidFill>
                      <a:srgbClr val="1D1D1A"/>
                    </a:solidFill>
                    <a:effectLst/>
                    <a:uLnTx/>
                    <a:uFillTx/>
                    <a:latin typeface="微软雅黑" pitchFamily="34" charset="-122"/>
                  </a:rPr>
                  <a:t>重业务开发</a:t>
                </a:r>
                <a:endParaRPr kumimoji="0" lang="en-US" altLang="zh-CN" sz="1599" b="1" i="0" u="none" strike="noStrike" kern="0" cap="none" spc="0" normalizeH="0" baseline="0" noProof="0" dirty="0">
                  <a:ln>
                    <a:noFill/>
                  </a:ln>
                  <a:solidFill>
                    <a:srgbClr val="1D1D1A"/>
                  </a:solidFill>
                  <a:effectLst/>
                  <a:uLnTx/>
                  <a:uFillTx/>
                  <a:latin typeface="微软雅黑" pitchFamily="34" charset="-122"/>
                </a:endParaRPr>
              </a:p>
              <a:p>
                <a:pPr marL="0" marR="0" lvl="0" indent="0" defTabSz="914112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1599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1D1D1A"/>
                    </a:solidFill>
                    <a:effectLst/>
                    <a:uLnTx/>
                    <a:uFillTx/>
                    <a:latin typeface="微软雅黑" pitchFamily="34" charset="-122"/>
                  </a:rPr>
                  <a:t>    </a:t>
                </a:r>
                <a:r>
                  <a:rPr kumimoji="0" lang="zh-CN" altLang="en-US" sz="1599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1D1D1A"/>
                    </a:solidFill>
                    <a:effectLst/>
                    <a:uLnTx/>
                    <a:uFillTx/>
                    <a:latin typeface="微软雅黑" pitchFamily="34" charset="-122"/>
                  </a:rPr>
                  <a:t>静态类型</a:t>
                </a:r>
                <a:r>
                  <a:rPr kumimoji="0" lang="en-US" altLang="zh-CN" sz="1599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1D1D1A"/>
                    </a:solidFill>
                    <a:effectLst/>
                    <a:uLnTx/>
                    <a:uFillTx/>
                    <a:latin typeface="微软雅黑" pitchFamily="34" charset="-122"/>
                  </a:rPr>
                  <a:t>App</a:t>
                </a:r>
                <a:r>
                  <a:rPr kumimoji="0" lang="zh-CN" altLang="en-US" sz="1599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1D1D1A"/>
                    </a:solidFill>
                    <a:effectLst/>
                    <a:uLnTx/>
                    <a:uFillTx/>
                    <a:latin typeface="微软雅黑" pitchFamily="34" charset="-122"/>
                  </a:rPr>
                  <a:t>开发语言</a:t>
                </a:r>
              </a:p>
            </p:txBody>
          </p:sp>
          <p:sp>
            <p:nvSpPr>
              <p:cNvPr id="34" name="文本框 33">
                <a:extLst>
                  <a:ext uri="{FF2B5EF4-FFF2-40B4-BE49-F238E27FC236}">
                    <a16:creationId xmlns:a16="http://schemas.microsoft.com/office/drawing/2014/main" id="{4B15E445-D87C-424A-AFEA-4E9E2F5D32F0}"/>
                  </a:ext>
                </a:extLst>
              </p:cNvPr>
              <p:cNvSpPr txBox="1"/>
              <p:nvPr/>
            </p:nvSpPr>
            <p:spPr>
              <a:xfrm>
                <a:off x="4205677" y="5537850"/>
                <a:ext cx="864096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defTabSz="914112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zh-CN" altLang="en-US" sz="1799" b="1" i="0" u="none" strike="noStrike" kern="0" cap="none" spc="0" normalizeH="0" baseline="0" noProof="0" dirty="0">
                    <a:ln>
                      <a:noFill/>
                    </a:ln>
                    <a:solidFill>
                      <a:srgbClr val="1D1D1A"/>
                    </a:solidFill>
                    <a:effectLst/>
                    <a:uLnTx/>
                    <a:uFillTx/>
                    <a:latin typeface="微软雅黑" pitchFamily="34" charset="-122"/>
                  </a:rPr>
                  <a:t>性能</a:t>
                </a:r>
              </a:p>
            </p:txBody>
          </p:sp>
          <p:sp>
            <p:nvSpPr>
              <p:cNvPr id="35" name="文本框 34">
                <a:extLst>
                  <a:ext uri="{FF2B5EF4-FFF2-40B4-BE49-F238E27FC236}">
                    <a16:creationId xmlns:a16="http://schemas.microsoft.com/office/drawing/2014/main" id="{2EFB51B5-8387-40D3-B3DD-A9F1BC19CFAD}"/>
                  </a:ext>
                </a:extLst>
              </p:cNvPr>
              <p:cNvSpPr txBox="1"/>
              <p:nvPr/>
            </p:nvSpPr>
            <p:spPr>
              <a:xfrm>
                <a:off x="4693237" y="4376447"/>
                <a:ext cx="1463967" cy="36146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defTabSz="914112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zh-CN" altLang="en-US" sz="1599" b="1" i="0" u="none" strike="noStrike" kern="0" cap="none" spc="0" normalizeH="0" baseline="0" noProof="0" dirty="0">
                    <a:ln>
                      <a:noFill/>
                    </a:ln>
                    <a:solidFill>
                      <a:srgbClr val="1D1D1A"/>
                    </a:solidFill>
                    <a:effectLst/>
                    <a:uLnTx/>
                    <a:uFillTx/>
                    <a:latin typeface="微软雅黑" pitchFamily="34" charset="-122"/>
                  </a:rPr>
                  <a:t>系统编程</a:t>
                </a:r>
              </a:p>
            </p:txBody>
          </p:sp>
          <p:sp>
            <p:nvSpPr>
              <p:cNvPr id="36" name="文本框 35">
                <a:extLst>
                  <a:ext uri="{FF2B5EF4-FFF2-40B4-BE49-F238E27FC236}">
                    <a16:creationId xmlns:a16="http://schemas.microsoft.com/office/drawing/2014/main" id="{286499E1-F509-4E49-846B-714064F56E0A}"/>
                  </a:ext>
                </a:extLst>
              </p:cNvPr>
              <p:cNvSpPr txBox="1"/>
              <p:nvPr/>
            </p:nvSpPr>
            <p:spPr>
              <a:xfrm>
                <a:off x="729074" y="6492174"/>
                <a:ext cx="5340505" cy="279420"/>
              </a:xfrm>
              <a:prstGeom prst="rect">
                <a:avLst/>
              </a:prstGeom>
              <a:solidFill>
                <a:srgbClr val="FFFFFF"/>
              </a:solidFill>
            </p:spPr>
            <p:txBody>
              <a:bodyPr wrap="square" rtlCol="0">
                <a:spAutoFit/>
              </a:bodyPr>
              <a:lstStyle/>
              <a:p>
                <a:pPr marL="0" marR="0" lvl="0" indent="0" defTabSz="914034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zh-CN" altLang="en-US" sz="11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1D1D1A"/>
                    </a:solidFill>
                    <a:effectLst/>
                    <a:uLnTx/>
                    <a:uFillTx/>
                    <a:latin typeface="微软雅黑" panose="020B0503020204020204" pitchFamily="34" charset="-122"/>
                  </a:rPr>
                  <a:t>注：此图仅为示意三类语言的划分，不追求各种语言在坐标中位置的准确性</a:t>
                </a:r>
                <a:endParaRPr kumimoji="0" lang="zh-CN" altLang="en-US" sz="1100" b="1" i="0" u="none" strike="noStrike" kern="0" cap="none" spc="0" normalizeH="0" baseline="0" noProof="0" dirty="0">
                  <a:ln>
                    <a:noFill/>
                  </a:ln>
                  <a:solidFill>
                    <a:srgbClr val="C00000"/>
                  </a:solidFill>
                  <a:effectLst/>
                  <a:uLnTx/>
                  <a:uFillTx/>
                  <a:latin typeface="微软雅黑" panose="020B0503020204020204" pitchFamily="34" charset="-122"/>
                </a:endParaRPr>
              </a:p>
            </p:txBody>
          </p:sp>
          <p:sp>
            <p:nvSpPr>
              <p:cNvPr id="37" name="文本框 36">
                <a:extLst>
                  <a:ext uri="{FF2B5EF4-FFF2-40B4-BE49-F238E27FC236}">
                    <a16:creationId xmlns:a16="http://schemas.microsoft.com/office/drawing/2014/main" id="{CF4F5D1B-1FA8-423A-A31A-F5FEFD93A853}"/>
                  </a:ext>
                </a:extLst>
              </p:cNvPr>
              <p:cNvSpPr txBox="1"/>
              <p:nvPr/>
            </p:nvSpPr>
            <p:spPr>
              <a:xfrm>
                <a:off x="2395400" y="3201267"/>
                <a:ext cx="798168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defTabSz="914112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1599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1D1D1A"/>
                    </a:solidFill>
                    <a:effectLst/>
                    <a:uLnTx/>
                    <a:uFillTx/>
                    <a:latin typeface="微软雅黑" pitchFamily="34" charset="-122"/>
                  </a:rPr>
                  <a:t>Dart</a:t>
                </a:r>
                <a:endParaRPr kumimoji="0" lang="zh-CN" altLang="en-US" sz="1799" b="0" i="0" u="none" strike="noStrike" kern="0" cap="none" spc="0" normalizeH="0" baseline="0" noProof="0" dirty="0">
                  <a:ln>
                    <a:noFill/>
                  </a:ln>
                  <a:solidFill>
                    <a:srgbClr val="1D1D1A"/>
                  </a:solidFill>
                  <a:effectLst/>
                  <a:uLnTx/>
                  <a:uFillTx/>
                  <a:latin typeface="微软雅黑" pitchFamily="34" charset="-122"/>
                </a:endParaRPr>
              </a:p>
            </p:txBody>
          </p:sp>
          <p:cxnSp>
            <p:nvCxnSpPr>
              <p:cNvPr id="38" name="直接箭头连接符 37">
                <a:extLst>
                  <a:ext uri="{FF2B5EF4-FFF2-40B4-BE49-F238E27FC236}">
                    <a16:creationId xmlns:a16="http://schemas.microsoft.com/office/drawing/2014/main" id="{7E5A022C-D602-4216-A49B-4617003D2EE6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881340" y="6029326"/>
                <a:ext cx="3587254" cy="0"/>
              </a:xfrm>
              <a:prstGeom prst="straightConnector1">
                <a:avLst/>
              </a:prstGeom>
              <a:noFill/>
              <a:ln w="6350" cap="flat" cmpd="sng" algn="ctr">
                <a:solidFill>
                  <a:srgbClr val="1D1D1A"/>
                </a:solidFill>
                <a:prstDash val="solid"/>
                <a:miter lim="800000"/>
                <a:tailEnd type="triangle"/>
              </a:ln>
              <a:effectLst/>
            </p:spPr>
          </p:cxnSp>
          <p:sp>
            <p:nvSpPr>
              <p:cNvPr id="39" name="文本框 38">
                <a:extLst>
                  <a:ext uri="{FF2B5EF4-FFF2-40B4-BE49-F238E27FC236}">
                    <a16:creationId xmlns:a16="http://schemas.microsoft.com/office/drawing/2014/main" id="{2AC271D9-F6CD-42AC-9E5B-3DF4CAAD414F}"/>
                  </a:ext>
                </a:extLst>
              </p:cNvPr>
              <p:cNvSpPr txBox="1"/>
              <p:nvPr/>
            </p:nvSpPr>
            <p:spPr>
              <a:xfrm>
                <a:off x="4211863" y="6059581"/>
                <a:ext cx="864096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defTabSz="914112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zh-CN" altLang="en-US" sz="1799" b="1" i="0" u="none" strike="noStrike" kern="0" cap="none" spc="0" normalizeH="0" baseline="0" noProof="0" dirty="0">
                    <a:ln>
                      <a:noFill/>
                    </a:ln>
                    <a:solidFill>
                      <a:srgbClr val="1D1D1A"/>
                    </a:solidFill>
                    <a:effectLst/>
                    <a:uLnTx/>
                    <a:uFillTx/>
                    <a:latin typeface="微软雅黑" pitchFamily="34" charset="-122"/>
                  </a:rPr>
                  <a:t>安全</a:t>
                </a:r>
              </a:p>
            </p:txBody>
          </p:sp>
          <p:sp>
            <p:nvSpPr>
              <p:cNvPr id="40" name="椭圆 39">
                <a:extLst>
                  <a:ext uri="{FF2B5EF4-FFF2-40B4-BE49-F238E27FC236}">
                    <a16:creationId xmlns:a16="http://schemas.microsoft.com/office/drawing/2014/main" id="{41D5CB02-52B8-450C-B67E-6BFA2BDCF708}"/>
                  </a:ext>
                </a:extLst>
              </p:cNvPr>
              <p:cNvSpPr/>
              <p:nvPr/>
            </p:nvSpPr>
            <p:spPr bwMode="auto">
              <a:xfrm>
                <a:off x="3952037" y="5962935"/>
                <a:ext cx="144016" cy="144016"/>
              </a:xfrm>
              <a:prstGeom prst="ellipse">
                <a:avLst/>
              </a:prstGeom>
              <a:solidFill>
                <a:srgbClr val="0000FF"/>
              </a:solidFill>
              <a:ln w="12700" cap="flat" cmpd="sng" algn="ctr">
                <a:solidFill>
                  <a:srgbClr val="1D1D1A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rot="0" spcFirstLastPara="0" vertOverflow="overflow" horzOverflow="overflow" vert="horz" wrap="square" lIns="91389" tIns="45694" rIns="91389" bIns="45694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marL="0" marR="0" lvl="0" indent="0" algn="ctr" defTabSz="877537" eaLnBrk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05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微软雅黑" pitchFamily="34" charset="-122"/>
                </a:endParaRPr>
              </a:p>
            </p:txBody>
          </p:sp>
          <p:sp>
            <p:nvSpPr>
              <p:cNvPr id="41" name="椭圆 40">
                <a:extLst>
                  <a:ext uri="{FF2B5EF4-FFF2-40B4-BE49-F238E27FC236}">
                    <a16:creationId xmlns:a16="http://schemas.microsoft.com/office/drawing/2014/main" id="{DD2EA513-1CFE-491D-A2C3-6AABA44AA2A5}"/>
                  </a:ext>
                </a:extLst>
              </p:cNvPr>
              <p:cNvSpPr/>
              <p:nvPr/>
            </p:nvSpPr>
            <p:spPr bwMode="auto">
              <a:xfrm>
                <a:off x="2680111" y="5957601"/>
                <a:ext cx="154684" cy="154684"/>
              </a:xfrm>
              <a:prstGeom prst="ellipse">
                <a:avLst/>
              </a:prstGeom>
              <a:solidFill>
                <a:srgbClr val="FCC800"/>
              </a:solidFill>
              <a:ln w="12700" cap="flat" cmpd="sng" algn="ctr">
                <a:solidFill>
                  <a:srgbClr val="1D1D1A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rot="0" spcFirstLastPara="0" vertOverflow="overflow" horzOverflow="overflow" vert="horz" wrap="square" lIns="91389" tIns="45694" rIns="91389" bIns="45694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marL="0" marR="0" lvl="0" indent="0" algn="ctr" defTabSz="877537" eaLnBrk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05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微软雅黑" pitchFamily="34" charset="-122"/>
                </a:endParaRPr>
              </a:p>
            </p:txBody>
          </p:sp>
          <p:sp>
            <p:nvSpPr>
              <p:cNvPr id="42" name="椭圆 41">
                <a:extLst>
                  <a:ext uri="{FF2B5EF4-FFF2-40B4-BE49-F238E27FC236}">
                    <a16:creationId xmlns:a16="http://schemas.microsoft.com/office/drawing/2014/main" id="{1402C67A-9F9C-471B-8653-394D288D6DA2}"/>
                  </a:ext>
                </a:extLst>
              </p:cNvPr>
              <p:cNvSpPr/>
              <p:nvPr/>
            </p:nvSpPr>
            <p:spPr bwMode="auto">
              <a:xfrm>
                <a:off x="1324998" y="5966013"/>
                <a:ext cx="144016" cy="144016"/>
              </a:xfrm>
              <a:prstGeom prst="ellipse">
                <a:avLst/>
              </a:prstGeom>
              <a:solidFill>
                <a:srgbClr val="FF0000"/>
              </a:solidFill>
              <a:ln w="12700" cap="flat" cmpd="sng" algn="ctr">
                <a:solidFill>
                  <a:srgbClr val="1D1D1A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rot="0" spcFirstLastPara="0" vertOverflow="overflow" horzOverflow="overflow" vert="horz" wrap="square" lIns="91389" tIns="45694" rIns="91389" bIns="45694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marL="0" marR="0" lvl="0" indent="0" algn="ctr" defTabSz="877537" eaLnBrk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05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微软雅黑" pitchFamily="34" charset="-122"/>
                </a:endParaRPr>
              </a:p>
            </p:txBody>
          </p:sp>
          <p:sp>
            <p:nvSpPr>
              <p:cNvPr id="43" name="椭圆 42">
                <a:extLst>
                  <a:ext uri="{FF2B5EF4-FFF2-40B4-BE49-F238E27FC236}">
                    <a16:creationId xmlns:a16="http://schemas.microsoft.com/office/drawing/2014/main" id="{E053080B-A99C-42B3-A5F7-2EB7D3A49214}"/>
                  </a:ext>
                </a:extLst>
              </p:cNvPr>
              <p:cNvSpPr/>
              <p:nvPr/>
            </p:nvSpPr>
            <p:spPr bwMode="auto">
              <a:xfrm>
                <a:off x="1283396" y="2717961"/>
                <a:ext cx="144016" cy="144016"/>
              </a:xfrm>
              <a:prstGeom prst="ellipse">
                <a:avLst/>
              </a:prstGeom>
              <a:solidFill>
                <a:srgbClr val="FFC000"/>
              </a:solidFill>
              <a:ln w="12700" cap="flat" cmpd="sng" algn="ctr">
                <a:solidFill>
                  <a:srgbClr val="1D1D1A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rot="0" spcFirstLastPara="0" vertOverflow="overflow" horzOverflow="overflow" vert="horz" wrap="square" lIns="91389" tIns="45694" rIns="91389" bIns="45694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marL="0" marR="0" lvl="0" indent="0" algn="ctr" defTabSz="877537" eaLnBrk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05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微软雅黑" pitchFamily="34" charset="-122"/>
                </a:endParaRPr>
              </a:p>
            </p:txBody>
          </p:sp>
          <p:sp>
            <p:nvSpPr>
              <p:cNvPr id="44" name="文本框 43">
                <a:extLst>
                  <a:ext uri="{FF2B5EF4-FFF2-40B4-BE49-F238E27FC236}">
                    <a16:creationId xmlns:a16="http://schemas.microsoft.com/office/drawing/2014/main" id="{B373BF95-49C7-4AE2-8FA4-F670CEBF26C8}"/>
                  </a:ext>
                </a:extLst>
              </p:cNvPr>
              <p:cNvSpPr txBox="1"/>
              <p:nvPr/>
            </p:nvSpPr>
            <p:spPr>
              <a:xfrm>
                <a:off x="1187398" y="2901983"/>
                <a:ext cx="910308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defTabSz="914112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1599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1D1D1A"/>
                    </a:solidFill>
                    <a:effectLst/>
                    <a:uLnTx/>
                    <a:uFillTx/>
                    <a:latin typeface="微软雅黑" pitchFamily="34" charset="-122"/>
                  </a:rPr>
                  <a:t>Ruby</a:t>
                </a:r>
                <a:endParaRPr kumimoji="0" lang="zh-CN" altLang="en-US" sz="1799" b="0" i="0" u="none" strike="noStrike" kern="0" cap="none" spc="0" normalizeH="0" baseline="0" noProof="0" dirty="0">
                  <a:ln>
                    <a:noFill/>
                  </a:ln>
                  <a:solidFill>
                    <a:srgbClr val="1D1D1A"/>
                  </a:solidFill>
                  <a:effectLst/>
                  <a:uLnTx/>
                  <a:uFillTx/>
                  <a:latin typeface="微软雅黑" pitchFamily="34" charset="-122"/>
                </a:endParaRPr>
              </a:p>
            </p:txBody>
          </p:sp>
        </p:grpSp>
        <p:sp>
          <p:nvSpPr>
            <p:cNvPr id="5" name="标注: 弯曲线形 4">
              <a:extLst>
                <a:ext uri="{FF2B5EF4-FFF2-40B4-BE49-F238E27FC236}">
                  <a16:creationId xmlns:a16="http://schemas.microsoft.com/office/drawing/2014/main" id="{2478F565-7FAA-46AF-A9CF-B9F998026C1A}"/>
                </a:ext>
              </a:extLst>
            </p:cNvPr>
            <p:cNvSpPr/>
            <p:nvPr/>
          </p:nvSpPr>
          <p:spPr>
            <a:xfrm>
              <a:off x="4396915" y="878791"/>
              <a:ext cx="2123107" cy="419682"/>
            </a:xfrm>
            <a:prstGeom prst="borderCallout2">
              <a:avLst>
                <a:gd name="adj1" fmla="val 18750"/>
                <a:gd name="adj2" fmla="val -1634"/>
                <a:gd name="adj3" fmla="val 18750"/>
                <a:gd name="adj4" fmla="val -16667"/>
                <a:gd name="adj5" fmla="val 219128"/>
                <a:gd name="adj6" fmla="val -54323"/>
              </a:avLst>
            </a:prstGeom>
            <a:solidFill>
              <a:srgbClr val="F4A100">
                <a:lumMod val="20000"/>
                <a:lumOff val="80000"/>
              </a:srgbClr>
            </a:solidFill>
            <a:ln w="12700" cap="flat" cmpd="sng" algn="ctr">
              <a:solidFill>
                <a:srgbClr val="151515"/>
              </a:solidFill>
              <a:prstDash val="solid"/>
              <a:miter lim="800000"/>
            </a:ln>
            <a:effectLst/>
          </p:spPr>
          <p:txBody>
            <a:bodyPr rot="0" spcFirstLastPara="0" vertOverflow="overflow" horzOverflow="overflow" vert="horz" wrap="square" lIns="71972" tIns="0" rIns="71972" bIns="71972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112" eaLnBrk="1" fontAlgn="auto" latinLnBrk="0" hangingPunct="1">
                <a:lnSpc>
                  <a:spcPts val="3439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1599" b="1" i="0" u="none" strike="noStrike" kern="0" cap="none" spc="0" normalizeH="0" baseline="0" noProof="0" dirty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+mn-ea"/>
                  <a:cs typeface="+mn-cs"/>
                </a:rPr>
                <a:t>类型：</a:t>
              </a:r>
              <a:r>
                <a:rPr kumimoji="0" lang="zh-CN" altLang="en-US" sz="1599" b="1" i="0" u="none" strike="noStrike" kern="0" cap="none" spc="0" normalizeH="0" baseline="0" noProof="0" dirty="0">
                  <a:ln>
                    <a:noFill/>
                  </a:ln>
                  <a:solidFill>
                    <a:srgbClr val="1D1D1A"/>
                  </a:solidFill>
                  <a:effectLst/>
                  <a:uLnTx/>
                  <a:uFillTx/>
                  <a:latin typeface="+mn-ea"/>
                  <a:cs typeface="+mn-cs"/>
                </a:rPr>
                <a:t>动态 </a:t>
              </a:r>
              <a:r>
                <a:rPr kumimoji="0" lang="en-US" altLang="zh-CN" sz="1599" b="1" i="0" u="none" strike="noStrike" kern="0" cap="none" spc="0" normalizeH="0" baseline="0" noProof="0" dirty="0">
                  <a:ln>
                    <a:noFill/>
                  </a:ln>
                  <a:solidFill>
                    <a:srgbClr val="1D1D1A"/>
                  </a:solidFill>
                  <a:effectLst/>
                  <a:uLnTx/>
                  <a:uFillTx/>
                  <a:latin typeface="+mn-ea"/>
                  <a:cs typeface="+mn-cs"/>
                  <a:sym typeface="Wingdings" panose="05000000000000000000" pitchFamily="2" charset="2"/>
                </a:rPr>
                <a:t> </a:t>
              </a:r>
              <a:r>
                <a:rPr kumimoji="0" lang="zh-CN" altLang="en-US" sz="1599" b="1" i="0" u="none" strike="noStrike" kern="0" cap="none" spc="0" normalizeH="0" baseline="0" noProof="0" dirty="0">
                  <a:ln>
                    <a:noFill/>
                  </a:ln>
                  <a:solidFill>
                    <a:srgbClr val="1D1D1A"/>
                  </a:solidFill>
                  <a:effectLst/>
                  <a:uLnTx/>
                  <a:uFillTx/>
                  <a:latin typeface="+mn-ea"/>
                  <a:cs typeface="+mn-cs"/>
                  <a:sym typeface="Wingdings" panose="05000000000000000000" pitchFamily="2" charset="2"/>
                </a:rPr>
                <a:t>静态</a:t>
              </a:r>
              <a:endParaRPr kumimoji="0" lang="zh-CN" altLang="en-US" sz="1799" b="1" i="0" u="none" strike="noStrike" kern="0" cap="none" spc="0" normalizeH="0" baseline="0" noProof="0" dirty="0">
                <a:ln>
                  <a:noFill/>
                </a:ln>
                <a:solidFill>
                  <a:srgbClr val="1D1D1A"/>
                </a:solidFill>
                <a:effectLst/>
                <a:uLnTx/>
                <a:uFillTx/>
                <a:latin typeface="+mn-ea"/>
                <a:cs typeface="+mn-cs"/>
              </a:endParaRPr>
            </a:p>
          </p:txBody>
        </p:sp>
        <p:sp>
          <p:nvSpPr>
            <p:cNvPr id="6" name="标注: 弯曲线形 5">
              <a:extLst>
                <a:ext uri="{FF2B5EF4-FFF2-40B4-BE49-F238E27FC236}">
                  <a16:creationId xmlns:a16="http://schemas.microsoft.com/office/drawing/2014/main" id="{97D84C7D-4F0A-4BAC-81DD-EC702973DB97}"/>
                </a:ext>
              </a:extLst>
            </p:cNvPr>
            <p:cNvSpPr/>
            <p:nvPr/>
          </p:nvSpPr>
          <p:spPr>
            <a:xfrm>
              <a:off x="5651120" y="2814311"/>
              <a:ext cx="2458366" cy="419682"/>
            </a:xfrm>
            <a:prstGeom prst="borderCallout2">
              <a:avLst>
                <a:gd name="adj1" fmla="val 18750"/>
                <a:gd name="adj2" fmla="val -3573"/>
                <a:gd name="adj3" fmla="val 18750"/>
                <a:gd name="adj4" fmla="val -15146"/>
                <a:gd name="adj5" fmla="val 61849"/>
                <a:gd name="adj6" fmla="val -26954"/>
              </a:avLst>
            </a:prstGeom>
            <a:solidFill>
              <a:srgbClr val="F4A100">
                <a:lumMod val="20000"/>
                <a:lumOff val="80000"/>
              </a:srgbClr>
            </a:solidFill>
            <a:ln w="12700" cap="flat" cmpd="sng" algn="ctr">
              <a:solidFill>
                <a:srgbClr val="151515"/>
              </a:solidFill>
              <a:prstDash val="solid"/>
              <a:miter lim="800000"/>
            </a:ln>
            <a:effectLst/>
          </p:spPr>
          <p:txBody>
            <a:bodyPr rot="0" spcFirstLastPara="0" vertOverflow="overflow" horzOverflow="overflow" vert="horz" wrap="square" lIns="71972" tIns="0" rIns="71972" bIns="71972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defTabSz="914112" eaLnBrk="1" fontAlgn="auto" latinLnBrk="0" hangingPunct="1">
                <a:lnSpc>
                  <a:spcPts val="3439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1600" b="1" i="0" u="none" strike="noStrike" kern="0" cap="none" spc="0" normalizeH="0" baseline="0" noProof="0" dirty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+mn-ea"/>
                  <a:cs typeface="+mn-cs"/>
                </a:rPr>
                <a:t>内存管理：</a:t>
              </a:r>
              <a:r>
                <a:rPr kumimoji="0" lang="zh-CN" altLang="en-US" sz="1600" b="1" i="0" u="none" strike="noStrike" kern="0" cap="none" spc="0" normalizeH="0" baseline="0" noProof="0" dirty="0">
                  <a:ln>
                    <a:noFill/>
                  </a:ln>
                  <a:solidFill>
                    <a:srgbClr val="1D1D1A"/>
                  </a:solidFill>
                  <a:effectLst/>
                  <a:uLnTx/>
                  <a:uFillTx/>
                  <a:latin typeface="+mn-ea"/>
                  <a:cs typeface="+mn-cs"/>
                </a:rPr>
                <a:t>动态 </a:t>
              </a:r>
              <a:r>
                <a:rPr kumimoji="0" lang="en-US" altLang="zh-CN" sz="1600" b="1" i="0" u="none" strike="noStrike" kern="0" cap="none" spc="0" normalizeH="0" baseline="0" noProof="0" dirty="0">
                  <a:ln>
                    <a:noFill/>
                  </a:ln>
                  <a:solidFill>
                    <a:srgbClr val="1D1D1A"/>
                  </a:solidFill>
                  <a:effectLst/>
                  <a:uLnTx/>
                  <a:uFillTx/>
                  <a:latin typeface="+mn-ea"/>
                  <a:cs typeface="+mn-cs"/>
                  <a:sym typeface="Wingdings" panose="05000000000000000000" pitchFamily="2" charset="2"/>
                </a:rPr>
                <a:t> </a:t>
              </a:r>
              <a:r>
                <a:rPr kumimoji="0" lang="zh-CN" altLang="en-US" sz="1600" b="1" i="0" u="none" strike="noStrike" kern="0" cap="none" spc="0" normalizeH="0" baseline="0" noProof="0" dirty="0">
                  <a:ln>
                    <a:noFill/>
                  </a:ln>
                  <a:solidFill>
                    <a:srgbClr val="1D1D1A"/>
                  </a:solidFill>
                  <a:effectLst/>
                  <a:uLnTx/>
                  <a:uFillTx/>
                  <a:latin typeface="+mn-ea"/>
                  <a:cs typeface="+mn-cs"/>
                  <a:sym typeface="Wingdings" panose="05000000000000000000" pitchFamily="2" charset="2"/>
                </a:rPr>
                <a:t>静态</a:t>
              </a:r>
              <a:endParaRPr kumimoji="0" lang="zh-CN" altLang="en-US" b="1" i="0" u="none" strike="noStrike" kern="0" cap="none" spc="0" normalizeH="0" baseline="0" noProof="0" dirty="0">
                <a:ln>
                  <a:noFill/>
                </a:ln>
                <a:solidFill>
                  <a:srgbClr val="1D1D1A"/>
                </a:solidFill>
                <a:effectLst/>
                <a:uLnTx/>
                <a:uFillTx/>
                <a:latin typeface="+mn-ea"/>
                <a:cs typeface="+mn-cs"/>
              </a:endParaRPr>
            </a:p>
          </p:txBody>
        </p:sp>
      </p:grpSp>
      <p:sp>
        <p:nvSpPr>
          <p:cNvPr id="47" name="椭圆 46">
            <a:extLst>
              <a:ext uri="{FF2B5EF4-FFF2-40B4-BE49-F238E27FC236}">
                <a16:creationId xmlns:a16="http://schemas.microsoft.com/office/drawing/2014/main" id="{55E23DCD-776B-44C4-B9D9-05421E9F6230}"/>
              </a:ext>
            </a:extLst>
          </p:cNvPr>
          <p:cNvSpPr/>
          <p:nvPr/>
        </p:nvSpPr>
        <p:spPr bwMode="auto">
          <a:xfrm>
            <a:off x="3990796" y="2802688"/>
            <a:ext cx="143960" cy="143960"/>
          </a:xfrm>
          <a:prstGeom prst="ellipse">
            <a:avLst/>
          </a:prstGeom>
          <a:solidFill>
            <a:srgbClr val="0000FF"/>
          </a:solidFill>
          <a:ln w="12700" cap="flat" cmpd="sng" algn="ctr">
            <a:solidFill>
              <a:srgbClr val="1D1D1A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rot="0" spcFirstLastPara="0" vert="horz" wrap="square" lIns="91389" tIns="45694" rIns="91389" bIns="45694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en-US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sz="1200" kern="1200">
                <a:solidFill>
                  <a:schemeClr val="bg1"/>
                </a:solidFill>
                <a:latin typeface="FrutigerNext LT Regular" pitchFamily="34" charset="0"/>
                <a:ea typeface="MS PGothic" pitchFamily="34" charset="-128"/>
                <a:cs typeface="+mn-cs"/>
              </a:defRPr>
            </a:lvl1pPr>
            <a:lvl2pPr marL="457184" algn="l" rtl="0" fontAlgn="base">
              <a:spcBef>
                <a:spcPct val="0"/>
              </a:spcBef>
              <a:spcAft>
                <a:spcPct val="0"/>
              </a:spcAft>
              <a:defRPr sz="1200" kern="1200">
                <a:solidFill>
                  <a:schemeClr val="bg1"/>
                </a:solidFill>
                <a:latin typeface="FrutigerNext LT Regular" pitchFamily="34" charset="0"/>
                <a:ea typeface="MS PGothic" pitchFamily="34" charset="-128"/>
                <a:cs typeface="+mn-cs"/>
              </a:defRPr>
            </a:lvl2pPr>
            <a:lvl3pPr marL="914368" algn="l" rtl="0" fontAlgn="base">
              <a:spcBef>
                <a:spcPct val="0"/>
              </a:spcBef>
              <a:spcAft>
                <a:spcPct val="0"/>
              </a:spcAft>
              <a:defRPr sz="1200" kern="1200">
                <a:solidFill>
                  <a:schemeClr val="bg1"/>
                </a:solidFill>
                <a:latin typeface="FrutigerNext LT Regular" pitchFamily="34" charset="0"/>
                <a:ea typeface="MS PGothic" pitchFamily="34" charset="-128"/>
                <a:cs typeface="+mn-cs"/>
              </a:defRPr>
            </a:lvl3pPr>
            <a:lvl4pPr marL="1371553" algn="l" rtl="0" fontAlgn="base">
              <a:spcBef>
                <a:spcPct val="0"/>
              </a:spcBef>
              <a:spcAft>
                <a:spcPct val="0"/>
              </a:spcAft>
              <a:defRPr sz="1200" kern="1200">
                <a:solidFill>
                  <a:schemeClr val="bg1"/>
                </a:solidFill>
                <a:latin typeface="FrutigerNext LT Regular" pitchFamily="34" charset="0"/>
                <a:ea typeface="MS PGothic" pitchFamily="34" charset="-128"/>
                <a:cs typeface="+mn-cs"/>
              </a:defRPr>
            </a:lvl4pPr>
            <a:lvl5pPr marL="1828737" algn="l" rtl="0" fontAlgn="base">
              <a:spcBef>
                <a:spcPct val="0"/>
              </a:spcBef>
              <a:spcAft>
                <a:spcPct val="0"/>
              </a:spcAft>
              <a:defRPr sz="1200" kern="1200">
                <a:solidFill>
                  <a:schemeClr val="bg1"/>
                </a:solidFill>
                <a:latin typeface="FrutigerNext LT Regular" pitchFamily="34" charset="0"/>
                <a:ea typeface="MS PGothic" pitchFamily="34" charset="-128"/>
                <a:cs typeface="+mn-cs"/>
              </a:defRPr>
            </a:lvl5pPr>
            <a:lvl6pPr marL="2285922" algn="l" defTabSz="914368" rtl="0" eaLnBrk="1" latinLnBrk="0" hangingPunct="1">
              <a:defRPr sz="1200" kern="1200">
                <a:solidFill>
                  <a:schemeClr val="bg1"/>
                </a:solidFill>
                <a:latin typeface="FrutigerNext LT Regular" pitchFamily="34" charset="0"/>
                <a:ea typeface="MS PGothic" pitchFamily="34" charset="-128"/>
                <a:cs typeface="+mn-cs"/>
              </a:defRPr>
            </a:lvl6pPr>
            <a:lvl7pPr marL="2743106" algn="l" defTabSz="914368" rtl="0" eaLnBrk="1" latinLnBrk="0" hangingPunct="1">
              <a:defRPr sz="1200" kern="1200">
                <a:solidFill>
                  <a:schemeClr val="bg1"/>
                </a:solidFill>
                <a:latin typeface="FrutigerNext LT Regular" pitchFamily="34" charset="0"/>
                <a:ea typeface="MS PGothic" pitchFamily="34" charset="-128"/>
                <a:cs typeface="+mn-cs"/>
              </a:defRPr>
            </a:lvl7pPr>
            <a:lvl8pPr marL="3200290" algn="l" defTabSz="914368" rtl="0" eaLnBrk="1" latinLnBrk="0" hangingPunct="1">
              <a:defRPr sz="1200" kern="1200">
                <a:solidFill>
                  <a:schemeClr val="bg1"/>
                </a:solidFill>
                <a:latin typeface="FrutigerNext LT Regular" pitchFamily="34" charset="0"/>
                <a:ea typeface="MS PGothic" pitchFamily="34" charset="-128"/>
                <a:cs typeface="+mn-cs"/>
              </a:defRPr>
            </a:lvl8pPr>
            <a:lvl9pPr marL="3657475" algn="l" defTabSz="914368" rtl="0" eaLnBrk="1" latinLnBrk="0" hangingPunct="1">
              <a:defRPr sz="1200" kern="1200">
                <a:solidFill>
                  <a:schemeClr val="bg1"/>
                </a:solidFill>
                <a:latin typeface="FrutigerNext LT Regular" pitchFamily="34" charset="0"/>
                <a:ea typeface="MS PGothic" pitchFamily="34" charset="-128"/>
                <a:cs typeface="+mn-cs"/>
              </a:defRPr>
            </a:lvl9pPr>
          </a:lstStyle>
          <a:p>
            <a:pPr algn="ctr" defTabSz="877473" eaLnBrk="0" fontAlgn="auto" hangingPunct="0">
              <a:spcBef>
                <a:spcPts val="0"/>
              </a:spcBef>
              <a:spcAft>
                <a:spcPts val="0"/>
              </a:spcAft>
              <a:defRPr/>
            </a:pPr>
            <a:endParaRPr lang="zh-CN" altLang="en-US" sz="1050" kern="0" dirty="0">
              <a:solidFill>
                <a:srgbClr val="000000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48" name="文本框 274">
            <a:extLst>
              <a:ext uri="{FF2B5EF4-FFF2-40B4-BE49-F238E27FC236}">
                <a16:creationId xmlns:a16="http://schemas.microsoft.com/office/drawing/2014/main" id="{0C2E48E8-D6B2-4F87-9EFA-85523CC33582}"/>
              </a:ext>
            </a:extLst>
          </p:cNvPr>
          <p:cNvSpPr txBox="1"/>
          <p:nvPr/>
        </p:nvSpPr>
        <p:spPr>
          <a:xfrm>
            <a:off x="4083909" y="2640943"/>
            <a:ext cx="683181" cy="3384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sz="1200" kern="1200">
                <a:solidFill>
                  <a:schemeClr val="bg1"/>
                </a:solidFill>
                <a:latin typeface="FrutigerNext LT Regular" pitchFamily="34" charset="0"/>
                <a:ea typeface="MS PGothic" pitchFamily="34" charset="-128"/>
                <a:cs typeface="+mn-cs"/>
              </a:defRPr>
            </a:lvl1pPr>
            <a:lvl2pPr marL="457184" algn="l" rtl="0" fontAlgn="base">
              <a:spcBef>
                <a:spcPct val="0"/>
              </a:spcBef>
              <a:spcAft>
                <a:spcPct val="0"/>
              </a:spcAft>
              <a:defRPr sz="1200" kern="1200">
                <a:solidFill>
                  <a:schemeClr val="bg1"/>
                </a:solidFill>
                <a:latin typeface="FrutigerNext LT Regular" pitchFamily="34" charset="0"/>
                <a:ea typeface="MS PGothic" pitchFamily="34" charset="-128"/>
                <a:cs typeface="+mn-cs"/>
              </a:defRPr>
            </a:lvl2pPr>
            <a:lvl3pPr marL="914368" algn="l" rtl="0" fontAlgn="base">
              <a:spcBef>
                <a:spcPct val="0"/>
              </a:spcBef>
              <a:spcAft>
                <a:spcPct val="0"/>
              </a:spcAft>
              <a:defRPr sz="1200" kern="1200">
                <a:solidFill>
                  <a:schemeClr val="bg1"/>
                </a:solidFill>
                <a:latin typeface="FrutigerNext LT Regular" pitchFamily="34" charset="0"/>
                <a:ea typeface="MS PGothic" pitchFamily="34" charset="-128"/>
                <a:cs typeface="+mn-cs"/>
              </a:defRPr>
            </a:lvl3pPr>
            <a:lvl4pPr marL="1371553" algn="l" rtl="0" fontAlgn="base">
              <a:spcBef>
                <a:spcPct val="0"/>
              </a:spcBef>
              <a:spcAft>
                <a:spcPct val="0"/>
              </a:spcAft>
              <a:defRPr sz="1200" kern="1200">
                <a:solidFill>
                  <a:schemeClr val="bg1"/>
                </a:solidFill>
                <a:latin typeface="FrutigerNext LT Regular" pitchFamily="34" charset="0"/>
                <a:ea typeface="MS PGothic" pitchFamily="34" charset="-128"/>
                <a:cs typeface="+mn-cs"/>
              </a:defRPr>
            </a:lvl4pPr>
            <a:lvl5pPr marL="1828737" algn="l" rtl="0" fontAlgn="base">
              <a:spcBef>
                <a:spcPct val="0"/>
              </a:spcBef>
              <a:spcAft>
                <a:spcPct val="0"/>
              </a:spcAft>
              <a:defRPr sz="1200" kern="1200">
                <a:solidFill>
                  <a:schemeClr val="bg1"/>
                </a:solidFill>
                <a:latin typeface="FrutigerNext LT Regular" pitchFamily="34" charset="0"/>
                <a:ea typeface="MS PGothic" pitchFamily="34" charset="-128"/>
                <a:cs typeface="+mn-cs"/>
              </a:defRPr>
            </a:lvl5pPr>
            <a:lvl6pPr marL="2285922" algn="l" defTabSz="914368" rtl="0" eaLnBrk="1" latinLnBrk="0" hangingPunct="1">
              <a:defRPr sz="1200" kern="1200">
                <a:solidFill>
                  <a:schemeClr val="bg1"/>
                </a:solidFill>
                <a:latin typeface="FrutigerNext LT Regular" pitchFamily="34" charset="0"/>
                <a:ea typeface="MS PGothic" pitchFamily="34" charset="-128"/>
                <a:cs typeface="+mn-cs"/>
              </a:defRPr>
            </a:lvl6pPr>
            <a:lvl7pPr marL="2743106" algn="l" defTabSz="914368" rtl="0" eaLnBrk="1" latinLnBrk="0" hangingPunct="1">
              <a:defRPr sz="1200" kern="1200">
                <a:solidFill>
                  <a:schemeClr val="bg1"/>
                </a:solidFill>
                <a:latin typeface="FrutigerNext LT Regular" pitchFamily="34" charset="0"/>
                <a:ea typeface="MS PGothic" pitchFamily="34" charset="-128"/>
                <a:cs typeface="+mn-cs"/>
              </a:defRPr>
            </a:lvl7pPr>
            <a:lvl8pPr marL="3200290" algn="l" defTabSz="914368" rtl="0" eaLnBrk="1" latinLnBrk="0" hangingPunct="1">
              <a:defRPr sz="1200" kern="1200">
                <a:solidFill>
                  <a:schemeClr val="bg1"/>
                </a:solidFill>
                <a:latin typeface="FrutigerNext LT Regular" pitchFamily="34" charset="0"/>
                <a:ea typeface="MS PGothic" pitchFamily="34" charset="-128"/>
                <a:cs typeface="+mn-cs"/>
              </a:defRPr>
            </a:lvl8pPr>
            <a:lvl9pPr marL="3657475" algn="l" defTabSz="914368" rtl="0" eaLnBrk="1" latinLnBrk="0" hangingPunct="1">
              <a:defRPr sz="1200" kern="1200">
                <a:solidFill>
                  <a:schemeClr val="bg1"/>
                </a:solidFill>
                <a:latin typeface="FrutigerNext LT Regular" pitchFamily="34" charset="0"/>
                <a:ea typeface="MS PGothic" pitchFamily="34" charset="-128"/>
                <a:cs typeface="+mn-cs"/>
              </a:defRPr>
            </a:lvl9pPr>
          </a:lstStyle>
          <a:p>
            <a:pPr defTabSz="914045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zh-CN" altLang="en-US" sz="1599" b="1" dirty="0">
                <a:solidFill>
                  <a:srgbClr val="E9002F"/>
                </a:solidFill>
                <a:latin typeface="微软雅黑" pitchFamily="34" charset="-122"/>
                <a:ea typeface="微软雅黑" pitchFamily="34" charset="-122"/>
              </a:rPr>
              <a:t>仓颉</a:t>
            </a:r>
            <a:endParaRPr lang="zh-CN" altLang="en-US" sz="1799" b="1" dirty="0">
              <a:solidFill>
                <a:srgbClr val="E9002F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49" name="箭头: 左右 48">
            <a:extLst>
              <a:ext uri="{FF2B5EF4-FFF2-40B4-BE49-F238E27FC236}">
                <a16:creationId xmlns:a16="http://schemas.microsoft.com/office/drawing/2014/main" id="{A773D0FD-AEB8-4757-BC19-1756D7B46016}"/>
              </a:ext>
            </a:extLst>
          </p:cNvPr>
          <p:cNvSpPr/>
          <p:nvPr/>
        </p:nvSpPr>
        <p:spPr>
          <a:xfrm>
            <a:off x="4809661" y="1138599"/>
            <a:ext cx="837875" cy="179666"/>
          </a:xfrm>
          <a:prstGeom prst="left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0" name="箭头: 左右 49">
            <a:extLst>
              <a:ext uri="{FF2B5EF4-FFF2-40B4-BE49-F238E27FC236}">
                <a16:creationId xmlns:a16="http://schemas.microsoft.com/office/drawing/2014/main" id="{1C708B80-498D-41FB-8E2F-5B6B827EB240}"/>
              </a:ext>
            </a:extLst>
          </p:cNvPr>
          <p:cNvSpPr/>
          <p:nvPr/>
        </p:nvSpPr>
        <p:spPr>
          <a:xfrm>
            <a:off x="6159199" y="2946648"/>
            <a:ext cx="837875" cy="179666"/>
          </a:xfrm>
          <a:prstGeom prst="left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1" name="文本框 50">
            <a:extLst>
              <a:ext uri="{FF2B5EF4-FFF2-40B4-BE49-F238E27FC236}">
                <a16:creationId xmlns:a16="http://schemas.microsoft.com/office/drawing/2014/main" id="{226842F7-F48E-4327-B429-FC5A94B9D687}"/>
              </a:ext>
            </a:extLst>
          </p:cNvPr>
          <p:cNvSpPr txBox="1"/>
          <p:nvPr/>
        </p:nvSpPr>
        <p:spPr>
          <a:xfrm>
            <a:off x="4591839" y="800605"/>
            <a:ext cx="127351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dirty="0"/>
              <a:t>Typescript</a:t>
            </a:r>
            <a:endParaRPr lang="zh-CN" altLang="en-US" dirty="0"/>
          </a:p>
        </p:txBody>
      </p:sp>
      <p:sp>
        <p:nvSpPr>
          <p:cNvPr id="52" name="文本框 51">
            <a:extLst>
              <a:ext uri="{FF2B5EF4-FFF2-40B4-BE49-F238E27FC236}">
                <a16:creationId xmlns:a16="http://schemas.microsoft.com/office/drawing/2014/main" id="{332F0937-E87B-4302-BB49-D86FEB5DC557}"/>
              </a:ext>
            </a:extLst>
          </p:cNvPr>
          <p:cNvSpPr txBox="1"/>
          <p:nvPr/>
        </p:nvSpPr>
        <p:spPr>
          <a:xfrm>
            <a:off x="5952212" y="2577695"/>
            <a:ext cx="127351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dirty="0"/>
              <a:t>??</a:t>
            </a:r>
            <a:endParaRPr lang="zh-CN" altLang="en-US" dirty="0"/>
          </a:p>
        </p:txBody>
      </p:sp>
      <p:sp>
        <p:nvSpPr>
          <p:cNvPr id="53" name="文本框 52">
            <a:extLst>
              <a:ext uri="{FF2B5EF4-FFF2-40B4-BE49-F238E27FC236}">
                <a16:creationId xmlns:a16="http://schemas.microsoft.com/office/drawing/2014/main" id="{2A83B964-B2D3-4F13-8BC2-76856537F2D2}"/>
              </a:ext>
            </a:extLst>
          </p:cNvPr>
          <p:cNvSpPr txBox="1"/>
          <p:nvPr/>
        </p:nvSpPr>
        <p:spPr>
          <a:xfrm>
            <a:off x="8204200" y="2207914"/>
            <a:ext cx="29718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dirty="0"/>
              <a:t>Ownership</a:t>
            </a:r>
            <a:r>
              <a:rPr lang="zh-CN" altLang="en-US" sz="2400" dirty="0"/>
              <a:t>：</a:t>
            </a:r>
          </a:p>
        </p:txBody>
      </p:sp>
      <p:sp>
        <p:nvSpPr>
          <p:cNvPr id="54" name="文本框 53">
            <a:extLst>
              <a:ext uri="{FF2B5EF4-FFF2-40B4-BE49-F238E27FC236}">
                <a16:creationId xmlns:a16="http://schemas.microsoft.com/office/drawing/2014/main" id="{4D37F4C3-67E0-4649-9C03-A045280F5344}"/>
              </a:ext>
            </a:extLst>
          </p:cNvPr>
          <p:cNvSpPr txBox="1"/>
          <p:nvPr/>
        </p:nvSpPr>
        <p:spPr>
          <a:xfrm>
            <a:off x="8746572" y="2775447"/>
            <a:ext cx="155830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安全资源管理</a:t>
            </a:r>
          </a:p>
        </p:txBody>
      </p:sp>
      <p:sp>
        <p:nvSpPr>
          <p:cNvPr id="55" name="文本框 54">
            <a:extLst>
              <a:ext uri="{FF2B5EF4-FFF2-40B4-BE49-F238E27FC236}">
                <a16:creationId xmlns:a16="http://schemas.microsoft.com/office/drawing/2014/main" id="{D45D09E7-60AF-47A0-B770-A61714E48B77}"/>
              </a:ext>
            </a:extLst>
          </p:cNvPr>
          <p:cNvSpPr txBox="1"/>
          <p:nvPr/>
        </p:nvSpPr>
        <p:spPr>
          <a:xfrm>
            <a:off x="8750429" y="3308348"/>
            <a:ext cx="155830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并发安全</a:t>
            </a:r>
          </a:p>
        </p:txBody>
      </p:sp>
      <p:sp>
        <p:nvSpPr>
          <p:cNvPr id="56" name="文本框 55">
            <a:extLst>
              <a:ext uri="{FF2B5EF4-FFF2-40B4-BE49-F238E27FC236}">
                <a16:creationId xmlns:a16="http://schemas.microsoft.com/office/drawing/2014/main" id="{F41F0B4D-327D-4868-B436-F1BB9B3B1BF6}"/>
              </a:ext>
            </a:extLst>
          </p:cNvPr>
          <p:cNvSpPr txBox="1"/>
          <p:nvPr/>
        </p:nvSpPr>
        <p:spPr>
          <a:xfrm>
            <a:off x="8746572" y="3841249"/>
            <a:ext cx="155830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GC</a:t>
            </a:r>
            <a:r>
              <a:rPr lang="zh-CN" altLang="en-US" dirty="0"/>
              <a:t>的补充</a:t>
            </a:r>
          </a:p>
        </p:txBody>
      </p:sp>
    </p:spTree>
    <p:extLst>
      <p:ext uri="{BB962C8B-B14F-4D97-AF65-F5344CB8AC3E}">
        <p14:creationId xmlns:p14="http://schemas.microsoft.com/office/powerpoint/2010/main" val="973301694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91A28D7-F734-49F0-9C3F-E75A02387E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更加丰富的宏和元编程机制</a:t>
            </a: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22173861-127C-4527-810F-F4BF02E7FBD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5900" y="1283429"/>
            <a:ext cx="5016764" cy="2821930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4" name="图片 3">
            <a:extLst>
              <a:ext uri="{FF2B5EF4-FFF2-40B4-BE49-F238E27FC236}">
                <a16:creationId xmlns:a16="http://schemas.microsoft.com/office/drawing/2014/main" id="{89453ED7-993B-470B-938C-8298F07ADCD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06936" y="1252858"/>
            <a:ext cx="5016764" cy="2821930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5" name="图片 4">
            <a:extLst>
              <a:ext uri="{FF2B5EF4-FFF2-40B4-BE49-F238E27FC236}">
                <a16:creationId xmlns:a16="http://schemas.microsoft.com/office/drawing/2014/main" id="{72ADDEB8-41B8-44DF-A3BC-6D2A13F6B4D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80418" y="3885904"/>
            <a:ext cx="5016764" cy="2821930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1275228267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10A0A87-2BA8-4E20-86A9-C28AA38622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Actor</a:t>
            </a:r>
            <a:r>
              <a:rPr lang="zh-CN" altLang="en-US" dirty="0"/>
              <a:t>统一并发和分布式编程</a:t>
            </a:r>
          </a:p>
        </p:txBody>
      </p:sp>
      <p:pic>
        <p:nvPicPr>
          <p:cNvPr id="3" name="Picture 2" descr="https://alliance-communityfile-drcn.dbankcdn.com/FileServer/getFile/cmtyPub/011/111/111/0000000000011111111.20210331171415.35916193595168820538072961557212:50520331010736:2800:EBAFEA2CEDE5314A8B59B2CE88265ADC119A465FBDEBCE26DE5883B0CB4E4C46.gif?needInitFileName=true?needInitFileName=true">
            <a:extLst>
              <a:ext uri="{FF2B5EF4-FFF2-40B4-BE49-F238E27FC236}">
                <a16:creationId xmlns:a16="http://schemas.microsoft.com/office/drawing/2014/main" id="{B88E26D4-ACC6-4B4D-A6EA-0B1A98BECBD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1073" y="1804214"/>
            <a:ext cx="4605250" cy="211552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文本框 3">
            <a:extLst>
              <a:ext uri="{FF2B5EF4-FFF2-40B4-BE49-F238E27FC236}">
                <a16:creationId xmlns:a16="http://schemas.microsoft.com/office/drawing/2014/main" id="{EC0E59BA-E8FE-4C38-961D-F1CA1C927713}"/>
              </a:ext>
            </a:extLst>
          </p:cNvPr>
          <p:cNvSpPr txBox="1"/>
          <p:nvPr/>
        </p:nvSpPr>
        <p:spPr>
          <a:xfrm>
            <a:off x="1491818" y="1394004"/>
            <a:ext cx="194056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2000" b="1" dirty="0">
                <a:solidFill>
                  <a:prstClr val="black"/>
                </a:solidFill>
                <a:latin typeface="微软雅黑" panose="020B0503020204020204" pitchFamily="34" charset="-122"/>
              </a:rPr>
              <a:t>多设备协同</a:t>
            </a: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DA1AD397-CC5B-442C-BD2A-F6A45DCFA3C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0" y="5273405"/>
            <a:ext cx="5758171" cy="1304657"/>
          </a:xfrm>
          <a:prstGeom prst="rect">
            <a:avLst/>
          </a:prstGeom>
        </p:spPr>
      </p:pic>
      <p:grpSp>
        <p:nvGrpSpPr>
          <p:cNvPr id="6" name="组合 5">
            <a:extLst>
              <a:ext uri="{FF2B5EF4-FFF2-40B4-BE49-F238E27FC236}">
                <a16:creationId xmlns:a16="http://schemas.microsoft.com/office/drawing/2014/main" id="{AE895A43-EE00-48DD-B729-B255CADEBBD4}"/>
              </a:ext>
            </a:extLst>
          </p:cNvPr>
          <p:cNvGrpSpPr/>
          <p:nvPr/>
        </p:nvGrpSpPr>
        <p:grpSpPr>
          <a:xfrm>
            <a:off x="597738" y="4678154"/>
            <a:ext cx="3931920" cy="2028706"/>
            <a:chOff x="6934129" y="3905009"/>
            <a:chExt cx="3931920" cy="2028706"/>
          </a:xfrm>
        </p:grpSpPr>
        <p:sp>
          <p:nvSpPr>
            <p:cNvPr id="7" name="矩形 6">
              <a:extLst>
                <a:ext uri="{FF2B5EF4-FFF2-40B4-BE49-F238E27FC236}">
                  <a16:creationId xmlns:a16="http://schemas.microsoft.com/office/drawing/2014/main" id="{B21C9E2D-C1FD-4658-AA3E-23248E620F93}"/>
                </a:ext>
              </a:extLst>
            </p:cNvPr>
            <p:cNvSpPr/>
            <p:nvPr/>
          </p:nvSpPr>
          <p:spPr bwMode="auto">
            <a:xfrm>
              <a:off x="7015409" y="4704355"/>
              <a:ext cx="325120" cy="274320"/>
            </a:xfrm>
            <a:prstGeom prst="rect">
              <a:avLst/>
            </a:prstGeom>
            <a:solidFill>
              <a:srgbClr val="990000">
                <a:lumMod val="20000"/>
                <a:lumOff val="80000"/>
              </a:srgbClr>
            </a:solidFill>
            <a:ln w="9525" cap="flat" cmpd="sng" algn="ctr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none" lIns="91425" tIns="45712" rIns="91425" bIns="45712" numCol="1" rtlCol="0" anchor="t" anchorCtr="0" compatLnSpc="1">
              <a:prstTxWarp prst="textNoShape">
                <a:avLst/>
              </a:prstTxWarp>
              <a:spAutoFit/>
            </a:bodyPr>
            <a:lstStyle/>
            <a:p>
              <a:pPr algn="r" defTabSz="877888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zh-CN" altLang="en-US" sz="1500" kern="0" dirty="0">
                <a:solidFill>
                  <a:srgbClr val="000000"/>
                </a:solidFill>
                <a:latin typeface="FrutigerNext LT Regular" pitchFamily="34" charset="0"/>
                <a:ea typeface="MS PGothic" panose="020B0600070205080204" pitchFamily="34" charset="-128"/>
              </a:endParaRPr>
            </a:p>
          </p:txBody>
        </p:sp>
        <p:sp>
          <p:nvSpPr>
            <p:cNvPr id="8" name="矩形 7">
              <a:extLst>
                <a:ext uri="{FF2B5EF4-FFF2-40B4-BE49-F238E27FC236}">
                  <a16:creationId xmlns:a16="http://schemas.microsoft.com/office/drawing/2014/main" id="{DCA90EBC-D060-42D9-81F8-44D7D2A89584}"/>
                </a:ext>
              </a:extLst>
            </p:cNvPr>
            <p:cNvSpPr/>
            <p:nvPr/>
          </p:nvSpPr>
          <p:spPr bwMode="auto">
            <a:xfrm>
              <a:off x="7421809" y="4704355"/>
              <a:ext cx="325120" cy="274320"/>
            </a:xfrm>
            <a:prstGeom prst="rect">
              <a:avLst/>
            </a:prstGeom>
            <a:solidFill>
              <a:srgbClr val="990000">
                <a:lumMod val="20000"/>
                <a:lumOff val="80000"/>
              </a:srgbClr>
            </a:solidFill>
            <a:ln w="9525" cap="flat" cmpd="sng" algn="ctr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none" lIns="91425" tIns="45712" rIns="91425" bIns="45712" numCol="1" rtlCol="0" anchor="t" anchorCtr="0" compatLnSpc="1">
              <a:prstTxWarp prst="textNoShape">
                <a:avLst/>
              </a:prstTxWarp>
              <a:spAutoFit/>
            </a:bodyPr>
            <a:lstStyle/>
            <a:p>
              <a:pPr algn="r" defTabSz="877888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zh-CN" altLang="en-US" sz="1500" kern="0" dirty="0">
                <a:solidFill>
                  <a:srgbClr val="000000"/>
                </a:solidFill>
                <a:latin typeface="FrutigerNext LT Regular" pitchFamily="34" charset="0"/>
                <a:ea typeface="MS PGothic" panose="020B0600070205080204" pitchFamily="34" charset="-128"/>
              </a:endParaRPr>
            </a:p>
          </p:txBody>
        </p:sp>
        <p:sp>
          <p:nvSpPr>
            <p:cNvPr id="9" name="矩形 8">
              <a:extLst>
                <a:ext uri="{FF2B5EF4-FFF2-40B4-BE49-F238E27FC236}">
                  <a16:creationId xmlns:a16="http://schemas.microsoft.com/office/drawing/2014/main" id="{9DC08A16-F500-4742-97AB-7E6682575895}"/>
                </a:ext>
              </a:extLst>
            </p:cNvPr>
            <p:cNvSpPr/>
            <p:nvPr/>
          </p:nvSpPr>
          <p:spPr bwMode="auto">
            <a:xfrm>
              <a:off x="7828209" y="4704355"/>
              <a:ext cx="325120" cy="274320"/>
            </a:xfrm>
            <a:prstGeom prst="rect">
              <a:avLst/>
            </a:prstGeom>
            <a:solidFill>
              <a:srgbClr val="99660A">
                <a:lumMod val="40000"/>
                <a:lumOff val="60000"/>
              </a:srgbClr>
            </a:solidFill>
            <a:ln w="9525" cap="flat" cmpd="sng" algn="ctr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none" lIns="91425" tIns="45712" rIns="91425" bIns="45712" numCol="1" rtlCol="0" anchor="t" anchorCtr="0" compatLnSpc="1">
              <a:prstTxWarp prst="textNoShape">
                <a:avLst/>
              </a:prstTxWarp>
              <a:spAutoFit/>
            </a:bodyPr>
            <a:lstStyle/>
            <a:p>
              <a:pPr algn="r" defTabSz="877888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zh-CN" altLang="en-US" sz="1500" kern="0" dirty="0">
                <a:solidFill>
                  <a:srgbClr val="000000"/>
                </a:solidFill>
                <a:latin typeface="FrutigerNext LT Regular" pitchFamily="34" charset="0"/>
                <a:ea typeface="MS PGothic" panose="020B0600070205080204" pitchFamily="34" charset="-128"/>
              </a:endParaRPr>
            </a:p>
          </p:txBody>
        </p:sp>
        <p:sp>
          <p:nvSpPr>
            <p:cNvPr id="10" name="矩形 9">
              <a:extLst>
                <a:ext uri="{FF2B5EF4-FFF2-40B4-BE49-F238E27FC236}">
                  <a16:creationId xmlns:a16="http://schemas.microsoft.com/office/drawing/2014/main" id="{FDFF388F-0051-4159-A8C7-4321E9B3B95E}"/>
                </a:ext>
              </a:extLst>
            </p:cNvPr>
            <p:cNvSpPr/>
            <p:nvPr/>
          </p:nvSpPr>
          <p:spPr bwMode="auto">
            <a:xfrm>
              <a:off x="7015409" y="5024395"/>
              <a:ext cx="325120" cy="274320"/>
            </a:xfrm>
            <a:prstGeom prst="rect">
              <a:avLst/>
            </a:prstGeom>
            <a:solidFill>
              <a:srgbClr val="92D050"/>
            </a:solidFill>
            <a:ln w="9525" cap="flat" cmpd="sng" algn="ctr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none" lIns="91425" tIns="45712" rIns="91425" bIns="45712" numCol="1" rtlCol="0" anchor="t" anchorCtr="0" compatLnSpc="1">
              <a:prstTxWarp prst="textNoShape">
                <a:avLst/>
              </a:prstTxWarp>
              <a:spAutoFit/>
            </a:bodyPr>
            <a:lstStyle/>
            <a:p>
              <a:pPr algn="r" defTabSz="877888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zh-CN" altLang="en-US" sz="1500" kern="0" dirty="0">
                <a:solidFill>
                  <a:srgbClr val="000000"/>
                </a:solidFill>
                <a:latin typeface="FrutigerNext LT Regular" pitchFamily="34" charset="0"/>
                <a:ea typeface="MS PGothic" panose="020B0600070205080204" pitchFamily="34" charset="-128"/>
              </a:endParaRPr>
            </a:p>
          </p:txBody>
        </p:sp>
        <p:sp>
          <p:nvSpPr>
            <p:cNvPr id="11" name="矩形 10">
              <a:extLst>
                <a:ext uri="{FF2B5EF4-FFF2-40B4-BE49-F238E27FC236}">
                  <a16:creationId xmlns:a16="http://schemas.microsoft.com/office/drawing/2014/main" id="{6E637619-2640-426C-94A3-54EECCA0B0E5}"/>
                </a:ext>
              </a:extLst>
            </p:cNvPr>
            <p:cNvSpPr/>
            <p:nvPr/>
          </p:nvSpPr>
          <p:spPr bwMode="auto">
            <a:xfrm>
              <a:off x="7421809" y="5024395"/>
              <a:ext cx="325120" cy="274320"/>
            </a:xfrm>
            <a:prstGeom prst="rect">
              <a:avLst/>
            </a:prstGeom>
            <a:solidFill>
              <a:srgbClr val="92D050"/>
            </a:solidFill>
            <a:ln w="9525" cap="flat" cmpd="sng" algn="ctr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none" lIns="91425" tIns="45712" rIns="91425" bIns="45712" numCol="1" rtlCol="0" anchor="t" anchorCtr="0" compatLnSpc="1">
              <a:prstTxWarp prst="textNoShape">
                <a:avLst/>
              </a:prstTxWarp>
              <a:spAutoFit/>
            </a:bodyPr>
            <a:lstStyle/>
            <a:p>
              <a:pPr algn="r" defTabSz="877888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zh-CN" altLang="en-US" sz="1500" kern="0" dirty="0">
                <a:solidFill>
                  <a:srgbClr val="000000"/>
                </a:solidFill>
                <a:latin typeface="FrutigerNext LT Regular" pitchFamily="34" charset="0"/>
                <a:ea typeface="MS PGothic" panose="020B0600070205080204" pitchFamily="34" charset="-128"/>
              </a:endParaRPr>
            </a:p>
          </p:txBody>
        </p:sp>
        <p:sp>
          <p:nvSpPr>
            <p:cNvPr id="12" name="矩形 11">
              <a:extLst>
                <a:ext uri="{FF2B5EF4-FFF2-40B4-BE49-F238E27FC236}">
                  <a16:creationId xmlns:a16="http://schemas.microsoft.com/office/drawing/2014/main" id="{32C96CAD-5ADE-47C1-962F-CEF0A313C716}"/>
                </a:ext>
              </a:extLst>
            </p:cNvPr>
            <p:cNvSpPr/>
            <p:nvPr/>
          </p:nvSpPr>
          <p:spPr bwMode="auto">
            <a:xfrm>
              <a:off x="7828209" y="5024395"/>
              <a:ext cx="325120" cy="274320"/>
            </a:xfrm>
            <a:prstGeom prst="rect">
              <a:avLst/>
            </a:prstGeom>
            <a:solidFill>
              <a:srgbClr val="99660A">
                <a:lumMod val="40000"/>
                <a:lumOff val="60000"/>
              </a:srgbClr>
            </a:solidFill>
            <a:ln w="9525" cap="flat" cmpd="sng" algn="ctr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none" lIns="91425" tIns="45712" rIns="91425" bIns="45712" numCol="1" rtlCol="0" anchor="t" anchorCtr="0" compatLnSpc="1">
              <a:prstTxWarp prst="textNoShape">
                <a:avLst/>
              </a:prstTxWarp>
              <a:spAutoFit/>
            </a:bodyPr>
            <a:lstStyle/>
            <a:p>
              <a:pPr algn="r" defTabSz="877888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zh-CN" altLang="en-US" sz="1500" kern="0" dirty="0">
                <a:solidFill>
                  <a:srgbClr val="000000"/>
                </a:solidFill>
                <a:latin typeface="FrutigerNext LT Regular" pitchFamily="34" charset="0"/>
                <a:ea typeface="MS PGothic" panose="020B0600070205080204" pitchFamily="34" charset="-128"/>
              </a:endParaRPr>
            </a:p>
          </p:txBody>
        </p:sp>
        <p:sp>
          <p:nvSpPr>
            <p:cNvPr id="13" name="圆角矩形 10">
              <a:extLst>
                <a:ext uri="{FF2B5EF4-FFF2-40B4-BE49-F238E27FC236}">
                  <a16:creationId xmlns:a16="http://schemas.microsoft.com/office/drawing/2014/main" id="{85FD629B-F783-4BBF-861F-7FF829979DF7}"/>
                </a:ext>
              </a:extLst>
            </p:cNvPr>
            <p:cNvSpPr/>
            <p:nvPr/>
          </p:nvSpPr>
          <p:spPr bwMode="auto">
            <a:xfrm>
              <a:off x="6934129" y="4602755"/>
              <a:ext cx="1320800" cy="822960"/>
            </a:xfrm>
            <a:prstGeom prst="roundRect">
              <a:avLst/>
            </a:prstGeom>
            <a:noFill/>
            <a:ln w="9525" cap="flat" cmpd="sng" algn="ctr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vert="horz" wrap="none" lIns="91425" tIns="45712" rIns="91425" bIns="45712" numCol="1" rtlCol="0" anchor="t" anchorCtr="0" compatLnSpc="1">
              <a:prstTxWarp prst="textNoShape">
                <a:avLst/>
              </a:prstTxWarp>
              <a:spAutoFit/>
            </a:bodyPr>
            <a:lstStyle/>
            <a:p>
              <a:pPr algn="r" defTabSz="877888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zh-CN" altLang="en-US" sz="1500" kern="0" dirty="0">
                <a:solidFill>
                  <a:srgbClr val="000000"/>
                </a:solidFill>
                <a:latin typeface="FrutigerNext LT Regular" pitchFamily="34" charset="0"/>
                <a:ea typeface="MS PGothic" panose="020B0600070205080204" pitchFamily="34" charset="-128"/>
              </a:endParaRPr>
            </a:p>
          </p:txBody>
        </p:sp>
        <p:sp>
          <p:nvSpPr>
            <p:cNvPr id="14" name="矩形 13">
              <a:extLst>
                <a:ext uri="{FF2B5EF4-FFF2-40B4-BE49-F238E27FC236}">
                  <a16:creationId xmlns:a16="http://schemas.microsoft.com/office/drawing/2014/main" id="{D7CC7C2E-3F44-4375-A7D9-559EA9A1E4DF}"/>
                </a:ext>
              </a:extLst>
            </p:cNvPr>
            <p:cNvSpPr/>
            <p:nvPr/>
          </p:nvSpPr>
          <p:spPr bwMode="auto">
            <a:xfrm>
              <a:off x="9037249" y="4389395"/>
              <a:ext cx="325120" cy="274320"/>
            </a:xfrm>
            <a:prstGeom prst="rect">
              <a:avLst/>
            </a:prstGeom>
            <a:solidFill>
              <a:srgbClr val="990000">
                <a:lumMod val="20000"/>
                <a:lumOff val="80000"/>
              </a:srgbClr>
            </a:solidFill>
            <a:ln w="9525" cap="flat" cmpd="sng" algn="ctr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none" lIns="91425" tIns="45712" rIns="91425" bIns="45712" numCol="1" rtlCol="0" anchor="t" anchorCtr="0" compatLnSpc="1">
              <a:prstTxWarp prst="textNoShape">
                <a:avLst/>
              </a:prstTxWarp>
              <a:spAutoFit/>
            </a:bodyPr>
            <a:lstStyle/>
            <a:p>
              <a:pPr algn="r" defTabSz="877888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zh-CN" altLang="en-US" sz="1500" kern="0" dirty="0">
                <a:solidFill>
                  <a:srgbClr val="000000"/>
                </a:solidFill>
                <a:latin typeface="FrutigerNext LT Regular" pitchFamily="34" charset="0"/>
                <a:ea typeface="MS PGothic" panose="020B0600070205080204" pitchFamily="34" charset="-128"/>
              </a:endParaRPr>
            </a:p>
          </p:txBody>
        </p:sp>
        <p:sp>
          <p:nvSpPr>
            <p:cNvPr id="15" name="矩形 14">
              <a:extLst>
                <a:ext uri="{FF2B5EF4-FFF2-40B4-BE49-F238E27FC236}">
                  <a16:creationId xmlns:a16="http://schemas.microsoft.com/office/drawing/2014/main" id="{1AD48869-09D0-4113-BB58-CE1F7807FAA0}"/>
                </a:ext>
              </a:extLst>
            </p:cNvPr>
            <p:cNvSpPr/>
            <p:nvPr/>
          </p:nvSpPr>
          <p:spPr bwMode="auto">
            <a:xfrm>
              <a:off x="9443649" y="4389395"/>
              <a:ext cx="325120" cy="274320"/>
            </a:xfrm>
            <a:prstGeom prst="rect">
              <a:avLst/>
            </a:prstGeom>
            <a:solidFill>
              <a:srgbClr val="990000">
                <a:lumMod val="20000"/>
                <a:lumOff val="80000"/>
              </a:srgbClr>
            </a:solidFill>
            <a:ln w="9525" cap="flat" cmpd="sng" algn="ctr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none" lIns="91425" tIns="45712" rIns="91425" bIns="45712" numCol="1" rtlCol="0" anchor="t" anchorCtr="0" compatLnSpc="1">
              <a:prstTxWarp prst="textNoShape">
                <a:avLst/>
              </a:prstTxWarp>
              <a:spAutoFit/>
            </a:bodyPr>
            <a:lstStyle/>
            <a:p>
              <a:pPr algn="r" defTabSz="877888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zh-CN" altLang="en-US" sz="1500" kern="0" dirty="0">
                <a:solidFill>
                  <a:srgbClr val="000000"/>
                </a:solidFill>
                <a:latin typeface="FrutigerNext LT Regular" pitchFamily="34" charset="0"/>
                <a:ea typeface="MS PGothic" panose="020B0600070205080204" pitchFamily="34" charset="-128"/>
              </a:endParaRPr>
            </a:p>
          </p:txBody>
        </p:sp>
        <p:sp>
          <p:nvSpPr>
            <p:cNvPr id="16" name="矩形 15">
              <a:extLst>
                <a:ext uri="{FF2B5EF4-FFF2-40B4-BE49-F238E27FC236}">
                  <a16:creationId xmlns:a16="http://schemas.microsoft.com/office/drawing/2014/main" id="{AA16B4DE-136E-41B4-914D-324A91B1F4E9}"/>
                </a:ext>
              </a:extLst>
            </p:cNvPr>
            <p:cNvSpPr/>
            <p:nvPr/>
          </p:nvSpPr>
          <p:spPr bwMode="auto">
            <a:xfrm>
              <a:off x="9037249" y="5496835"/>
              <a:ext cx="325120" cy="274320"/>
            </a:xfrm>
            <a:prstGeom prst="rect">
              <a:avLst/>
            </a:prstGeom>
            <a:solidFill>
              <a:srgbClr val="92D050"/>
            </a:solidFill>
            <a:ln w="9525" cap="flat" cmpd="sng" algn="ctr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none" lIns="91425" tIns="45712" rIns="91425" bIns="45712" numCol="1" rtlCol="0" anchor="t" anchorCtr="0" compatLnSpc="1">
              <a:prstTxWarp prst="textNoShape">
                <a:avLst/>
              </a:prstTxWarp>
              <a:spAutoFit/>
            </a:bodyPr>
            <a:lstStyle/>
            <a:p>
              <a:pPr algn="r" defTabSz="877888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zh-CN" altLang="en-US" sz="1500" kern="0" dirty="0">
                <a:solidFill>
                  <a:srgbClr val="000000"/>
                </a:solidFill>
                <a:latin typeface="FrutigerNext LT Regular" pitchFamily="34" charset="0"/>
                <a:ea typeface="MS PGothic" panose="020B0600070205080204" pitchFamily="34" charset="-128"/>
              </a:endParaRPr>
            </a:p>
          </p:txBody>
        </p:sp>
        <p:sp>
          <p:nvSpPr>
            <p:cNvPr id="17" name="矩形 16">
              <a:extLst>
                <a:ext uri="{FF2B5EF4-FFF2-40B4-BE49-F238E27FC236}">
                  <a16:creationId xmlns:a16="http://schemas.microsoft.com/office/drawing/2014/main" id="{5DF0D1FE-D8AE-4350-A4B2-ED5357FD87BB}"/>
                </a:ext>
              </a:extLst>
            </p:cNvPr>
            <p:cNvSpPr/>
            <p:nvPr/>
          </p:nvSpPr>
          <p:spPr bwMode="auto">
            <a:xfrm>
              <a:off x="9443649" y="5496835"/>
              <a:ext cx="325120" cy="274320"/>
            </a:xfrm>
            <a:prstGeom prst="rect">
              <a:avLst/>
            </a:prstGeom>
            <a:solidFill>
              <a:srgbClr val="92D050"/>
            </a:solidFill>
            <a:ln w="9525" cap="flat" cmpd="sng" algn="ctr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none" lIns="91425" tIns="45712" rIns="91425" bIns="45712" numCol="1" rtlCol="0" anchor="t" anchorCtr="0" compatLnSpc="1">
              <a:prstTxWarp prst="textNoShape">
                <a:avLst/>
              </a:prstTxWarp>
              <a:spAutoFit/>
            </a:bodyPr>
            <a:lstStyle/>
            <a:p>
              <a:pPr algn="r" defTabSz="877888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zh-CN" altLang="en-US" sz="1500" kern="0" dirty="0">
                <a:solidFill>
                  <a:srgbClr val="000000"/>
                </a:solidFill>
                <a:latin typeface="FrutigerNext LT Regular" pitchFamily="34" charset="0"/>
                <a:ea typeface="MS PGothic" panose="020B0600070205080204" pitchFamily="34" charset="-128"/>
              </a:endParaRPr>
            </a:p>
          </p:txBody>
        </p:sp>
        <p:sp>
          <p:nvSpPr>
            <p:cNvPr id="18" name="矩形 17">
              <a:extLst>
                <a:ext uri="{FF2B5EF4-FFF2-40B4-BE49-F238E27FC236}">
                  <a16:creationId xmlns:a16="http://schemas.microsoft.com/office/drawing/2014/main" id="{324D4831-2E40-42C3-A1EB-406CF907B937}"/>
                </a:ext>
              </a:extLst>
            </p:cNvPr>
            <p:cNvSpPr/>
            <p:nvPr/>
          </p:nvSpPr>
          <p:spPr bwMode="auto">
            <a:xfrm>
              <a:off x="10540929" y="4734835"/>
              <a:ext cx="325120" cy="274320"/>
            </a:xfrm>
            <a:prstGeom prst="rect">
              <a:avLst/>
            </a:prstGeom>
            <a:solidFill>
              <a:srgbClr val="99660A">
                <a:lumMod val="40000"/>
                <a:lumOff val="60000"/>
              </a:srgbClr>
            </a:solidFill>
            <a:ln w="9525" cap="flat" cmpd="sng" algn="ctr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none" lIns="91425" tIns="45712" rIns="91425" bIns="45712" numCol="1" rtlCol="0" anchor="t" anchorCtr="0" compatLnSpc="1">
              <a:prstTxWarp prst="textNoShape">
                <a:avLst/>
              </a:prstTxWarp>
              <a:spAutoFit/>
            </a:bodyPr>
            <a:lstStyle/>
            <a:p>
              <a:pPr algn="r" defTabSz="877888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zh-CN" altLang="en-US" sz="1500" kern="0" dirty="0">
                <a:solidFill>
                  <a:srgbClr val="000000"/>
                </a:solidFill>
                <a:latin typeface="FrutigerNext LT Regular" pitchFamily="34" charset="0"/>
                <a:ea typeface="MS PGothic" panose="020B0600070205080204" pitchFamily="34" charset="-128"/>
              </a:endParaRPr>
            </a:p>
          </p:txBody>
        </p:sp>
        <p:sp>
          <p:nvSpPr>
            <p:cNvPr id="19" name="矩形 18">
              <a:extLst>
                <a:ext uri="{FF2B5EF4-FFF2-40B4-BE49-F238E27FC236}">
                  <a16:creationId xmlns:a16="http://schemas.microsoft.com/office/drawing/2014/main" id="{D41CD3BC-7254-489B-83B4-800F3DD2AB2E}"/>
                </a:ext>
              </a:extLst>
            </p:cNvPr>
            <p:cNvSpPr/>
            <p:nvPr/>
          </p:nvSpPr>
          <p:spPr bwMode="auto">
            <a:xfrm>
              <a:off x="10540929" y="5054875"/>
              <a:ext cx="325120" cy="274320"/>
            </a:xfrm>
            <a:prstGeom prst="rect">
              <a:avLst/>
            </a:prstGeom>
            <a:solidFill>
              <a:srgbClr val="99660A">
                <a:lumMod val="40000"/>
                <a:lumOff val="60000"/>
              </a:srgbClr>
            </a:solidFill>
            <a:ln w="9525" cap="flat" cmpd="sng" algn="ctr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none" lIns="91425" tIns="45712" rIns="91425" bIns="45712" numCol="1" rtlCol="0" anchor="t" anchorCtr="0" compatLnSpc="1">
              <a:prstTxWarp prst="textNoShape">
                <a:avLst/>
              </a:prstTxWarp>
              <a:spAutoFit/>
            </a:bodyPr>
            <a:lstStyle/>
            <a:p>
              <a:pPr algn="r" defTabSz="877888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zh-CN" altLang="en-US" sz="1500" kern="0" dirty="0">
                <a:solidFill>
                  <a:srgbClr val="000000"/>
                </a:solidFill>
                <a:latin typeface="FrutigerNext LT Regular" pitchFamily="34" charset="0"/>
                <a:ea typeface="MS PGothic" panose="020B0600070205080204" pitchFamily="34" charset="-128"/>
              </a:endParaRPr>
            </a:p>
          </p:txBody>
        </p:sp>
        <p:cxnSp>
          <p:nvCxnSpPr>
            <p:cNvPr id="20" name="直接箭头连接符 19">
              <a:extLst>
                <a:ext uri="{FF2B5EF4-FFF2-40B4-BE49-F238E27FC236}">
                  <a16:creationId xmlns:a16="http://schemas.microsoft.com/office/drawing/2014/main" id="{E3784273-7AD9-490E-8BD4-9F0C10C778A8}"/>
                </a:ext>
              </a:extLst>
            </p:cNvPr>
            <p:cNvCxnSpPr/>
            <p:nvPr/>
          </p:nvCxnSpPr>
          <p:spPr bwMode="auto">
            <a:xfrm flipV="1">
              <a:off x="8326049" y="4602755"/>
              <a:ext cx="579120" cy="132080"/>
            </a:xfrm>
            <a:prstGeom prst="straightConnector1">
              <a:avLst/>
            </a:prstGeom>
            <a:noFill/>
            <a:ln w="19050" cap="flat" cmpd="sng" algn="ctr">
              <a:solidFill>
                <a:srgbClr val="000000"/>
              </a:solidFill>
              <a:prstDash val="solid"/>
              <a:round/>
              <a:headEnd type="none" w="med" len="med"/>
              <a:tailEnd type="arrow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</p:cxnSp>
        <p:cxnSp>
          <p:nvCxnSpPr>
            <p:cNvPr id="21" name="直接箭头连接符 20">
              <a:extLst>
                <a:ext uri="{FF2B5EF4-FFF2-40B4-BE49-F238E27FC236}">
                  <a16:creationId xmlns:a16="http://schemas.microsoft.com/office/drawing/2014/main" id="{7FF7EAF3-9094-405D-B80E-68B1D90DB2D5}"/>
                </a:ext>
              </a:extLst>
            </p:cNvPr>
            <p:cNvCxnSpPr/>
            <p:nvPr/>
          </p:nvCxnSpPr>
          <p:spPr bwMode="auto">
            <a:xfrm>
              <a:off x="8376849" y="5039635"/>
              <a:ext cx="1981200" cy="15240"/>
            </a:xfrm>
            <a:prstGeom prst="straightConnector1">
              <a:avLst/>
            </a:prstGeom>
            <a:noFill/>
            <a:ln w="19050" cap="flat" cmpd="sng" algn="ctr">
              <a:solidFill>
                <a:srgbClr val="000000"/>
              </a:solidFill>
              <a:prstDash val="solid"/>
              <a:round/>
              <a:headEnd type="none" w="med" len="med"/>
              <a:tailEnd type="arrow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</p:cxnSp>
        <p:cxnSp>
          <p:nvCxnSpPr>
            <p:cNvPr id="22" name="直接箭头连接符 21">
              <a:extLst>
                <a:ext uri="{FF2B5EF4-FFF2-40B4-BE49-F238E27FC236}">
                  <a16:creationId xmlns:a16="http://schemas.microsoft.com/office/drawing/2014/main" id="{4253D75D-31BB-470C-B0B0-8175A4179F2E}"/>
                </a:ext>
              </a:extLst>
            </p:cNvPr>
            <p:cNvCxnSpPr/>
            <p:nvPr/>
          </p:nvCxnSpPr>
          <p:spPr bwMode="auto">
            <a:xfrm>
              <a:off x="8376849" y="5298715"/>
              <a:ext cx="528320" cy="198120"/>
            </a:xfrm>
            <a:prstGeom prst="straightConnector1">
              <a:avLst/>
            </a:prstGeom>
            <a:noFill/>
            <a:ln w="19050" cap="flat" cmpd="sng" algn="ctr">
              <a:solidFill>
                <a:srgbClr val="000000"/>
              </a:solidFill>
              <a:prstDash val="solid"/>
              <a:round/>
              <a:headEnd type="none" w="med" len="med"/>
              <a:tailEnd type="arrow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</p:cxnSp>
        <p:cxnSp>
          <p:nvCxnSpPr>
            <p:cNvPr id="23" name="直接连接符 22">
              <a:extLst>
                <a:ext uri="{FF2B5EF4-FFF2-40B4-BE49-F238E27FC236}">
                  <a16:creationId xmlns:a16="http://schemas.microsoft.com/office/drawing/2014/main" id="{2757CD67-9B01-4DF5-9859-4CD9B0B7E471}"/>
                </a:ext>
              </a:extLst>
            </p:cNvPr>
            <p:cNvCxnSpPr/>
            <p:nvPr/>
          </p:nvCxnSpPr>
          <p:spPr bwMode="auto">
            <a:xfrm>
              <a:off x="8580049" y="4287795"/>
              <a:ext cx="30480" cy="1645920"/>
            </a:xfrm>
            <a:prstGeom prst="line">
              <a:avLst/>
            </a:prstGeom>
            <a:noFill/>
            <a:ln w="19050" cap="flat" cmpd="sng" algn="ctr">
              <a:solidFill>
                <a:srgbClr val="000000"/>
              </a:solidFill>
              <a:prstDash val="dash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</p:cxnSp>
        <p:sp>
          <p:nvSpPr>
            <p:cNvPr id="24" name="文本框 23">
              <a:extLst>
                <a:ext uri="{FF2B5EF4-FFF2-40B4-BE49-F238E27FC236}">
                  <a16:creationId xmlns:a16="http://schemas.microsoft.com/office/drawing/2014/main" id="{95452C75-3635-403E-94F8-590688DD9862}"/>
                </a:ext>
              </a:extLst>
            </p:cNvPr>
            <p:cNvSpPr txBox="1"/>
            <p:nvPr/>
          </p:nvSpPr>
          <p:spPr>
            <a:xfrm>
              <a:off x="7261203" y="4085282"/>
              <a:ext cx="595035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sz="1600" dirty="0">
                  <a:solidFill>
                    <a:srgbClr val="000000"/>
                  </a:solidFill>
                  <a:latin typeface="微软雅黑" panose="020B0503020204020204" pitchFamily="34" charset="-122"/>
                </a:rPr>
                <a:t>开发</a:t>
              </a:r>
            </a:p>
          </p:txBody>
        </p:sp>
        <p:sp>
          <p:nvSpPr>
            <p:cNvPr id="25" name="文本框 24">
              <a:extLst>
                <a:ext uri="{FF2B5EF4-FFF2-40B4-BE49-F238E27FC236}">
                  <a16:creationId xmlns:a16="http://schemas.microsoft.com/office/drawing/2014/main" id="{913CC5D1-41F4-4A55-AD87-2CFACB7A8BED}"/>
                </a:ext>
              </a:extLst>
            </p:cNvPr>
            <p:cNvSpPr txBox="1"/>
            <p:nvPr/>
          </p:nvSpPr>
          <p:spPr>
            <a:xfrm>
              <a:off x="9214771" y="3905009"/>
              <a:ext cx="1005403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sz="1600" dirty="0">
                  <a:solidFill>
                    <a:srgbClr val="000000"/>
                  </a:solidFill>
                  <a:latin typeface="微软雅黑" panose="020B0503020204020204" pitchFamily="34" charset="-122"/>
                </a:rPr>
                <a:t>运行部署</a:t>
              </a:r>
            </a:p>
          </p:txBody>
        </p:sp>
        <p:cxnSp>
          <p:nvCxnSpPr>
            <p:cNvPr id="26" name="直接箭头连接符 25">
              <a:extLst>
                <a:ext uri="{FF2B5EF4-FFF2-40B4-BE49-F238E27FC236}">
                  <a16:creationId xmlns:a16="http://schemas.microsoft.com/office/drawing/2014/main" id="{E8AEA3EE-B36D-44D1-9736-1B48A82E2437}"/>
                </a:ext>
              </a:extLst>
            </p:cNvPr>
            <p:cNvCxnSpPr/>
            <p:nvPr/>
          </p:nvCxnSpPr>
          <p:spPr bwMode="auto">
            <a:xfrm>
              <a:off x="9900849" y="4663715"/>
              <a:ext cx="457200" cy="177800"/>
            </a:xfrm>
            <a:prstGeom prst="straightConnector1">
              <a:avLst/>
            </a:prstGeom>
            <a:noFill/>
            <a:ln w="9525" cap="flat" cmpd="sng" algn="ctr">
              <a:solidFill>
                <a:srgbClr val="990000">
                  <a:lumMod val="40000"/>
                  <a:lumOff val="60000"/>
                </a:srgbClr>
              </a:solidFill>
              <a:prstDash val="solid"/>
              <a:round/>
              <a:headEnd type="none" w="med" len="med"/>
              <a:tailEnd type="arrow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</p:cxnSp>
        <p:cxnSp>
          <p:nvCxnSpPr>
            <p:cNvPr id="27" name="直接箭头连接符 26">
              <a:extLst>
                <a:ext uri="{FF2B5EF4-FFF2-40B4-BE49-F238E27FC236}">
                  <a16:creationId xmlns:a16="http://schemas.microsoft.com/office/drawing/2014/main" id="{48E4DCE1-F797-40F7-A118-571341EA1715}"/>
                </a:ext>
              </a:extLst>
            </p:cNvPr>
            <p:cNvCxnSpPr/>
            <p:nvPr/>
          </p:nvCxnSpPr>
          <p:spPr bwMode="auto">
            <a:xfrm>
              <a:off x="9362369" y="4808495"/>
              <a:ext cx="0" cy="535940"/>
            </a:xfrm>
            <a:prstGeom prst="straightConnector1">
              <a:avLst/>
            </a:prstGeom>
            <a:noFill/>
            <a:ln w="9525" cap="flat" cmpd="sng" algn="ctr">
              <a:solidFill>
                <a:srgbClr val="990000">
                  <a:lumMod val="40000"/>
                  <a:lumOff val="60000"/>
                </a:srgbClr>
              </a:solidFill>
              <a:prstDash val="solid"/>
              <a:round/>
              <a:headEnd type="none" w="med" len="med"/>
              <a:tailEnd type="arrow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</p:cxnSp>
        <p:cxnSp>
          <p:nvCxnSpPr>
            <p:cNvPr id="28" name="直接箭头连接符 27">
              <a:extLst>
                <a:ext uri="{FF2B5EF4-FFF2-40B4-BE49-F238E27FC236}">
                  <a16:creationId xmlns:a16="http://schemas.microsoft.com/office/drawing/2014/main" id="{137B8FC6-12F4-4390-9496-25FD1478AA10}"/>
                </a:ext>
              </a:extLst>
            </p:cNvPr>
            <p:cNvCxnSpPr/>
            <p:nvPr/>
          </p:nvCxnSpPr>
          <p:spPr bwMode="auto">
            <a:xfrm flipV="1">
              <a:off x="9900849" y="5329195"/>
              <a:ext cx="528320" cy="277614"/>
            </a:xfrm>
            <a:prstGeom prst="straightConnector1">
              <a:avLst/>
            </a:prstGeom>
            <a:noFill/>
            <a:ln w="9525" cap="flat" cmpd="sng" algn="ctr">
              <a:solidFill>
                <a:srgbClr val="990000">
                  <a:lumMod val="40000"/>
                  <a:lumOff val="60000"/>
                </a:srgbClr>
              </a:solidFill>
              <a:prstDash val="solid"/>
              <a:round/>
              <a:headEnd type="none" w="med" len="med"/>
              <a:tailEnd type="arrow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</p:cxnSp>
      </p:grpSp>
      <p:sp>
        <p:nvSpPr>
          <p:cNvPr id="29" name="文本框 28">
            <a:extLst>
              <a:ext uri="{FF2B5EF4-FFF2-40B4-BE49-F238E27FC236}">
                <a16:creationId xmlns:a16="http://schemas.microsoft.com/office/drawing/2014/main" id="{9D42F4A3-D877-4589-8960-4EC646FD8050}"/>
              </a:ext>
            </a:extLst>
          </p:cNvPr>
          <p:cNvSpPr txBox="1"/>
          <p:nvPr/>
        </p:nvSpPr>
        <p:spPr>
          <a:xfrm>
            <a:off x="234640" y="4301135"/>
            <a:ext cx="390152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>
                <a:solidFill>
                  <a:prstClr val="black"/>
                </a:solidFill>
                <a:latin typeface="微软雅黑" panose="020B0503020204020204" pitchFamily="34" charset="-122"/>
              </a:rPr>
              <a:t>需求：单体程序开发，多设备部署？</a:t>
            </a:r>
          </a:p>
        </p:txBody>
      </p:sp>
      <p:sp>
        <p:nvSpPr>
          <p:cNvPr id="30" name="文本框 29">
            <a:extLst>
              <a:ext uri="{FF2B5EF4-FFF2-40B4-BE49-F238E27FC236}">
                <a16:creationId xmlns:a16="http://schemas.microsoft.com/office/drawing/2014/main" id="{B2C4586B-93B9-430D-B231-1D3CE6A82D21}"/>
              </a:ext>
            </a:extLst>
          </p:cNvPr>
          <p:cNvSpPr txBox="1"/>
          <p:nvPr/>
        </p:nvSpPr>
        <p:spPr>
          <a:xfrm>
            <a:off x="7771598" y="1228933"/>
            <a:ext cx="254080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2000" b="1" dirty="0">
                <a:solidFill>
                  <a:prstClr val="black"/>
                </a:solidFill>
                <a:latin typeface="微软雅黑" panose="020B0503020204020204" pitchFamily="34" charset="-122"/>
              </a:rPr>
              <a:t>端云协同</a:t>
            </a:r>
            <a:r>
              <a:rPr lang="en-US" altLang="zh-CN" sz="2000" b="1" dirty="0">
                <a:solidFill>
                  <a:prstClr val="black"/>
                </a:solidFill>
                <a:latin typeface="微软雅黑" panose="020B0503020204020204" pitchFamily="34" charset="-122"/>
              </a:rPr>
              <a:t>/</a:t>
            </a:r>
            <a:r>
              <a:rPr lang="zh-CN" altLang="en-US" sz="2000" b="1" dirty="0">
                <a:solidFill>
                  <a:prstClr val="black"/>
                </a:solidFill>
                <a:latin typeface="微软雅黑" panose="020B0503020204020204" pitchFamily="34" charset="-122"/>
              </a:rPr>
              <a:t>云原生</a:t>
            </a:r>
          </a:p>
        </p:txBody>
      </p:sp>
      <p:sp>
        <p:nvSpPr>
          <p:cNvPr id="31" name="文本框 30">
            <a:extLst>
              <a:ext uri="{FF2B5EF4-FFF2-40B4-BE49-F238E27FC236}">
                <a16:creationId xmlns:a16="http://schemas.microsoft.com/office/drawing/2014/main" id="{4A934906-84D5-4B72-AFCC-F420212D35CA}"/>
              </a:ext>
            </a:extLst>
          </p:cNvPr>
          <p:cNvSpPr txBox="1"/>
          <p:nvPr/>
        </p:nvSpPr>
        <p:spPr>
          <a:xfrm>
            <a:off x="5911539" y="1741032"/>
            <a:ext cx="390152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b="1" dirty="0">
                <a:solidFill>
                  <a:prstClr val="black"/>
                </a:solidFill>
                <a:latin typeface="微软雅黑" panose="020B0503020204020204" pitchFamily="34" charset="-122"/>
              </a:rPr>
              <a:t>需求：</a:t>
            </a:r>
            <a:r>
              <a:rPr lang="zh-CN" altLang="en-US" dirty="0">
                <a:solidFill>
                  <a:prstClr val="black"/>
                </a:solidFill>
                <a:latin typeface="微软雅黑" panose="020B0503020204020204" pitchFamily="34" charset="-122"/>
              </a:rPr>
              <a:t>简化开发和部署</a:t>
            </a:r>
          </a:p>
        </p:txBody>
      </p:sp>
      <p:sp>
        <p:nvSpPr>
          <p:cNvPr id="32" name="文本框 31">
            <a:extLst>
              <a:ext uri="{FF2B5EF4-FFF2-40B4-BE49-F238E27FC236}">
                <a16:creationId xmlns:a16="http://schemas.microsoft.com/office/drawing/2014/main" id="{09A4DD8A-B8A3-4F54-BDD5-40E9F13E397D}"/>
              </a:ext>
            </a:extLst>
          </p:cNvPr>
          <p:cNvSpPr txBox="1"/>
          <p:nvPr/>
        </p:nvSpPr>
        <p:spPr>
          <a:xfrm>
            <a:off x="5911540" y="4902311"/>
            <a:ext cx="390152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b="1" dirty="0">
                <a:solidFill>
                  <a:prstClr val="black"/>
                </a:solidFill>
                <a:latin typeface="微软雅黑" panose="020B0503020204020204" pitchFamily="34" charset="-122"/>
              </a:rPr>
              <a:t>需求：</a:t>
            </a:r>
            <a:r>
              <a:rPr lang="zh-CN" altLang="en-US" dirty="0">
                <a:solidFill>
                  <a:prstClr val="black"/>
                </a:solidFill>
                <a:latin typeface="微软雅黑" panose="020B0503020204020204" pitchFamily="34" charset="-122"/>
              </a:rPr>
              <a:t>旧应用改造</a:t>
            </a:r>
          </a:p>
        </p:txBody>
      </p:sp>
      <p:pic>
        <p:nvPicPr>
          <p:cNvPr id="33" name="Picture 2" descr="Flow chart of Service Weaver Programming Libraries from development to execution, moving four modules labeled A through D from application across a level of microservices to deployers labeled Desktop, Google Cloud, and Other Cloud">
            <a:extLst>
              <a:ext uri="{FF2B5EF4-FFF2-40B4-BE49-F238E27FC236}">
                <a16:creationId xmlns:a16="http://schemas.microsoft.com/office/drawing/2014/main" id="{A3438C06-28C3-4BE8-9098-100720A8C9D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38457" y="2203847"/>
            <a:ext cx="4393600" cy="2193913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4" name="文本框 33">
            <a:extLst>
              <a:ext uri="{FF2B5EF4-FFF2-40B4-BE49-F238E27FC236}">
                <a16:creationId xmlns:a16="http://schemas.microsoft.com/office/drawing/2014/main" id="{D5586F3E-B9C3-402B-9D14-E08C1E62D130}"/>
              </a:ext>
            </a:extLst>
          </p:cNvPr>
          <p:cNvSpPr txBox="1"/>
          <p:nvPr/>
        </p:nvSpPr>
        <p:spPr>
          <a:xfrm>
            <a:off x="9144000" y="4485801"/>
            <a:ext cx="254228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400" b="1" dirty="0">
                <a:solidFill>
                  <a:prstClr val="black"/>
                </a:solidFill>
                <a:ea typeface="黑体" panose="02010609060101010101" pitchFamily="49" charset="-122"/>
              </a:rPr>
              <a:t>Google Service Weaver</a:t>
            </a:r>
            <a:endParaRPr lang="zh-CN" altLang="en-US" b="1" dirty="0">
              <a:solidFill>
                <a:prstClr val="black"/>
              </a:solidFill>
              <a:ea typeface="黑体" panose="02010609060101010101" pitchFamily="49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136957118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C0E2E3C-7C9D-470A-8E24-C0324A65CD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工具、三方库、开发框架</a:t>
            </a: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A343359E-D166-4ED6-9E8B-C987F79626B4}"/>
              </a:ext>
            </a:extLst>
          </p:cNvPr>
          <p:cNvSpPr txBox="1"/>
          <p:nvPr/>
        </p:nvSpPr>
        <p:spPr>
          <a:xfrm>
            <a:off x="1138200" y="2146300"/>
            <a:ext cx="104394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 dirty="0"/>
              <a:t>工具：</a:t>
            </a:r>
            <a:r>
              <a:rPr lang="en-US" altLang="zh-CN" sz="2400" dirty="0"/>
              <a:t>AI</a:t>
            </a:r>
            <a:r>
              <a:rPr lang="zh-CN" altLang="en-US" sz="2400" dirty="0"/>
              <a:t>辅助开发、性能分析、代码扫描、版本管理、代码扫描、中心仓 </a:t>
            </a:r>
            <a:r>
              <a:rPr lang="en-US" altLang="zh-CN" sz="2400" dirty="0"/>
              <a:t>…</a:t>
            </a:r>
            <a:endParaRPr lang="zh-CN" altLang="en-US" sz="2400" dirty="0"/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DEA20DD4-4D75-422A-8A3F-CDE36CF0AA7F}"/>
              </a:ext>
            </a:extLst>
          </p:cNvPr>
          <p:cNvSpPr txBox="1"/>
          <p:nvPr/>
        </p:nvSpPr>
        <p:spPr>
          <a:xfrm>
            <a:off x="1138200" y="3048000"/>
            <a:ext cx="104394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 dirty="0"/>
              <a:t>框架：</a:t>
            </a:r>
            <a:r>
              <a:rPr lang="en-US" altLang="zh-CN" sz="2400" dirty="0"/>
              <a:t>UI</a:t>
            </a:r>
            <a:r>
              <a:rPr lang="zh-CN" altLang="en-US" sz="2400" dirty="0"/>
              <a:t>框架、</a:t>
            </a:r>
            <a:r>
              <a:rPr lang="en-US" altLang="zh-CN" sz="2400" dirty="0"/>
              <a:t>AI</a:t>
            </a:r>
            <a:r>
              <a:rPr lang="zh-CN" altLang="en-US" sz="2400" dirty="0"/>
              <a:t>框架、后端开发、数据库、分布式 </a:t>
            </a:r>
            <a:r>
              <a:rPr lang="en-US" altLang="zh-CN" sz="2400" dirty="0"/>
              <a:t>…</a:t>
            </a:r>
            <a:endParaRPr lang="zh-CN" altLang="en-US" sz="2400" dirty="0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5E6E64C8-265F-49E7-97EE-229AE8CF2F0B}"/>
              </a:ext>
            </a:extLst>
          </p:cNvPr>
          <p:cNvSpPr txBox="1"/>
          <p:nvPr/>
        </p:nvSpPr>
        <p:spPr>
          <a:xfrm>
            <a:off x="1138200" y="3949700"/>
            <a:ext cx="104394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 dirty="0"/>
              <a:t>生态互通：</a:t>
            </a:r>
            <a:r>
              <a:rPr lang="zh-CN" altLang="en-US" sz="2400" dirty="0"/>
              <a:t>跨语言互操作、代码转换（</a:t>
            </a:r>
            <a:r>
              <a:rPr lang="en-US" altLang="zh-CN" sz="2400" dirty="0"/>
              <a:t>X to </a:t>
            </a:r>
            <a:r>
              <a:rPr lang="en-US" altLang="zh-CN" sz="2400" dirty="0" err="1"/>
              <a:t>Cangjie</a:t>
            </a:r>
            <a:r>
              <a:rPr lang="zh-CN" altLang="en-US" sz="2400" dirty="0"/>
              <a:t>） </a:t>
            </a:r>
            <a:r>
              <a:rPr lang="en-US" altLang="zh-CN" sz="2400" dirty="0"/>
              <a:t>…</a:t>
            </a:r>
            <a:endParaRPr lang="zh-CN" altLang="en-US" sz="2400" dirty="0"/>
          </a:p>
        </p:txBody>
      </p:sp>
    </p:spTree>
    <p:extLst>
      <p:ext uri="{BB962C8B-B14F-4D97-AF65-F5344CB8AC3E}">
        <p14:creationId xmlns:p14="http://schemas.microsoft.com/office/powerpoint/2010/main" val="3860916804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3C54BB9-8B32-F418-EFFF-F511341B63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总结</a:t>
            </a: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8CADC675-B1AA-2F42-6F44-00F0903766E6}"/>
              </a:ext>
            </a:extLst>
          </p:cNvPr>
          <p:cNvSpPr txBox="1"/>
          <p:nvPr/>
        </p:nvSpPr>
        <p:spPr>
          <a:xfrm>
            <a:off x="1335314" y="1879599"/>
            <a:ext cx="690154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dirty="0"/>
              <a:t>仓颉：全场景智能化应用编程语言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C213A2D6-F9DC-9D53-DE4A-66CE6070AA8C}"/>
              </a:ext>
            </a:extLst>
          </p:cNvPr>
          <p:cNvSpPr txBox="1"/>
          <p:nvPr/>
        </p:nvSpPr>
        <p:spPr>
          <a:xfrm>
            <a:off x="1923143" y="2692791"/>
            <a:ext cx="3824514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400" dirty="0"/>
              <a:t>繁荣</a:t>
            </a:r>
            <a:r>
              <a:rPr lang="en-US" altLang="zh-CN" sz="2400" dirty="0" err="1"/>
              <a:t>HarmonyOS</a:t>
            </a:r>
            <a:r>
              <a:rPr lang="zh-CN" altLang="en-US" sz="2400" dirty="0"/>
              <a:t>应用生态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14233EB0-4463-5626-27A7-AEE04101E940}"/>
              </a:ext>
            </a:extLst>
          </p:cNvPr>
          <p:cNvSpPr txBox="1"/>
          <p:nvPr/>
        </p:nvSpPr>
        <p:spPr>
          <a:xfrm>
            <a:off x="1923142" y="3472712"/>
            <a:ext cx="5050971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400" dirty="0"/>
              <a:t>拥抱大模型时代的新应用开发范式</a:t>
            </a: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A95B6313-823A-9042-435A-04D54D073532}"/>
              </a:ext>
            </a:extLst>
          </p:cNvPr>
          <p:cNvSpPr txBox="1"/>
          <p:nvPr/>
        </p:nvSpPr>
        <p:spPr>
          <a:xfrm>
            <a:off x="1923142" y="5014625"/>
            <a:ext cx="3824516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400" dirty="0"/>
              <a:t>无限的成长空间</a:t>
            </a:r>
            <a:r>
              <a:rPr lang="en-US" altLang="zh-CN" sz="2400" dirty="0"/>
              <a:t>…</a:t>
            </a:r>
            <a:endParaRPr lang="zh-CN" altLang="en-US" sz="2400" dirty="0"/>
          </a:p>
        </p:txBody>
      </p:sp>
      <p:pic>
        <p:nvPicPr>
          <p:cNvPr id="9" name="图片 8">
            <a:extLst>
              <a:ext uri="{FF2B5EF4-FFF2-40B4-BE49-F238E27FC236}">
                <a16:creationId xmlns:a16="http://schemas.microsoft.com/office/drawing/2014/main" id="{78380035-F5F1-7C7E-9BC8-882C479EA6B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0" y="4589386"/>
            <a:ext cx="5907313" cy="1993718"/>
          </a:xfrm>
          <a:prstGeom prst="rect">
            <a:avLst/>
          </a:prstGeom>
        </p:spPr>
      </p:pic>
      <p:sp>
        <p:nvSpPr>
          <p:cNvPr id="10" name="文本框 9">
            <a:extLst>
              <a:ext uri="{FF2B5EF4-FFF2-40B4-BE49-F238E27FC236}">
                <a16:creationId xmlns:a16="http://schemas.microsoft.com/office/drawing/2014/main" id="{BCE21FD2-DD9B-D89F-ACE9-E5F2C03D794A}"/>
              </a:ext>
            </a:extLst>
          </p:cNvPr>
          <p:cNvSpPr txBox="1"/>
          <p:nvPr/>
        </p:nvSpPr>
        <p:spPr>
          <a:xfrm>
            <a:off x="2431143" y="4005943"/>
            <a:ext cx="254725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Agent DSL</a:t>
            </a:r>
            <a:r>
              <a:rPr lang="zh-CN" altLang="en-US" dirty="0"/>
              <a:t>和框架</a:t>
            </a: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FA2E5828-B0FB-7482-44B9-570FEAE1FBC5}"/>
              </a:ext>
            </a:extLst>
          </p:cNvPr>
          <p:cNvSpPr txBox="1"/>
          <p:nvPr/>
        </p:nvSpPr>
        <p:spPr>
          <a:xfrm>
            <a:off x="2431142" y="4375275"/>
            <a:ext cx="254725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更好的测试</a:t>
            </a:r>
            <a:r>
              <a:rPr lang="en-US" altLang="zh-CN" dirty="0"/>
              <a:t>/</a:t>
            </a:r>
            <a:r>
              <a:rPr lang="zh-CN" altLang="en-US" dirty="0"/>
              <a:t>验证能力</a:t>
            </a:r>
          </a:p>
        </p:txBody>
      </p:sp>
      <p:pic>
        <p:nvPicPr>
          <p:cNvPr id="13" name="图片 12">
            <a:extLst>
              <a:ext uri="{FF2B5EF4-FFF2-40B4-BE49-F238E27FC236}">
                <a16:creationId xmlns:a16="http://schemas.microsoft.com/office/drawing/2014/main" id="{B27DAF45-6C72-2BD9-A152-3057E7867B56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29541" y="542874"/>
            <a:ext cx="1807936" cy="8366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26591643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文本框 5"/>
          <p:cNvSpPr txBox="1"/>
          <p:nvPr/>
        </p:nvSpPr>
        <p:spPr>
          <a:xfrm>
            <a:off x="4724400" y="2819400"/>
            <a:ext cx="2680970" cy="149225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zh-CN" altLang="en-US" sz="9600">
                <a:solidFill>
                  <a:schemeClr val="bg1"/>
                </a:solidFill>
                <a:latin typeface="方正兰亭中黑简体" panose="02000000000000000000" charset="-122"/>
                <a:ea typeface="方正兰亭中黑简体" panose="02000000000000000000" charset="-122"/>
              </a:rPr>
              <a:t>谢谢</a:t>
            </a:r>
          </a:p>
        </p:txBody>
      </p:sp>
    </p:spTree>
    <p:custDataLst>
      <p:tags r:id="rId1"/>
    </p:custData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COMMONDATA" val="eyJoZGlkIjoiNDYxZWFhMTdmZDlmYTBmNmY3NWZjYmM1ZWUzYjkzODYifQ==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EMPLATE_THUMBS_INDEX" val="1、4、7、12、13、14、15、16、17、18、20、24、25、28、33、36、40、43、44"/>
  <p:tag name="KSO_WM_TEMPLATE_SUBCATEGORY" val="19"/>
  <p:tag name="KSO_WM_TAG_VERSION" val="1.0"/>
  <p:tag name="KSO_WM_BEAUTIFY_FLAG" val="#wm#"/>
  <p:tag name="KSO_WM_TEMPLATE_CATEGORY" val="custom"/>
  <p:tag name="KSO_WM_TEMPLATE_INDEX" val="20205081"/>
  <p:tag name="KSO_WM_TEMPLATE_MASTER_TYPE" val="0"/>
  <p:tag name="KSO_WM_TEMPLATE_COLOR_TYPE" val="1"/>
  <p:tag name="KSO_WM_UNIT_SHOW_EDIT_AREA_INDICATION" val="1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3.0"/>
  <p:tag name="KSO_WM_BEAUTIFY_FLAG" val="#wm#"/>
</p:tagLst>
</file>

<file path=ppt/tags/tag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3.0"/>
  <p:tag name="KSO_WM_BEAUTIFY_FLAG" val="#wm#"/>
</p:tagLst>
</file>

<file path=ppt/tags/tag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3.0"/>
  <p:tag name="KSO_WM_BEAUTIFY_FLAG" val="#wm#"/>
</p:tagLst>
</file>

<file path=ppt/tags/tag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3.0"/>
  <p:tag name="KSO_WM_BEAUTIFY_FLAG" val="#wm#"/>
</p:tagLst>
</file>

<file path=ppt/tags/tag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SCONTENTSTITLE" val="0"/>
  <p:tag name="KSO_WM_UNIT_ISNUMDGMTITLE" val="0"/>
  <p:tag name="KSO_WM_UNIT_NOCLEAR" val="0"/>
  <p:tag name="KSO_WM_UNIT_SHOW_EDIT_AREA_INDICATION" val="1"/>
  <p:tag name="KSO_WM_UNIT_VALUE" val="28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custom20205081_1*a*1"/>
  <p:tag name="KSO_WM_TEMPLATE_CATEGORY" val="custom"/>
  <p:tag name="KSO_WM_TEMPLATE_INDEX" val="20205081"/>
  <p:tag name="KSO_WM_UNIT_LAYERLEVEL" val="1"/>
  <p:tag name="KSO_WM_TAG_VERSION" val="1.0"/>
  <p:tag name="KSO_WM_BEAUTIFY_FLAG" val="#wm#"/>
</p:tagLst>
</file>

<file path=ppt/tags/tag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SCONTENTSTITLE" val="0"/>
  <p:tag name="KSO_WM_UNIT_ISNUMDGMTITLE" val="0"/>
  <p:tag name="KSO_WM_UNIT_NOCLEAR" val="0"/>
  <p:tag name="KSO_WM_UNIT_SHOW_EDIT_AREA_INDICATION" val="1"/>
  <p:tag name="KSO_WM_UNIT_VALUE" val="111"/>
  <p:tag name="KSO_WM_UNIT_HIGHLIGHT" val="0"/>
  <p:tag name="KSO_WM_UNIT_COMPATIBLE" val="0"/>
  <p:tag name="KSO_WM_UNIT_DIAGRAM_ISNUMVISUAL" val="0"/>
  <p:tag name="KSO_WM_UNIT_DIAGRAM_ISREFERUNIT" val="0"/>
  <p:tag name="KSO_WM_UNIT_TYPE" val="b"/>
  <p:tag name="KSO_WM_UNIT_INDEX" val="1"/>
  <p:tag name="KSO_WM_UNIT_ID" val="custom20205081_1*b*1"/>
  <p:tag name="KSO_WM_TEMPLATE_CATEGORY" val="custom"/>
  <p:tag name="KSO_WM_TEMPLATE_INDEX" val="20205081"/>
  <p:tag name="KSO_WM_UNIT_LAYERLEVEL" val="1"/>
  <p:tag name="KSO_WM_TAG_VERSION" val="1.0"/>
  <p:tag name="KSO_WM_BEAUTIFY_FLAG" val="#wm#"/>
</p:tagLst>
</file>

<file path=ppt/tags/tag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TEMPLATE_CATEGORY" val="custom"/>
  <p:tag name="KSO_WM_TEMPLATE_INDEX" val="20205081"/>
</p:tagLst>
</file>

<file path=ppt/theme/theme1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4_章节页">
  <a:themeElements>
    <a:clrScheme name="HuaWei colour 3">
      <a:dk1>
        <a:srgbClr val="1D1D1A"/>
      </a:dk1>
      <a:lt1>
        <a:srgbClr val="666666"/>
      </a:lt1>
      <a:dk2>
        <a:srgbClr val="FFFFFF"/>
      </a:dk2>
      <a:lt2>
        <a:srgbClr val="DDDDDD"/>
      </a:lt2>
      <a:accent1>
        <a:srgbClr val="E9002F"/>
      </a:accent1>
      <a:accent2>
        <a:srgbClr val="7F0000"/>
      </a:accent2>
      <a:accent3>
        <a:srgbClr val="ED6D00"/>
      </a:accent3>
      <a:accent4>
        <a:srgbClr val="FCC800"/>
      </a:accent4>
      <a:accent5>
        <a:srgbClr val="61B230"/>
      </a:accent5>
      <a:accent6>
        <a:srgbClr val="30B5C5"/>
      </a:accent6>
      <a:hlink>
        <a:srgbClr val="C7000B"/>
      </a:hlink>
      <a:folHlink>
        <a:srgbClr val="666666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accent4"/>
        </a:solidFill>
        <a:ln>
          <a:noFill/>
        </a:ln>
      </a:spPr>
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<a:prstTxWarp prst="textNoShape">
          <a:avLst/>
        </a:prstTxWarp>
        <a:noAutofit/>
      </a:bodyPr>
      <a:lstStyle>
        <a:defPPr algn="ctr">
          <a:defRPr>
            <a:solidFill>
              <a:schemeClr val="tx1"/>
            </a:solidFill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 wrap="square" lIns="0" tIns="0" rIns="0" bIns="0" rtlCol="0">
        <a:spAutoFit/>
      </a:bodyPr>
      <a:lstStyle>
        <a:defPPr algn="l">
          <a:defRPr kumimoji="1" dirty="0" smtClean="0">
            <a:solidFill>
              <a:srgbClr val="000000"/>
            </a:solidFill>
            <a:latin typeface="Microsoft YaHei" panose="020B0503020204020204" pitchFamily="34" charset="-122"/>
            <a:ea typeface="Microsoft YaHei" panose="020B0503020204020204" pitchFamily="34" charset="-122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PPT 模板" id="{9BBB633E-5E45-41C7-B61B-A7FDDADD335C}" vid="{FC34AD67-7538-4717-9A73-50191031DBF3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Override1.xml><?xml version="1.0" encoding="utf-8"?>
<a:themeOverride xmlns:a="http://schemas.openxmlformats.org/drawingml/2006/main">
  <a:clrScheme name="Black">
    <a:dk1>
      <a:srgbClr val="8000FF"/>
    </a:dk1>
    <a:lt1>
      <a:srgbClr val="FFFFFF"/>
    </a:lt1>
    <a:dk2>
      <a:srgbClr val="434343"/>
    </a:dk2>
    <a:lt2>
      <a:srgbClr val="A9A9A9"/>
    </a:lt2>
    <a:accent1>
      <a:srgbClr val="0076BA"/>
    </a:accent1>
    <a:accent2>
      <a:srgbClr val="00A89D"/>
    </a:accent2>
    <a:accent3>
      <a:srgbClr val="1DB100"/>
    </a:accent3>
    <a:accent4>
      <a:srgbClr val="F8BA00"/>
    </a:accent4>
    <a:accent5>
      <a:srgbClr val="EE220C"/>
    </a:accent5>
    <a:accent6>
      <a:srgbClr val="CB297B"/>
    </a:accent6>
    <a:hlink>
      <a:srgbClr val="0000FF"/>
    </a:hlink>
    <a:folHlink>
      <a:srgbClr val="FF00FF"/>
    </a:folHlink>
  </a:clrScheme>
  <a:fontScheme name="Black">
    <a:majorFont>
      <a:latin typeface="FZLanTingHeiS-B-GB"/>
      <a:ea typeface="FZLanTingHeiS-B-GB"/>
      <a:cs typeface="FZLanTingHeiS-B-GB"/>
    </a:majorFont>
    <a:minorFont>
      <a:latin typeface="FZLanTingHeiS-B-GB"/>
      <a:ea typeface="FZLanTingHeiS-B-GB"/>
      <a:cs typeface="FZLanTingHeiS-B-GB"/>
    </a:minorFont>
  </a:fontScheme>
  <a:fmtScheme name="Black">
    <a:fillStyleLst>
      <a:solidFill>
        <a:schemeClr val="phClr"/>
      </a:solidFill>
      <a:gradFill rotWithShape="1">
        <a:gsLst>
          <a:gs pos="0">
            <a:schemeClr val="phClr">
              <a:tint val="50000"/>
              <a:satMod val="300000"/>
            </a:schemeClr>
          </a:gs>
          <a:gs pos="35000">
            <a:schemeClr val="phClr">
              <a:tint val="37000"/>
              <a:satMod val="300000"/>
            </a:schemeClr>
          </a:gs>
          <a:gs pos="100000">
            <a:schemeClr val="phClr">
              <a:tint val="15000"/>
              <a:satMod val="350000"/>
            </a:schemeClr>
          </a:gs>
        </a:gsLst>
        <a:lin ang="16200000" scaled="1"/>
      </a:gradFill>
      <a:gradFill rotWithShape="1">
        <a:gsLst>
          <a:gs pos="0">
            <a:schemeClr val="phClr">
              <a:tint val="100000"/>
              <a:shade val="100000"/>
              <a:satMod val="129999"/>
            </a:schemeClr>
          </a:gs>
          <a:gs pos="100000">
            <a:schemeClr val="phClr">
              <a:tint val="50000"/>
              <a:shade val="100000"/>
              <a:satMod val="350000"/>
            </a:schemeClr>
          </a:gs>
        </a:gsLst>
        <a:lin ang="16200000" scaled="0"/>
      </a:gradFill>
    </a:fillStyleLst>
    <a:lnStyleLst>
      <a:ln w="9525" cap="flat" cmpd="sng" algn="ctr">
        <a:solidFill>
          <a:schemeClr val="phClr">
            <a:shade val="95000"/>
            <a:satMod val="104999"/>
          </a:schemeClr>
        </a:solidFill>
        <a:prstDash val="solid"/>
      </a:ln>
      <a:ln w="25400" cap="flat" cmpd="sng" algn="ctr">
        <a:solidFill>
          <a:schemeClr val="phClr"/>
        </a:solidFill>
        <a:prstDash val="solid"/>
      </a:ln>
      <a:ln w="38100" cap="flat" cmpd="sng" algn="ctr">
        <a:solidFill>
          <a:schemeClr val="phClr"/>
        </a:solidFill>
        <a:prstDash val="solid"/>
      </a:ln>
    </a:lnStyleLst>
    <a:effectStyleLst>
      <a:effectStyle>
        <a:effectLst/>
      </a:effectStyle>
      <a:effectStyle>
        <a:effectLst/>
      </a:effectStyle>
      <a:effectStyle>
        <a:effectLst/>
      </a:effectStyle>
    </a:effectStyleLst>
    <a:bgFillStyleLst>
      <a:solidFill>
        <a:schemeClr val="phClr"/>
      </a:solidFill>
      <a:gradFill rotWithShape="1">
        <a:gsLst>
          <a:gs pos="0">
            <a:schemeClr val="phClr">
              <a:tint val="40000"/>
              <a:satMod val="350000"/>
            </a:schemeClr>
          </a:gs>
          <a:gs pos="40000">
            <a:schemeClr val="phClr">
              <a:tint val="45000"/>
              <a:shade val="99000"/>
              <a:satMod val="350000"/>
            </a:schemeClr>
          </a:gs>
          <a:gs pos="100000">
            <a:schemeClr val="phClr">
              <a:shade val="20000"/>
              <a:satMod val="255000"/>
            </a:schemeClr>
          </a:gs>
        </a:gsLst>
        <a:path path="circle">
          <a:fillToRect l="50000" t="-80000" r="50000" b="180000"/>
        </a:path>
      </a:gradFill>
      <a:gradFill rotWithShape="1">
        <a:gsLst>
          <a:gs pos="0">
            <a:schemeClr val="phClr">
              <a:tint val="80000"/>
              <a:satMod val="300000"/>
            </a:schemeClr>
          </a:gs>
          <a:gs pos="100000">
            <a:schemeClr val="phClr">
              <a:shade val="30000"/>
              <a:satMod val="200000"/>
            </a:schemeClr>
          </a:gs>
        </a:gsLst>
        <a:path path="circle">
          <a:fillToRect l="50000" t="50000" r="50000" b="50000"/>
        </a:path>
      </a:gradFill>
    </a:bgFillStyleLst>
  </a:fmtScheme>
</a:themeOverride>
</file>

<file path=docProps/app.xml><?xml version="1.0" encoding="utf-8"?>
<Properties xmlns="http://schemas.openxmlformats.org/officeDocument/2006/extended-properties" xmlns:vt="http://schemas.openxmlformats.org/officeDocument/2006/docPropsVTypes">
  <TotalTime>6989</TotalTime>
  <Words>2110</Words>
  <Application>Microsoft Office PowerPoint</Application>
  <PresentationFormat>宽屏</PresentationFormat>
  <Paragraphs>403</Paragraphs>
  <Slides>38</Slides>
  <Notes>2</Notes>
  <HiddenSlides>0</HiddenSlides>
  <MMClips>0</MMClips>
  <ScaleCrop>false</ScaleCrop>
  <HeadingPairs>
    <vt:vector size="6" baseType="variant">
      <vt:variant>
        <vt:lpstr>已用的字体</vt:lpstr>
      </vt:variant>
      <vt:variant>
        <vt:i4>15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38</vt:i4>
      </vt:variant>
    </vt:vector>
  </HeadingPairs>
  <TitlesOfParts>
    <vt:vector size="55" baseType="lpstr">
      <vt:lpstr>.AppleSystemUIFont</vt:lpstr>
      <vt:lpstr>FrutigerNext LT Regular</vt:lpstr>
      <vt:lpstr>FZLanTingHeiS-B-GB</vt:lpstr>
      <vt:lpstr>FZLanTingHeiS-R-GB</vt:lpstr>
      <vt:lpstr>等线</vt:lpstr>
      <vt:lpstr>方正兰亭中黑简体</vt:lpstr>
      <vt:lpstr>黑体</vt:lpstr>
      <vt:lpstr>Microsoft YaHei</vt:lpstr>
      <vt:lpstr>Microsoft YaHei</vt:lpstr>
      <vt:lpstr>Arial</vt:lpstr>
      <vt:lpstr>Calibri</vt:lpstr>
      <vt:lpstr>Consolas</vt:lpstr>
      <vt:lpstr>Courier New</vt:lpstr>
      <vt:lpstr>Wingdings</vt:lpstr>
      <vt:lpstr>Wingdings 2</vt:lpstr>
      <vt:lpstr>WPS</vt:lpstr>
      <vt:lpstr>4_章节页</vt:lpstr>
      <vt:lpstr>仓颉：一款全场景智能化 应用编程语言</vt:lpstr>
      <vt:lpstr>报告提纲</vt:lpstr>
      <vt:lpstr>编程语言发展历史</vt:lpstr>
      <vt:lpstr>为什么要新语言</vt:lpstr>
      <vt:lpstr>为什么要仓颉语言</vt:lpstr>
      <vt:lpstr>仓颉语言的发展历程</vt:lpstr>
      <vt:lpstr>仓颉语言的应用案例</vt:lpstr>
      <vt:lpstr>报告提纲</vt:lpstr>
      <vt:lpstr>整体理念和思路</vt:lpstr>
      <vt:lpstr>做好当代：全场景应用开发</vt:lpstr>
      <vt:lpstr>仓颉的技术选型</vt:lpstr>
      <vt:lpstr>类型系统</vt:lpstr>
      <vt:lpstr>主要语言特性</vt:lpstr>
      <vt:lpstr>轻量化用户态线程（a.k.a 协程）</vt:lpstr>
      <vt:lpstr>并发数据对象</vt:lpstr>
      <vt:lpstr>并发GC</vt:lpstr>
      <vt:lpstr>全栈优化</vt:lpstr>
      <vt:lpstr>性能</vt:lpstr>
      <vt:lpstr>PowerPoint 演示文稿</vt:lpstr>
      <vt:lpstr>PowerPoint 演示文稿</vt:lpstr>
      <vt:lpstr>PowerPoint 演示文稿</vt:lpstr>
      <vt:lpstr>尾随lambda和eDSL应用</vt:lpstr>
      <vt:lpstr>类型扩展和属性</vt:lpstr>
      <vt:lpstr>PowerPoint 演示文稿</vt:lpstr>
      <vt:lpstr>PowerPoint 演示文稿</vt:lpstr>
      <vt:lpstr>报告提纲</vt:lpstr>
      <vt:lpstr>大模型下的应用开发</vt:lpstr>
      <vt:lpstr>Agent原生智能应用开发（构建中）</vt:lpstr>
      <vt:lpstr>对代码生成友好的编程语言？</vt:lpstr>
      <vt:lpstr>报告提纲</vt:lpstr>
      <vt:lpstr>语言设计中的一些两难选择和挑战</vt:lpstr>
      <vt:lpstr>Effects</vt:lpstr>
      <vt:lpstr>Ownership</vt:lpstr>
      <vt:lpstr>更加丰富的宏和元编程机制</vt:lpstr>
      <vt:lpstr>Actor统一并发和分布式编程</vt:lpstr>
      <vt:lpstr>工具、三方库、开发框架</vt:lpstr>
      <vt:lpstr>总结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空白演示</dc:title>
  <dc:creator>冯新宇</dc:creator>
  <cp:lastModifiedBy>新宇 冯</cp:lastModifiedBy>
  <cp:revision>246</cp:revision>
  <dcterms:created xsi:type="dcterms:W3CDTF">2019-06-19T02:08:00Z</dcterms:created>
  <dcterms:modified xsi:type="dcterms:W3CDTF">2024-07-03T23:33:39Z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2052-12.1.0.16910</vt:lpwstr>
  </property>
  <property fmtid="{D5CDD505-2E9C-101B-9397-08002B2CF9AE}" pid="3" name="ICV">
    <vt:lpwstr>467F89C04BDD4CDC9A86B93B479D87DD_11</vt:lpwstr>
  </property>
  <property fmtid="{D5CDD505-2E9C-101B-9397-08002B2CF9AE}" pid="4" name="_2015_ms_pID_725343">
    <vt:lpwstr>(2)WfzMkXvvaYna3JiumTUtr9dqIv9hS3T/WE/YvIGo53dR95qt0E8muwnZb8yj+p385Bs7BDKQ
SmOCHDQ9CdILz5UtCQy4yPGK54LbWw+KVSUCMEeLMumVPVcCzaxhY6jS90i0JahW2jCFtArq
JeBsWudqVxJl5uzd8QapSEqvVYw2deI++n+JWv0qsn/FanaL0dWj1VYdDg2XxoWe8HxGDTUV
TuJnBolu2duHJfc73M</vt:lpwstr>
  </property>
  <property fmtid="{D5CDD505-2E9C-101B-9397-08002B2CF9AE}" pid="5" name="_2015_ms_pID_7253431">
    <vt:lpwstr>SmrYvTl8mKgHOPQZu4AXfiokAWf9It9oJPtgJ1PixMeHbFm5aRq0GA
8v+n7L/KWT4W+DT1mnvt9ymAVjoIhh/Z7rtTnLJbAhahZ9YRhQTzA2zt3T05BLTd/hbDVPz0
rg7j+8HDfrDscIul8bzkxQhnsKtAyVGvNOYWP+T1eatb5zuRX5Hx5eOaRm9mwE/mtrY=</vt:lpwstr>
  </property>
</Properties>
</file>